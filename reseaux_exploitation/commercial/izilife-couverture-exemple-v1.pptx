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0eb0c04f924161" /><Relationship Type="http://schemas.openxmlformats.org/officeDocument/2006/relationships/extended-properties" Target="/docProps/app.xml" Id="Rc2d2989bb37746f6" /><Relationship Type="http://schemas.openxmlformats.org/officeDocument/2006/relationships/officeDocument" Target="/ppt/presentation.xml" Id="R5db3dac0d5dd41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1faf0d7c6d4e07"/>
  </p:sldMasterIdLst>
  <p:notesMasterIdLst>
    <p:notesMasterId xmlns:r="http://schemas.openxmlformats.org/officeDocument/2006/relationships" r:id="Rf7d4e8dc06ed4e9b"/>
  </p:notesMasterIdLst>
  <p:sldIdLst>
    <p:sldId xmlns:r="http://schemas.openxmlformats.org/officeDocument/2006/relationships" id="256" r:id="R1ced752236ac4f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c01bda971a43b1" /><Relationship Type="http://schemas.openxmlformats.org/officeDocument/2006/relationships/slideMaster" Target="/ppt/slideMasters/slideMaster1.xml" Id="Rc51faf0d7c6d4e07" /><Relationship Type="http://schemas.openxmlformats.org/officeDocument/2006/relationships/notesMaster" Target="/ppt/notesMasters/notesMaster1.xml" Id="Rf7d4e8dc06ed4e9b" /><Relationship Type="http://schemas.openxmlformats.org/officeDocument/2006/relationships/presProps" Target="/ppt/presProps.xml" Id="R2a94760432c94034" /><Relationship Type="http://schemas.openxmlformats.org/officeDocument/2006/relationships/tableStyles" Target="/ppt/tableStyles.xml" Id="R61d61c88d06a4aa8" /><Relationship Type="http://schemas.openxmlformats.org/officeDocument/2006/relationships/slide" Target="/ppt/slides/slide1.xml" Id="R1ced752236ac4f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541739f3fb48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32ca8677ee4485" /><Relationship Type="http://schemas.openxmlformats.org/officeDocument/2006/relationships/notesMaster" Target="/ppt/notesMasters/notesMaster1.xml" Id="R2308c8e18b7842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f63d2429945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a00e0faf894c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e295da8b749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1db29866c49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fce38e17d843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4befb112b4e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824D20-4D6C-4645-B764-D699D8B4F4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FCAC577-5E47-4DB5-9F90-0A6CB72520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2FC6DA-BB8F-4C55-B666-DAC8D5E839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77DDC9-F2AD-4BE3-B705-956A384451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8F5A42-16BF-44BA-9DA2-022EA84588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6573C8-13A8-4B27-BDA0-ACB3AA887C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54FB71-D8EC-425C-8522-F238AE640A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9DC807-5DEB-4B78-A956-844D41E67B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2ED2D4-BA15-4ED6-AB95-20C2BBF6E3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E6DE03-84B9-48BD-B4A6-65A23449A3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a5252156a145d2" /><Relationship Type="http://schemas.openxmlformats.org/officeDocument/2006/relationships/slideLayout" Target="/ppt/slideLayouts/slideLayout1.xml" Id="Rc7e2b19843264792" /><Relationship Type="http://schemas.openxmlformats.org/officeDocument/2006/relationships/slideLayout" Target="/ppt/slideLayouts/slideLayout2.xml" Id="R1db21254ee314a5b" /><Relationship Type="http://schemas.openxmlformats.org/officeDocument/2006/relationships/slideLayout" Target="/ppt/slideLayouts/slideLayout3.xml" Id="R21e8b8ed0671488d" /><Relationship Type="http://schemas.openxmlformats.org/officeDocument/2006/relationships/slideLayout" Target="/ppt/slideLayouts/slideLayout4.xml" Id="Rb2a8e13ecbe14918" /><Relationship Type="http://schemas.openxmlformats.org/officeDocument/2006/relationships/slideLayout" Target="/ppt/slideLayouts/slideLayout5.xml" Id="R9208bd2608e44467" /><Relationship Type="http://schemas.openxmlformats.org/officeDocument/2006/relationships/slideLayout" Target="/ppt/slideLayouts/slideLayout6.xml" Id="Rd5199411dbbd40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e2b19843264792"/>
    <p:sldLayoutId xmlns:r="http://schemas.openxmlformats.org/officeDocument/2006/relationships" id="2147483650" r:id="R1db21254ee314a5b"/>
    <p:sldLayoutId xmlns:r="http://schemas.openxmlformats.org/officeDocument/2006/relationships" id="2147483651" r:id="R21e8b8ed0671488d"/>
    <p:sldLayoutId xmlns:r="http://schemas.openxmlformats.org/officeDocument/2006/relationships" id="2147483652" r:id="Rb2a8e13ecbe14918"/>
    <p:sldLayoutId xmlns:r="http://schemas.openxmlformats.org/officeDocument/2006/relationships" id="2147483653" r:id="R9208bd2608e44467"/>
    <p:sldLayoutId xmlns:r="http://schemas.openxmlformats.org/officeDocument/2006/relationships" id="2147483654" r:id="Rd5199411dbbd40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33754670774552" /><Relationship Type="http://schemas.openxmlformats.org/officeDocument/2006/relationships/image" Target="/ppt/media/image.png" Id="R54e82b77c85f4372" /><Relationship Type="http://schemas.openxmlformats.org/officeDocument/2006/relationships/notesSlide" Target="/ppt/notesSlides/notesSlide1.xml" Id="R156cdbc5113e41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E53B9-B31D-4794-A103-59170A3D80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82b77c85f4372"/>
          <a:srcRect xmlns:a="http://schemas.openxmlformats.org/drawingml/2006/main" l="16779" t="0" r="167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0"/>
            <a:ext cx="8096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E1894-9594-431C-ADFA-D99D9643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AA6D8-EBBF-466E-9DC3-EF667C24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5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BD40C-DFE2-4B34-B613-081AD90A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C58C"/>
                </a:solidFill>
              </a:defRPr>
            </a:defPPr>
            <a:lvl1pPr>
              <a:defRPr sz="1950" b="1">
                <a:solidFill>
                  <a:srgbClr val="16C58C"/>
                </a:solidFill>
              </a:defRPr>
            </a:lvl1pPr>
            <a:lvl2pPr>
              <a:defRPr sz="1950" b="1">
                <a:solidFill>
                  <a:srgbClr val="16C58C"/>
                </a:solidFill>
              </a:defRPr>
            </a:lvl2pPr>
            <a:lvl3pPr>
              <a:defRPr sz="1950" b="1">
                <a:solidFill>
                  <a:srgbClr val="16C58C"/>
                </a:solidFill>
              </a:defRPr>
            </a:lvl3pPr>
            <a:lvl4pPr>
              <a:defRPr sz="1950" b="1">
                <a:solidFill>
                  <a:srgbClr val="16C58C"/>
                </a:solidFill>
              </a:defRPr>
            </a:lvl4pPr>
            <a:lvl5pPr>
              <a:defRPr sz="1950" b="1">
                <a:solidFill>
                  <a:srgbClr val="16C58C"/>
                </a:solidFill>
              </a:defRPr>
            </a:lvl5pPr>
            <a:lvl6pPr>
              <a:defRPr sz="1950" b="1">
                <a:solidFill>
                  <a:srgbClr val="16C58C"/>
                </a:solidFill>
              </a:defRPr>
            </a:lvl6pPr>
            <a:lvl7pPr>
              <a:defRPr sz="1950" b="1">
                <a:solidFill>
                  <a:srgbClr val="16C58C"/>
                </a:solidFill>
              </a:defRPr>
            </a:lvl7pPr>
            <a:lvl8pPr>
              <a:defRPr sz="1950" b="1">
                <a:solidFill>
                  <a:srgbClr val="16C58C"/>
                </a:solidFill>
              </a:defRPr>
            </a:lvl8pPr>
            <a:lvl9pPr>
              <a:defRPr sz="1950" b="1">
                <a:solidFill>
                  <a:srgbClr val="16C58C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C58C"/>
                </a:solidFill>
              </a:defRPr>
            </a:pPr>
            <a:r>
              <a:rPr sz="1950" b="1">
                <a:solidFill>
                  <a:srgbClr val="16C58C"/>
                </a:solidFill>
              </a:rPr>
              <a:t>iziLife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8883B-E55D-435B-BA89-B9D8AFE3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spc="1">
                <a:solidFill>
                  <a:srgbClr val="8FE5C7"/>
                </a:solidFill>
              </a:defRPr>
            </a:defPPr>
            <a:lvl1pPr>
              <a:defRPr sz="900" b="1" spc="1">
                <a:solidFill>
                  <a:srgbClr val="8FE5C7"/>
                </a:solidFill>
              </a:defRPr>
            </a:lvl1pPr>
            <a:lvl2pPr>
              <a:defRPr sz="900" b="1" spc="1">
                <a:solidFill>
                  <a:srgbClr val="8FE5C7"/>
                </a:solidFill>
              </a:defRPr>
            </a:lvl2pPr>
            <a:lvl3pPr>
              <a:defRPr sz="900" b="1" spc="1">
                <a:solidFill>
                  <a:srgbClr val="8FE5C7"/>
                </a:solidFill>
              </a:defRPr>
            </a:lvl3pPr>
            <a:lvl4pPr>
              <a:defRPr sz="900" b="1" spc="1">
                <a:solidFill>
                  <a:srgbClr val="8FE5C7"/>
                </a:solidFill>
              </a:defRPr>
            </a:lvl4pPr>
            <a:lvl5pPr>
              <a:defRPr sz="900" b="1" spc="1">
                <a:solidFill>
                  <a:srgbClr val="8FE5C7"/>
                </a:solidFill>
              </a:defRPr>
            </a:lvl5pPr>
            <a:lvl6pPr>
              <a:defRPr sz="900" b="1" spc="1">
                <a:solidFill>
                  <a:srgbClr val="8FE5C7"/>
                </a:solidFill>
              </a:defRPr>
            </a:lvl6pPr>
            <a:lvl7pPr>
              <a:defRPr sz="900" b="1" spc="1">
                <a:solidFill>
                  <a:srgbClr val="8FE5C7"/>
                </a:solidFill>
              </a:defRPr>
            </a:lvl7pPr>
            <a:lvl8pPr>
              <a:defRPr sz="900" b="1" spc="1">
                <a:solidFill>
                  <a:srgbClr val="8FE5C7"/>
                </a:solidFill>
              </a:defRPr>
            </a:lvl8pPr>
            <a:lvl9pPr>
              <a:defRPr sz="900" b="1" spc="1">
                <a:solidFill>
                  <a:srgbClr val="8FE5C7"/>
                </a:solidFill>
              </a:defRPr>
            </a:lvl9pPr>
          </a:lstStyle>
          <a:p xmlns:a="http://schemas.openxmlformats.org/drawingml/2006/main">
            <a:pPr>
              <a:defRPr sz="900" b="1" spc="1">
                <a:solidFill>
                  <a:srgbClr val="8FE5C7"/>
                </a:solidFill>
              </a:defRPr>
            </a:pPr>
            <a:r>
              <a:rPr sz="900" b="1" spc="1">
                <a:solidFill>
                  <a:srgbClr val="8FE5C7"/>
                </a:solidFill>
              </a:rPr>
              <a:t>PRÉSENTATION POUR LES COMMERCES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B41F0-1782-45F6-989D-5D1A546E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762375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</a:defRPr>
            </a:defPPr>
            <a:lvl1pPr>
              <a:defRPr sz="3225" b="1">
                <a:solidFill>
                  <a:srgbClr val="FFFFFF"/>
                </a:solidFill>
              </a:defRPr>
            </a:lvl1pPr>
            <a:lvl2pPr>
              <a:defRPr sz="3225" b="1">
                <a:solidFill>
                  <a:srgbClr val="FFFFFF"/>
                </a:solidFill>
              </a:defRPr>
            </a:lvl2pPr>
            <a:lvl3pPr>
              <a:defRPr sz="3225" b="1">
                <a:solidFill>
                  <a:srgbClr val="FFFFFF"/>
                </a:solidFill>
              </a:defRPr>
            </a:lvl3pPr>
            <a:lvl4pPr>
              <a:defRPr sz="3225" b="1">
                <a:solidFill>
                  <a:srgbClr val="FFFFFF"/>
                </a:solidFill>
              </a:defRPr>
            </a:lvl4pPr>
            <a:lvl5pPr>
              <a:defRPr sz="3225" b="1">
                <a:solidFill>
                  <a:srgbClr val="FFFFFF"/>
                </a:solidFill>
              </a:defRPr>
            </a:lvl5pPr>
            <a:lvl6pPr>
              <a:defRPr sz="3225" b="1">
                <a:solidFill>
                  <a:srgbClr val="FFFFFF"/>
                </a:solidFill>
              </a:defRPr>
            </a:lvl6pPr>
            <a:lvl7pPr>
              <a:defRPr sz="3225" b="1">
                <a:solidFill>
                  <a:srgbClr val="FFFFFF"/>
                </a:solidFill>
              </a:defRPr>
            </a:lvl7pPr>
            <a:lvl8pPr>
              <a:defRPr sz="3225" b="1">
                <a:solidFill>
                  <a:srgbClr val="FFFFFF"/>
                </a:solidFill>
              </a:defRPr>
            </a:lvl8pPr>
            <a:lvl9pPr>
              <a:defRPr sz="32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Votre lieu dans les projets de sortie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C0B85-75E6-42FB-B319-7A0D8CEF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C8D2DF"/>
                </a:solidFill>
              </a:defRPr>
            </a:defPPr>
            <a:lvl1pPr>
              <a:defRPr sz="1425">
                <a:solidFill>
                  <a:srgbClr val="C8D2DF"/>
                </a:solidFill>
              </a:defRPr>
            </a:lvl1pPr>
            <a:lvl2pPr>
              <a:defRPr sz="1425">
                <a:solidFill>
                  <a:srgbClr val="C8D2DF"/>
                </a:solidFill>
              </a:defRPr>
            </a:lvl2pPr>
            <a:lvl3pPr>
              <a:defRPr sz="1425">
                <a:solidFill>
                  <a:srgbClr val="C8D2DF"/>
                </a:solidFill>
              </a:defRPr>
            </a:lvl3pPr>
            <a:lvl4pPr>
              <a:defRPr sz="1425">
                <a:solidFill>
                  <a:srgbClr val="C8D2DF"/>
                </a:solidFill>
              </a:defRPr>
            </a:lvl4pPr>
            <a:lvl5pPr>
              <a:defRPr sz="1425">
                <a:solidFill>
                  <a:srgbClr val="C8D2DF"/>
                </a:solidFill>
              </a:defRPr>
            </a:lvl5pPr>
            <a:lvl6pPr>
              <a:defRPr sz="1425">
                <a:solidFill>
                  <a:srgbClr val="C8D2DF"/>
                </a:solidFill>
              </a:defRPr>
            </a:lvl6pPr>
            <a:lvl7pPr>
              <a:defRPr sz="1425">
                <a:solidFill>
                  <a:srgbClr val="C8D2DF"/>
                </a:solidFill>
              </a:defRPr>
            </a:lvl7pPr>
            <a:lvl8pPr>
              <a:defRPr sz="1425">
                <a:solidFill>
                  <a:srgbClr val="C8D2DF"/>
                </a:solidFill>
              </a:defRPr>
            </a:lvl8pPr>
            <a:lvl9pPr>
              <a:defRPr sz="1425">
                <a:solidFill>
                  <a:srgbClr val="C8D2DF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C8D2DF"/>
                </a:solidFill>
              </a:defRPr>
            </a:pPr>
            <a:r>
              <a:rPr sz="1425">
                <a:solidFill>
                  <a:srgbClr val="C8D2DF"/>
                </a:solidFill>
              </a:rPr>
              <a:t>Présence en ligne, réservations, événements et offres sur iziLife.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09B9D-9685-4998-9AE1-366600F5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8290A3"/>
                </a:solidFill>
              </a:defRPr>
            </a:defPPr>
            <a:lvl1pPr>
              <a:defRPr sz="825">
                <a:solidFill>
                  <a:srgbClr val="8290A3"/>
                </a:solidFill>
              </a:defRPr>
            </a:lvl1pPr>
            <a:lvl2pPr>
              <a:defRPr sz="825">
                <a:solidFill>
                  <a:srgbClr val="8290A3"/>
                </a:solidFill>
              </a:defRPr>
            </a:lvl2pPr>
            <a:lvl3pPr>
              <a:defRPr sz="825">
                <a:solidFill>
                  <a:srgbClr val="8290A3"/>
                </a:solidFill>
              </a:defRPr>
            </a:lvl3pPr>
            <a:lvl4pPr>
              <a:defRPr sz="825">
                <a:solidFill>
                  <a:srgbClr val="8290A3"/>
                </a:solidFill>
              </a:defRPr>
            </a:lvl4pPr>
            <a:lvl5pPr>
              <a:defRPr sz="825">
                <a:solidFill>
                  <a:srgbClr val="8290A3"/>
                </a:solidFill>
              </a:defRPr>
            </a:lvl5pPr>
            <a:lvl6pPr>
              <a:defRPr sz="825">
                <a:solidFill>
                  <a:srgbClr val="8290A3"/>
                </a:solidFill>
              </a:defRPr>
            </a:lvl6pPr>
            <a:lvl7pPr>
              <a:defRPr sz="825">
                <a:solidFill>
                  <a:srgbClr val="8290A3"/>
                </a:solidFill>
              </a:defRPr>
            </a:lvl7pPr>
            <a:lvl8pPr>
              <a:defRPr sz="825">
                <a:solidFill>
                  <a:srgbClr val="8290A3"/>
                </a:solidFill>
              </a:defRPr>
            </a:lvl8pPr>
            <a:lvl9pPr>
              <a:defRPr sz="825">
                <a:solidFill>
                  <a:srgbClr val="8290A3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8290A3"/>
                </a:solidFill>
              </a:defRPr>
            </a:pPr>
            <a:r>
              <a:rPr sz="825">
                <a:solidFill>
                  <a:srgbClr val="8290A3"/>
                </a:solidFill>
              </a:rPr>
              <a:t>Support général sans prix</a:t>
            </a:r>
          </a:p>
        </p:txBody>
      </p:sp>
    </p:spTree>
    <p:extLst>
      <p:ext uri="{BB962C8B-B14F-4D97-AF65-F5344CB8AC3E}">
        <p14:creationId xmlns:p14="http://schemas.microsoft.com/office/powerpoint/2010/main" val="993654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2026-10-20T07:46:44.4730000Z</dcterms:created>
  <dcterms:modified xsi:type="dcterms:W3CDTF">2026-10-20T07:46:44.4730000Z</dcterms:modified>
</coreProperties>
</file>