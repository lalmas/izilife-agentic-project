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5fa2621ea64448" /><Relationship Type="http://schemas.openxmlformats.org/officeDocument/2006/relationships/extended-properties" Target="/docProps/app.xml" Id="R59e9f89dd5e84e98" /><Relationship Type="http://schemas.openxmlformats.org/officeDocument/2006/relationships/officeDocument" Target="/ppt/presentation.xml" Id="Rf50aebbb68fc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38bb2f59c4e9e"/>
  </p:sldMasterIdLst>
  <p:notesMasterIdLst>
    <p:notesMasterId xmlns:r="http://schemas.openxmlformats.org/officeDocument/2006/relationships" r:id="Rbc216f530f5b4b58"/>
  </p:notesMasterIdLst>
  <p:sldIdLst>
    <p:sldId xmlns:r="http://schemas.openxmlformats.org/officeDocument/2006/relationships" id="256" r:id="R1cdffe7e85124a64"/>
    <p:sldId xmlns:r="http://schemas.openxmlformats.org/officeDocument/2006/relationships" id="257" r:id="R4979640978fb4f94"/>
    <p:sldId xmlns:r="http://schemas.openxmlformats.org/officeDocument/2006/relationships" id="258" r:id="Rac53aa9b248241c6"/>
    <p:sldId xmlns:r="http://schemas.openxmlformats.org/officeDocument/2006/relationships" id="259" r:id="Red9e1c2560c84f4d"/>
    <p:sldId xmlns:r="http://schemas.openxmlformats.org/officeDocument/2006/relationships" id="260" r:id="Rf0995f3c008f4610"/>
    <p:sldId xmlns:r="http://schemas.openxmlformats.org/officeDocument/2006/relationships" id="261" r:id="R60b867708858493f"/>
    <p:sldId xmlns:r="http://schemas.openxmlformats.org/officeDocument/2006/relationships" id="262" r:id="R10083f46aa704b53"/>
    <p:sldId xmlns:r="http://schemas.openxmlformats.org/officeDocument/2006/relationships" id="263" r:id="R71568739a6454fd1"/>
    <p:sldId xmlns:r="http://schemas.openxmlformats.org/officeDocument/2006/relationships" id="264" r:id="R9a8cfb6af0bd4bba"/>
    <p:sldId xmlns:r="http://schemas.openxmlformats.org/officeDocument/2006/relationships" id="265" r:id="R3ae760bb1db74cd5"/>
    <p:sldId xmlns:r="http://schemas.openxmlformats.org/officeDocument/2006/relationships" id="266" r:id="R3395770c9250432c"/>
    <p:sldId xmlns:r="http://schemas.openxmlformats.org/officeDocument/2006/relationships" id="267" r:id="R9d77969cc6f7440a"/>
    <p:sldId xmlns:r="http://schemas.openxmlformats.org/officeDocument/2006/relationships" id="268" r:id="R2da865259dde4954"/>
    <p:sldId xmlns:r="http://schemas.openxmlformats.org/officeDocument/2006/relationships" id="269" r:id="Rd9e908679d9a4190"/>
    <p:sldId xmlns:r="http://schemas.openxmlformats.org/officeDocument/2006/relationships" id="270" r:id="R5cb99aa0b10a46a1"/>
    <p:sldId xmlns:r="http://schemas.openxmlformats.org/officeDocument/2006/relationships" id="271" r:id="R5bd0c2d4152a424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c8d83715eb4fac" /><Relationship Type="http://schemas.openxmlformats.org/officeDocument/2006/relationships/slideMaster" Target="/ppt/slideMasters/slideMaster1.xml" Id="R74f38bb2f59c4e9e" /><Relationship Type="http://schemas.openxmlformats.org/officeDocument/2006/relationships/notesMaster" Target="/ppt/notesMasters/notesMaster1.xml" Id="Rbc216f530f5b4b58" /><Relationship Type="http://schemas.openxmlformats.org/officeDocument/2006/relationships/presProps" Target="/ppt/presProps.xml" Id="R52771008325a4f1c" /><Relationship Type="http://schemas.openxmlformats.org/officeDocument/2006/relationships/tableStyles" Target="/ppt/tableStyles.xml" Id="R33a9f271ac5f4fb4" /><Relationship Type="http://schemas.openxmlformats.org/officeDocument/2006/relationships/slide" Target="/ppt/slides/slide1.xml" Id="R1cdffe7e85124a64" /><Relationship Type="http://schemas.openxmlformats.org/officeDocument/2006/relationships/slide" Target="/ppt/slides/slide2.xml" Id="R4979640978fb4f94" /><Relationship Type="http://schemas.openxmlformats.org/officeDocument/2006/relationships/slide" Target="/ppt/slides/slide3.xml" Id="Rac53aa9b248241c6" /><Relationship Type="http://schemas.openxmlformats.org/officeDocument/2006/relationships/slide" Target="/ppt/slides/slide4.xml" Id="Red9e1c2560c84f4d" /><Relationship Type="http://schemas.openxmlformats.org/officeDocument/2006/relationships/slide" Target="/ppt/slides/slide5.xml" Id="Rf0995f3c008f4610" /><Relationship Type="http://schemas.openxmlformats.org/officeDocument/2006/relationships/slide" Target="/ppt/slides/slide6.xml" Id="R60b867708858493f" /><Relationship Type="http://schemas.openxmlformats.org/officeDocument/2006/relationships/slide" Target="/ppt/slides/slide7.xml" Id="R10083f46aa704b53" /><Relationship Type="http://schemas.openxmlformats.org/officeDocument/2006/relationships/slide" Target="/ppt/slides/slide8.xml" Id="R71568739a6454fd1" /><Relationship Type="http://schemas.openxmlformats.org/officeDocument/2006/relationships/slide" Target="/ppt/slides/slide9.xml" Id="R9a8cfb6af0bd4bba" /><Relationship Type="http://schemas.openxmlformats.org/officeDocument/2006/relationships/slide" Target="/ppt/slides/slide10.xml" Id="R3ae760bb1db74cd5" /><Relationship Type="http://schemas.openxmlformats.org/officeDocument/2006/relationships/slide" Target="/ppt/slides/slide11.xml" Id="R3395770c9250432c" /><Relationship Type="http://schemas.openxmlformats.org/officeDocument/2006/relationships/slide" Target="/ppt/slides/slide12.xml" Id="R9d77969cc6f7440a" /><Relationship Type="http://schemas.openxmlformats.org/officeDocument/2006/relationships/slide" Target="/ppt/slides/slide13.xml" Id="R2da865259dde4954" /><Relationship Type="http://schemas.openxmlformats.org/officeDocument/2006/relationships/slide" Target="/ppt/slides/slide14.xml" Id="Rd9e908679d9a4190" /><Relationship Type="http://schemas.openxmlformats.org/officeDocument/2006/relationships/slide" Target="/ppt/slides/slide15.xml" Id="R5cb99aa0b10a46a1" /><Relationship Type="http://schemas.openxmlformats.org/officeDocument/2006/relationships/slide" Target="/ppt/slides/slide16.xml" Id="R5bd0c2d4152a42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d75c761d11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451ebc6394376" /><Relationship Type="http://schemas.openxmlformats.org/officeDocument/2006/relationships/notesMaster" Target="/ppt/notesMasters/notesMaster1.xml" Id="R856a08b31a9e4f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650cc32d9440c4" /><Relationship Type="http://schemas.openxmlformats.org/officeDocument/2006/relationships/notesMaster" Target="/ppt/notesMasters/notesMaster1.xml" Id="R7a5094a2d8b9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16f095dbb488c" /><Relationship Type="http://schemas.openxmlformats.org/officeDocument/2006/relationships/notesMaster" Target="/ppt/notesMasters/notesMaster1.xml" Id="R0b8f7573c78042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d5294dbd684f67" /><Relationship Type="http://schemas.openxmlformats.org/officeDocument/2006/relationships/notesMaster" Target="/ppt/notesMasters/notesMaster1.xml" Id="Rb71fbf230bad49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2b3d1f28434655" /><Relationship Type="http://schemas.openxmlformats.org/officeDocument/2006/relationships/notesMaster" Target="/ppt/notesMasters/notesMaster1.xml" Id="R806b4ce3b82f42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217fe270db4516" /><Relationship Type="http://schemas.openxmlformats.org/officeDocument/2006/relationships/notesMaster" Target="/ppt/notesMasters/notesMaster1.xml" Id="Rfb47a17006004e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1602d59514743" /><Relationship Type="http://schemas.openxmlformats.org/officeDocument/2006/relationships/notesMaster" Target="/ppt/notesMasters/notesMaster1.xml" Id="Rc2e7db29028941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5f0355730e414f" /><Relationship Type="http://schemas.openxmlformats.org/officeDocument/2006/relationships/notesMaster" Target="/ppt/notesMasters/notesMaster1.xml" Id="R6201e67ad60541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d6fd04570c4b0d" /><Relationship Type="http://schemas.openxmlformats.org/officeDocument/2006/relationships/notesMaster" Target="/ppt/notesMasters/notesMaster1.xml" Id="R19039e4f597d4b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9976b851f847d2" /><Relationship Type="http://schemas.openxmlformats.org/officeDocument/2006/relationships/notesMaster" Target="/ppt/notesMasters/notesMaster1.xml" Id="Rf9e73b52a42e4d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343b99fa048f8" /><Relationship Type="http://schemas.openxmlformats.org/officeDocument/2006/relationships/notesMaster" Target="/ppt/notesMasters/notesMaster1.xml" Id="R013d158af48f4f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54e94c94d54352" /><Relationship Type="http://schemas.openxmlformats.org/officeDocument/2006/relationships/notesMaster" Target="/ppt/notesMasters/notesMaster1.xml" Id="Raa7e4eb7c0b149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044cbd1d7344c6" /><Relationship Type="http://schemas.openxmlformats.org/officeDocument/2006/relationships/notesMaster" Target="/ppt/notesMasters/notesMaster1.xml" Id="Rba50d810374c47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2c028ba0b14c0a" /><Relationship Type="http://schemas.openxmlformats.org/officeDocument/2006/relationships/notesMaster" Target="/ppt/notesMasters/notesMaster1.xml" Id="Ra982da68972c4d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e1b36973a24182" /><Relationship Type="http://schemas.openxmlformats.org/officeDocument/2006/relationships/notesMaster" Target="/ppt/notesMasters/notesMaster1.xml" Id="Reb0d1081b6ed4d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8dc2d19bd2424c" /><Relationship Type="http://schemas.openxmlformats.org/officeDocument/2006/relationships/notesMaster" Target="/ppt/notesMasters/notesMaster1.xml" Id="R4f052fd13bd644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3181218e342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c699ab7e742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6282933f547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60a2da4d540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1aac276d645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c0d79a2954c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1897FC-C4EA-442A-874B-F9CDB20AA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0EE841-3BFE-44ED-ACD5-0A28820863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975C1A-30A7-4698-B5A7-FFAB179499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902421-7400-443E-B17C-8FA3734F1D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6967D0-F441-4EDC-B8F7-4ADF90472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052765-CE0F-4D10-B496-B739CEE685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F8C603-B220-458F-A07E-E8983E39C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952D7C-378A-4BC2-931E-9D576ADF3F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1E9A00-CC9C-4227-B5A5-C10B66EEA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D48CCF-9AA5-44EF-A14E-CAFCAD5E04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b49791cbb4fc6" /><Relationship Type="http://schemas.openxmlformats.org/officeDocument/2006/relationships/slideLayout" Target="/ppt/slideLayouts/slideLayout1.xml" Id="Rc40b9df647b841d9" /><Relationship Type="http://schemas.openxmlformats.org/officeDocument/2006/relationships/slideLayout" Target="/ppt/slideLayouts/slideLayout2.xml" Id="R1bf3b79ca05348a9" /><Relationship Type="http://schemas.openxmlformats.org/officeDocument/2006/relationships/slideLayout" Target="/ppt/slideLayouts/slideLayout3.xml" Id="Re139d13e8d104d45" /><Relationship Type="http://schemas.openxmlformats.org/officeDocument/2006/relationships/slideLayout" Target="/ppt/slideLayouts/slideLayout4.xml" Id="R2091596c01604e65" /><Relationship Type="http://schemas.openxmlformats.org/officeDocument/2006/relationships/slideLayout" Target="/ppt/slideLayouts/slideLayout5.xml" Id="R18eff2d5d89f4266" /><Relationship Type="http://schemas.openxmlformats.org/officeDocument/2006/relationships/slideLayout" Target="/ppt/slideLayouts/slideLayout6.xml" Id="Rd9053e4e200d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0b9df647b841d9"/>
    <p:sldLayoutId xmlns:r="http://schemas.openxmlformats.org/officeDocument/2006/relationships" id="2147483650" r:id="R1bf3b79ca05348a9"/>
    <p:sldLayoutId xmlns:r="http://schemas.openxmlformats.org/officeDocument/2006/relationships" id="2147483651" r:id="Re139d13e8d104d45"/>
    <p:sldLayoutId xmlns:r="http://schemas.openxmlformats.org/officeDocument/2006/relationships" id="2147483652" r:id="R2091596c01604e65"/>
    <p:sldLayoutId xmlns:r="http://schemas.openxmlformats.org/officeDocument/2006/relationships" id="2147483653" r:id="R18eff2d5d89f4266"/>
    <p:sldLayoutId xmlns:r="http://schemas.openxmlformats.org/officeDocument/2006/relationships" id="2147483654" r:id="Rd9053e4e200d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9b43e99f54c98" /><Relationship Type="http://schemas.openxmlformats.org/officeDocument/2006/relationships/image" Target="/ppt/media/image.png" Id="Rd0ae58f084de4e8e" /><Relationship Type="http://schemas.openxmlformats.org/officeDocument/2006/relationships/notesSlide" Target="/ppt/notesSlides/notesSlide1.xml" Id="R1667ee04cd644c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2d05a4c334809" /><Relationship Type="http://schemas.openxmlformats.org/officeDocument/2006/relationships/image" Target="/ppt/media/image2.png" Id="Rd6fa2ebfbde343ab" /><Relationship Type="http://schemas.openxmlformats.org/officeDocument/2006/relationships/notesSlide" Target="/ppt/notesSlides/notesSlide2.xml" Id="R30dc92998fbf47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4977ded4c4c9f" /><Relationship Type="http://schemas.openxmlformats.org/officeDocument/2006/relationships/image" Target="/ppt/media/image3.png" Id="Ra5fed4f0a6ec44af" /><Relationship Type="http://schemas.openxmlformats.org/officeDocument/2006/relationships/notesSlide" Target="/ppt/notesSlides/notesSlide3.xml" Id="R9ec5624a5ba944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3486ab391401d" /><Relationship Type="http://schemas.openxmlformats.org/officeDocument/2006/relationships/image" Target="/ppt/media/image4.png" Id="R15b7c7e5e19b4e27" /><Relationship Type="http://schemas.openxmlformats.org/officeDocument/2006/relationships/notesSlide" Target="/ppt/notesSlides/notesSlide4.xml" Id="Rb97836ccf4234c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05512f74b4739" /><Relationship Type="http://schemas.openxmlformats.org/officeDocument/2006/relationships/image" Target="/ppt/media/image5.png" Id="Rbb3150531b264599" /><Relationship Type="http://schemas.openxmlformats.org/officeDocument/2006/relationships/notesSlide" Target="/ppt/notesSlides/notesSlide5.xml" Id="R602b3c31a56d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61aea5d244ab9" /><Relationship Type="http://schemas.openxmlformats.org/officeDocument/2006/relationships/image" Target="/ppt/media/image6.png" Id="R73b549d54a91483b" /><Relationship Type="http://schemas.openxmlformats.org/officeDocument/2006/relationships/notesSlide" Target="/ppt/notesSlides/notesSlide6.xml" Id="R515cfc4bc9a843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b19b6e1f54c34" /><Relationship Type="http://schemas.openxmlformats.org/officeDocument/2006/relationships/image" Target="/ppt/media/image7.png" Id="Rc618ddffed604c6d" /><Relationship Type="http://schemas.openxmlformats.org/officeDocument/2006/relationships/notesSlide" Target="/ppt/notesSlides/notesSlide7.xml" Id="R13dcbdc51fe543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b57cabd274bd6" /><Relationship Type="http://schemas.openxmlformats.org/officeDocument/2006/relationships/image" Target="/ppt/media/image8.png" Id="R0fd99f9437874655" /><Relationship Type="http://schemas.openxmlformats.org/officeDocument/2006/relationships/notesSlide" Target="/ppt/notesSlides/notesSlide8.xml" Id="R8e9a9b6a9f5140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6fd550e894c4e" /><Relationship Type="http://schemas.openxmlformats.org/officeDocument/2006/relationships/image" Target="/ppt/media/image9.png" Id="Rdb5f3704d2ca4afd" /><Relationship Type="http://schemas.openxmlformats.org/officeDocument/2006/relationships/notesSlide" Target="/ppt/notesSlides/notesSlide9.xml" Id="R74cdc7231b0849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6d783c77647d1" /><Relationship Type="http://schemas.openxmlformats.org/officeDocument/2006/relationships/image" Target="/ppt/media/image10.png" Id="R0b0f5ca2626a46d1" /><Relationship Type="http://schemas.openxmlformats.org/officeDocument/2006/relationships/notesSlide" Target="/ppt/notesSlides/notesSlide10.xml" Id="R4a3567b74d1b44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2518f0e9e43f6" /><Relationship Type="http://schemas.openxmlformats.org/officeDocument/2006/relationships/image" Target="/ppt/media/image11.png" Id="R1bbfaf65587a4031" /><Relationship Type="http://schemas.openxmlformats.org/officeDocument/2006/relationships/notesSlide" Target="/ppt/notesSlides/notesSlide11.xml" Id="Rde81839dcfbc4f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c5c8323de49a7" /><Relationship Type="http://schemas.openxmlformats.org/officeDocument/2006/relationships/image" Target="/ppt/media/image12.png" Id="R0fb79bcfc3ee447d" /><Relationship Type="http://schemas.openxmlformats.org/officeDocument/2006/relationships/notesSlide" Target="/ppt/notesSlides/notesSlide12.xml" Id="R6184b1e5f03740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16ff873c447d7" /><Relationship Type="http://schemas.openxmlformats.org/officeDocument/2006/relationships/image" Target="/ppt/media/image13.png" Id="Rb43f7c3c49e74675" /><Relationship Type="http://schemas.openxmlformats.org/officeDocument/2006/relationships/notesSlide" Target="/ppt/notesSlides/notesSlide13.xml" Id="R201b3d7b60cd43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f543d02a44860" /><Relationship Type="http://schemas.openxmlformats.org/officeDocument/2006/relationships/image" Target="/ppt/media/image14.png" Id="Rae95af8839104674" /><Relationship Type="http://schemas.openxmlformats.org/officeDocument/2006/relationships/notesSlide" Target="/ppt/notesSlides/notesSlide14.xml" Id="R73516f718b3445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b4451dd2941db" /><Relationship Type="http://schemas.openxmlformats.org/officeDocument/2006/relationships/image" Target="/ppt/media/image15.png" Id="R7df573f6c2174c6d" /><Relationship Type="http://schemas.openxmlformats.org/officeDocument/2006/relationships/notesSlide" Target="/ppt/notesSlides/notesSlide15.xml" Id="R9a45792d09274b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b81dc64e2451c" /><Relationship Type="http://schemas.openxmlformats.org/officeDocument/2006/relationships/notesSlide" Target="/ppt/notesSlides/notesSlide16.xml" Id="R20bd955ca7f1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21652-8F86-4D22-A85A-2E69D56DE1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e58f084de4e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5FA0C-B2A2-4016-875B-2BF8E56F6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a2ebfbde343ab"/>
          <a:srcRect xmlns:a="http://schemas.openxmlformats.org/drawingml/2006/main" l="0" t="27492" r="0" b="27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C91A-1B69-43A4-99BE-5864365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8504A-D862-445E-8886-FE4C7B4F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F7269-ECFB-4387-96BF-28E59F50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LE PRINCIPE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DD871-7258-45F2-B1F1-14E6863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9C907-1A43-4188-8E56-D115988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B1FA5-391D-40CD-B4A4-86D657B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DEUX CÔTÉS, UNE MÊME SORTIE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6EBD1-466C-4411-93FA-F64E2B7F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Le public cherche.</a:t>
            </a:r>
          </a:p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Le lieu garde la main.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F57C5-9B75-467C-BA56-87A975F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D858C-8FBE-4D30-8736-98675FA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iziLife relie les envies de sortie aux informations et aux actions disponibles chez vous.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263C9-0F9B-4E36-9B9A-B02F3F1A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DÉCOUVRIR · CHOISIR · VENIR</a:t>
            </a:r>
          </a:p>
        </p:txBody>
      </p:sp>
    </p:spTree>
    <p:extLst>
      <p:ext uri="{BB962C8B-B14F-4D97-AF65-F5344CB8AC3E}">
        <p14:creationId xmlns:p14="http://schemas.microsoft.com/office/powerpoint/2010/main" val="2054671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EEA2C-E018-48AD-B00C-83601E4E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C7B9B-F3AC-4CC8-A302-966D6A3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AVANT LA 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3690D-0364-4594-AE49-63C7F8BC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5FCFE-15B9-4BC0-B413-7443FF75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14F81-D3B9-4A76-A24B-5652352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Tout ce qui aide à choisir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4BC51-7FF7-4F0C-9874-0B56E528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03ECF-A3CF-480B-9CBD-BD5C5B5D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C5DDF-55BF-481C-873A-05B93730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Ambiance, adresse, horaires et accès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DEA2B-0B20-4B64-8601-B053140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F8957-12D8-4AFB-B31F-771FAACA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Équipements, services et prix indicatifs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343CF-FD55-4BF8-AEAC-890420F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12DF7-9712-4386-AE50-A62AA387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Menu, événements, offres et réservations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9DFD0-4B3C-4E41-8853-A405FB0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CCD67-0A91-4582-89C8-7E0D6B849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ed4f0a6ec44af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85FF2-CD02-4642-8EB9-17674E61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UNE FICHE UTILE, PAS UNE SIMPLE ADRESSE</a:t>
            </a:r>
          </a:p>
        </p:txBody>
      </p:sp>
    </p:spTree>
    <p:extLst>
      <p:ext uri="{BB962C8B-B14F-4D97-AF65-F5344CB8AC3E}">
        <p14:creationId xmlns:p14="http://schemas.microsoft.com/office/powerpoint/2010/main" val="259939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9B4CD-5F3C-40E1-AF8F-2D50FB089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7c7e5e19b4e27"/>
          <a:srcRect xmlns:a="http://schemas.openxmlformats.org/drawingml/2006/main" l="22396" t="0" r="223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9A47A-562C-4929-9CE3-D7DAC25B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831EC-A6E0-4B6E-BB13-D7B1B42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DBDD4-38D8-4E98-B080-C3A90560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3F6C6-3C94-4A17-A9D3-244A884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LE SOCLE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32968-2495-4D28-9AFE-B557572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AC2F5-FB2E-4705-872D-B5AB217E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886DC-7241-4698-AC49-F3D2F530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Une présence exploitable dès le référencement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28D61-698C-435C-92E5-67B09D2C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EBD1A-5043-434B-9B07-E31A32DF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26D3A2"/>
                </a:solidFill>
              </a:defRPr>
            </a:defPPr>
            <a:lvl1pPr algn="l">
              <a:defRPr sz="1875" b="1" i="0">
                <a:solidFill>
                  <a:srgbClr val="26D3A2"/>
                </a:solidFill>
              </a:defRPr>
            </a:lvl1pPr>
            <a:lvl2pPr algn="l">
              <a:defRPr sz="1875" b="1" i="0">
                <a:solidFill>
                  <a:srgbClr val="26D3A2"/>
                </a:solidFill>
              </a:defRPr>
            </a:lvl2pPr>
            <a:lvl3pPr algn="l">
              <a:defRPr sz="1875" b="1" i="0">
                <a:solidFill>
                  <a:srgbClr val="26D3A2"/>
                </a:solidFill>
              </a:defRPr>
            </a:lvl3pPr>
            <a:lvl4pPr algn="l">
              <a:defRPr sz="1875" b="1" i="0">
                <a:solidFill>
                  <a:srgbClr val="26D3A2"/>
                </a:solidFill>
              </a:defRPr>
            </a:lvl4pPr>
            <a:lvl5pPr algn="l">
              <a:defRPr sz="1875" b="1" i="0">
                <a:solidFill>
                  <a:srgbClr val="26D3A2"/>
                </a:solidFill>
              </a:defRPr>
            </a:lvl5pPr>
            <a:lvl6pPr algn="l">
              <a:defRPr sz="1875" b="1" i="0">
                <a:solidFill>
                  <a:srgbClr val="26D3A2"/>
                </a:solidFill>
              </a:defRPr>
            </a:lvl6pPr>
            <a:lvl7pPr algn="l">
              <a:defRPr sz="1875" b="1" i="0">
                <a:solidFill>
                  <a:srgbClr val="26D3A2"/>
                </a:solidFill>
              </a:defRPr>
            </a:lvl7pPr>
            <a:lvl8pPr algn="l">
              <a:defRPr sz="1875" b="1" i="0">
                <a:solidFill>
                  <a:srgbClr val="26D3A2"/>
                </a:solidFill>
              </a:defRPr>
            </a:lvl8pPr>
            <a:lvl9pPr algn="l">
              <a:defRPr sz="18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26D3A2"/>
                </a:solidFill>
              </a:defRPr>
            </a:pPr>
            <a:r>
              <a:rPr sz="187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E90E6-3761-40DD-8ED6-C923E25C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649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 i="0">
                <a:solidFill>
                  <a:srgbClr val="FFFFFF"/>
                </a:solidFill>
              </a:defRPr>
            </a:defPPr>
            <a:lvl1pPr algn="l">
              <a:defRPr sz="1875" b="0" i="0">
                <a:solidFill>
                  <a:srgbClr val="FFFFFF"/>
                </a:solidFill>
              </a:defRPr>
            </a:lvl1pPr>
            <a:lvl2pPr algn="l">
              <a:defRPr sz="1875" b="0" i="0">
                <a:solidFill>
                  <a:srgbClr val="FFFFFF"/>
                </a:solidFill>
              </a:defRPr>
            </a:lvl2pPr>
            <a:lvl3pPr algn="l">
              <a:defRPr sz="1875" b="0" i="0">
                <a:solidFill>
                  <a:srgbClr val="FFFFFF"/>
                </a:solidFill>
              </a:defRPr>
            </a:lvl3pPr>
            <a:lvl4pPr algn="l">
              <a:defRPr sz="1875" b="0" i="0">
                <a:solidFill>
                  <a:srgbClr val="FFFFFF"/>
                </a:solidFill>
              </a:defRPr>
            </a:lvl4pPr>
            <a:lvl5pPr algn="l">
              <a:defRPr sz="1875" b="0" i="0">
                <a:solidFill>
                  <a:srgbClr val="FFFFFF"/>
                </a:solidFill>
              </a:defRPr>
            </a:lvl5pPr>
            <a:lvl6pPr algn="l">
              <a:defRPr sz="1875" b="0" i="0">
                <a:solidFill>
                  <a:srgbClr val="FFFFFF"/>
                </a:solidFill>
              </a:defRPr>
            </a:lvl6pPr>
            <a:lvl7pPr algn="l">
              <a:defRPr sz="1875" b="0" i="0">
                <a:solidFill>
                  <a:srgbClr val="FFFFFF"/>
                </a:solidFill>
              </a:defRPr>
            </a:lvl7pPr>
            <a:lvl8pPr algn="l">
              <a:defRPr sz="1875" b="0" i="0">
                <a:solidFill>
                  <a:srgbClr val="FFFFFF"/>
                </a:solidFill>
              </a:defRPr>
            </a:lvl8pPr>
            <a:lvl9pPr algn="l">
              <a:defRPr sz="18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Informations et horaires du lieu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D0573-5755-435C-B663-5EA07C4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26D3A2"/>
                </a:solidFill>
              </a:defRPr>
            </a:defPPr>
            <a:lvl1pPr algn="l">
              <a:defRPr sz="1875" b="1" i="0">
                <a:solidFill>
                  <a:srgbClr val="26D3A2"/>
                </a:solidFill>
              </a:defRPr>
            </a:lvl1pPr>
            <a:lvl2pPr algn="l">
              <a:defRPr sz="1875" b="1" i="0">
                <a:solidFill>
                  <a:srgbClr val="26D3A2"/>
                </a:solidFill>
              </a:defRPr>
            </a:lvl2pPr>
            <a:lvl3pPr algn="l">
              <a:defRPr sz="1875" b="1" i="0">
                <a:solidFill>
                  <a:srgbClr val="26D3A2"/>
                </a:solidFill>
              </a:defRPr>
            </a:lvl3pPr>
            <a:lvl4pPr algn="l">
              <a:defRPr sz="1875" b="1" i="0">
                <a:solidFill>
                  <a:srgbClr val="26D3A2"/>
                </a:solidFill>
              </a:defRPr>
            </a:lvl4pPr>
            <a:lvl5pPr algn="l">
              <a:defRPr sz="1875" b="1" i="0">
                <a:solidFill>
                  <a:srgbClr val="26D3A2"/>
                </a:solidFill>
              </a:defRPr>
            </a:lvl5pPr>
            <a:lvl6pPr algn="l">
              <a:defRPr sz="1875" b="1" i="0">
                <a:solidFill>
                  <a:srgbClr val="26D3A2"/>
                </a:solidFill>
              </a:defRPr>
            </a:lvl6pPr>
            <a:lvl7pPr algn="l">
              <a:defRPr sz="1875" b="1" i="0">
                <a:solidFill>
                  <a:srgbClr val="26D3A2"/>
                </a:solidFill>
              </a:defRPr>
            </a:lvl7pPr>
            <a:lvl8pPr algn="l">
              <a:defRPr sz="1875" b="1" i="0">
                <a:solidFill>
                  <a:srgbClr val="26D3A2"/>
                </a:solidFill>
              </a:defRPr>
            </a:lvl8pPr>
            <a:lvl9pPr algn="l">
              <a:defRPr sz="18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26D3A2"/>
                </a:solidFill>
              </a:defRPr>
            </a:pPr>
            <a:r>
              <a:rPr sz="187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4A8FB-669E-48F2-9485-162D70BE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62600"/>
            <a:ext cx="649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 i="0">
                <a:solidFill>
                  <a:srgbClr val="FFFFFF"/>
                </a:solidFill>
              </a:defRPr>
            </a:defPPr>
            <a:lvl1pPr algn="l">
              <a:defRPr sz="1875" b="0" i="0">
                <a:solidFill>
                  <a:srgbClr val="FFFFFF"/>
                </a:solidFill>
              </a:defRPr>
            </a:lvl1pPr>
            <a:lvl2pPr algn="l">
              <a:defRPr sz="1875" b="0" i="0">
                <a:solidFill>
                  <a:srgbClr val="FFFFFF"/>
                </a:solidFill>
              </a:defRPr>
            </a:lvl2pPr>
            <a:lvl3pPr algn="l">
              <a:defRPr sz="1875" b="0" i="0">
                <a:solidFill>
                  <a:srgbClr val="FFFFFF"/>
                </a:solidFill>
              </a:defRPr>
            </a:lvl3pPr>
            <a:lvl4pPr algn="l">
              <a:defRPr sz="1875" b="0" i="0">
                <a:solidFill>
                  <a:srgbClr val="FFFFFF"/>
                </a:solidFill>
              </a:defRPr>
            </a:lvl4pPr>
            <a:lvl5pPr algn="l">
              <a:defRPr sz="1875" b="0" i="0">
                <a:solidFill>
                  <a:srgbClr val="FFFFFF"/>
                </a:solidFill>
              </a:defRPr>
            </a:lvl5pPr>
            <a:lvl6pPr algn="l">
              <a:defRPr sz="1875" b="0" i="0">
                <a:solidFill>
                  <a:srgbClr val="FFFFFF"/>
                </a:solidFill>
              </a:defRPr>
            </a:lvl6pPr>
            <a:lvl7pPr algn="l">
              <a:defRPr sz="1875" b="0" i="0">
                <a:solidFill>
                  <a:srgbClr val="FFFFFF"/>
                </a:solidFill>
              </a:defRPr>
            </a:lvl7pPr>
            <a:lvl8pPr algn="l">
              <a:defRPr sz="1875" b="0" i="0">
                <a:solidFill>
                  <a:srgbClr val="FFFFFF"/>
                </a:solidFill>
              </a:defRPr>
            </a:lvl8pPr>
            <a:lvl9pPr algn="l">
              <a:defRPr sz="18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Menu digital et liens utiles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24DAA-AE71-4BD7-8930-703CEF5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26D3A2"/>
                </a:solidFill>
              </a:defRPr>
            </a:defPPr>
            <a:lvl1pPr algn="l">
              <a:defRPr sz="1875" b="1" i="0">
                <a:solidFill>
                  <a:srgbClr val="26D3A2"/>
                </a:solidFill>
              </a:defRPr>
            </a:lvl1pPr>
            <a:lvl2pPr algn="l">
              <a:defRPr sz="1875" b="1" i="0">
                <a:solidFill>
                  <a:srgbClr val="26D3A2"/>
                </a:solidFill>
              </a:defRPr>
            </a:lvl2pPr>
            <a:lvl3pPr algn="l">
              <a:defRPr sz="1875" b="1" i="0">
                <a:solidFill>
                  <a:srgbClr val="26D3A2"/>
                </a:solidFill>
              </a:defRPr>
            </a:lvl3pPr>
            <a:lvl4pPr algn="l">
              <a:defRPr sz="1875" b="1" i="0">
                <a:solidFill>
                  <a:srgbClr val="26D3A2"/>
                </a:solidFill>
              </a:defRPr>
            </a:lvl4pPr>
            <a:lvl5pPr algn="l">
              <a:defRPr sz="1875" b="1" i="0">
                <a:solidFill>
                  <a:srgbClr val="26D3A2"/>
                </a:solidFill>
              </a:defRPr>
            </a:lvl5pPr>
            <a:lvl6pPr algn="l">
              <a:defRPr sz="1875" b="1" i="0">
                <a:solidFill>
                  <a:srgbClr val="26D3A2"/>
                </a:solidFill>
              </a:defRPr>
            </a:lvl6pPr>
            <a:lvl7pPr algn="l">
              <a:defRPr sz="1875" b="1" i="0">
                <a:solidFill>
                  <a:srgbClr val="26D3A2"/>
                </a:solidFill>
              </a:defRPr>
            </a:lvl7pPr>
            <a:lvl8pPr algn="l">
              <a:defRPr sz="1875" b="1" i="0">
                <a:solidFill>
                  <a:srgbClr val="26D3A2"/>
                </a:solidFill>
              </a:defRPr>
            </a:lvl8pPr>
            <a:lvl9pPr algn="l">
              <a:defRPr sz="18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26D3A2"/>
                </a:solidFill>
              </a:defRPr>
            </a:pPr>
            <a:r>
              <a:rPr sz="187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C1D8F-83FF-4DB6-A4FD-E8322527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649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 i="0">
                <a:solidFill>
                  <a:srgbClr val="FFFFFF"/>
                </a:solidFill>
              </a:defRPr>
            </a:defPPr>
            <a:lvl1pPr algn="l">
              <a:defRPr sz="1875" b="0" i="0">
                <a:solidFill>
                  <a:srgbClr val="FFFFFF"/>
                </a:solidFill>
              </a:defRPr>
            </a:lvl1pPr>
            <a:lvl2pPr algn="l">
              <a:defRPr sz="1875" b="0" i="0">
                <a:solidFill>
                  <a:srgbClr val="FFFFFF"/>
                </a:solidFill>
              </a:defRPr>
            </a:lvl2pPr>
            <a:lvl3pPr algn="l">
              <a:defRPr sz="1875" b="0" i="0">
                <a:solidFill>
                  <a:srgbClr val="FFFFFF"/>
                </a:solidFill>
              </a:defRPr>
            </a:lvl3pPr>
            <a:lvl4pPr algn="l">
              <a:defRPr sz="1875" b="0" i="0">
                <a:solidFill>
                  <a:srgbClr val="FFFFFF"/>
                </a:solidFill>
              </a:defRPr>
            </a:lvl4pPr>
            <a:lvl5pPr algn="l">
              <a:defRPr sz="1875" b="0" i="0">
                <a:solidFill>
                  <a:srgbClr val="FFFFFF"/>
                </a:solidFill>
              </a:defRPr>
            </a:lvl5pPr>
            <a:lvl6pPr algn="l">
              <a:defRPr sz="1875" b="0" i="0">
                <a:solidFill>
                  <a:srgbClr val="FFFFFF"/>
                </a:solidFill>
              </a:defRPr>
            </a:lvl6pPr>
            <a:lvl7pPr algn="l">
              <a:defRPr sz="1875" b="0" i="0">
                <a:solidFill>
                  <a:srgbClr val="FFFFFF"/>
                </a:solidFill>
              </a:defRPr>
            </a:lvl7pPr>
            <a:lvl8pPr algn="l">
              <a:defRPr sz="1875" b="0" i="0">
                <a:solidFill>
                  <a:srgbClr val="FFFFFF"/>
                </a:solidFill>
              </a:defRPr>
            </a:lvl8pPr>
            <a:lvl9pPr algn="l">
              <a:defRPr sz="18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Retours clients et jusqu’à 5 médias par fiche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3C58C-A5F4-453B-A31D-8D71B9C9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LE SOCLE GRATUIT EXISTE DÉJÀ</a:t>
            </a:r>
          </a:p>
        </p:txBody>
      </p:sp>
    </p:spTree>
    <p:extLst>
      <p:ext uri="{BB962C8B-B14F-4D97-AF65-F5344CB8AC3E}">
        <p14:creationId xmlns:p14="http://schemas.microsoft.com/office/powerpoint/2010/main" val="912281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AAE9C-9E98-435B-B35E-EB38AC43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CD749-2A8B-4210-BD57-90C76D62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ESPACE PARTENAIRE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B3532-FF1B-4D46-A9B8-F9B8A74E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24597-C307-42D3-B124-59936E27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2DA51-B87A-4E45-90A7-5EA761CD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Vous pilotez votre présence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33D2F-47DE-4993-9FB9-55026423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32A6C-08FC-40DE-BF9C-41E99D10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FFA0C-CBF2-4DA5-945A-A40AC623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Mettre la fiche à jour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3B803-881A-4BC2-91B0-E4B5A45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5A64C-5D5A-40F3-A654-78DB272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Publier vos contenus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735F6-99A8-430C-A791-314E1D3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56FE6-39FF-486D-81E1-10A8F141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Suivre les demandes et répondre aux retours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E4CFF-D058-4328-A064-ED5968B0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C51CB-B819-4B9A-8472-55DA4DA92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150531b264599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C69C7-D244-4B9F-AB20-C0A9E1B6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VOS INFORMATIONS RESTENT SOUS VOTRE CONTRÔLE</a:t>
            </a:r>
          </a:p>
        </p:txBody>
      </p:sp>
    </p:spTree>
    <p:extLst>
      <p:ext uri="{BB962C8B-B14F-4D97-AF65-F5344CB8AC3E}">
        <p14:creationId xmlns:p14="http://schemas.microsoft.com/office/powerpoint/2010/main" val="570531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EB94E-85D4-4558-8AA3-FDCCF4D10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549d54a91483b"/>
          <a:srcRect xmlns:a="http://schemas.openxmlformats.org/drawingml/2006/main" l="0" t="9245" r="0" b="9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1B6E3-DFF6-4399-8D1C-6B0920CC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1BA92-E08C-4797-96D4-FD811557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96E07-A3A8-43D1-9C88-714B0495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2DD91-6422-4947-8F20-4294AF54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IMAGE DU LIEU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45BF4-7FF9-4748-BA99-FCD12CEA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F72B7-54B8-4D2B-A6DE-9B077F9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C9ADA-5013-4027-AE07-1C13D4A0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Montrer le lieu tel qu’il se vit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F411B-27A5-42C6-9ABB-98F58BE0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D8FFC-DC69-4871-9DEC-3AC43D35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Photos, couverture et publications Instagram donnent le ton avant même la visite.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ABD4A-DCAD-4242-8A2A-38C86A82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UNE AMBIANCE LISIBLE EN QUELQUES SECONDES</a:t>
            </a:r>
          </a:p>
        </p:txBody>
      </p:sp>
    </p:spTree>
    <p:extLst>
      <p:ext uri="{BB962C8B-B14F-4D97-AF65-F5344CB8AC3E}">
        <p14:creationId xmlns:p14="http://schemas.microsoft.com/office/powerpoint/2010/main" val="502324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B9FE3-51AE-49BD-9321-4AFBCCC7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070C3-9507-4C6E-B055-28E9A504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MENU &amp; CATALOGUE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01CA9-2E89-4A3B-A6B6-BFC6F0BC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27E19-F8BE-4695-B0F3-6358DC24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85625-D54A-4777-B62C-5859A899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Votre offre, claire avant la visite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0409E-EF5C-47A7-B244-2BB38EAE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CD158-BC4B-4CBA-9604-F20C1B7F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43E73-D958-4D01-9F6C-6CDD5B9F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Menus, catégories et sous-catégories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06A0A-111E-4986-9291-2F33EFF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6FCA6-0F3B-4E26-B2C7-F49B19A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Produits, services, prix et disponibilités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ACAF1-F958-4A5A-8F72-EB03772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D7642-FAAD-4A93-9E7B-F2AF2D5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Mise en avant des produits qui comptent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F7E29-BB18-4113-80B4-F458D96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2ADFC-717C-4D5E-9D84-81FB8D23A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8ddffed604c6d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248F1-F02A-4FB6-A8B2-6AD413CF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LE MENU DIGITAL FAIT PARTIE DU SOCLE</a:t>
            </a:r>
          </a:p>
        </p:txBody>
      </p:sp>
    </p:spTree>
    <p:extLst>
      <p:ext uri="{BB962C8B-B14F-4D97-AF65-F5344CB8AC3E}">
        <p14:creationId xmlns:p14="http://schemas.microsoft.com/office/powerpoint/2010/main" val="2042618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CEA60-5854-4D2F-BDB6-218C24F378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99f9437874655"/>
          <a:srcRect xmlns:a="http://schemas.openxmlformats.org/drawingml/2006/main" l="0" t="9231" r="0" b="9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F22EA-D858-4A22-AC16-C73F989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C8372-A261-42AF-81AC-041EA583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28455-A54D-4840-B71F-4224F2B5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5B7C1-FEDC-44ED-B978-6303CE63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RÉSERVATIONS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73E46-C30F-4CDA-958C-FA242EF7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BD5DC-3ED5-4598-85DE-A4EE7408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500B1-767C-41F9-A251-DD353718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Recevoir une réservation ou une demande particulière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08B2C-5EBA-4BE4-BD8A-ACD636B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DBE54-A528-4D38-9146-1C533245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Table, prestation, équipement ou privatisation : le parcours dépend de ce que votre lieu propose.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66E2D-3CB6-4042-9949-10D9D545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LES CONDITIONS RESTENT CELLES DU LIEU</a:t>
            </a:r>
          </a:p>
        </p:txBody>
      </p:sp>
    </p:spTree>
    <p:extLst>
      <p:ext uri="{BB962C8B-B14F-4D97-AF65-F5344CB8AC3E}">
        <p14:creationId xmlns:p14="http://schemas.microsoft.com/office/powerpoint/2010/main" val="596509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DEB4E-9485-4496-A6B7-61C5724B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C8F4E-807D-4D97-A238-90667157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ÉVÉNEMENTS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16069-03CB-473C-8EA8-4E466C5D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92923-A41F-4D01-80F4-0CCC3EB7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2F173-7601-4AAB-BD35-08E6B2E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Publier, programmer, vendre des billets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FC791-15A1-4FCD-B8FE-1BEAAF13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0A04E-C1D9-4D59-AAA5-7EFE2B9E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 i="0">
                <a:solidFill>
                  <a:srgbClr val="FFFFFF"/>
                </a:solidFill>
              </a:defRPr>
            </a:defPPr>
            <a:lvl1pPr algn="l">
              <a:defRPr sz="2025" b="0" i="0">
                <a:solidFill>
                  <a:srgbClr val="FFFFFF"/>
                </a:solidFill>
              </a:defRPr>
            </a:lvl1pPr>
            <a:lvl2pPr algn="l">
              <a:defRPr sz="2025" b="0" i="0">
                <a:solidFill>
                  <a:srgbClr val="FFFFFF"/>
                </a:solidFill>
              </a:defRPr>
            </a:lvl2pPr>
            <a:lvl3pPr algn="l">
              <a:defRPr sz="2025" b="0" i="0">
                <a:solidFill>
                  <a:srgbClr val="FFFFFF"/>
                </a:solidFill>
              </a:defRPr>
            </a:lvl3pPr>
            <a:lvl4pPr algn="l">
              <a:defRPr sz="2025" b="0" i="0">
                <a:solidFill>
                  <a:srgbClr val="FFFFFF"/>
                </a:solidFill>
              </a:defRPr>
            </a:lvl4pPr>
            <a:lvl5pPr algn="l">
              <a:defRPr sz="2025" b="0" i="0">
                <a:solidFill>
                  <a:srgbClr val="FFFFFF"/>
                </a:solidFill>
              </a:defRPr>
            </a:lvl5pPr>
            <a:lvl6pPr algn="l">
              <a:defRPr sz="2025" b="0" i="0">
                <a:solidFill>
                  <a:srgbClr val="FFFFFF"/>
                </a:solidFill>
              </a:defRPr>
            </a:lvl6pPr>
            <a:lvl7pPr algn="l">
              <a:defRPr sz="2025" b="0" i="0">
                <a:solidFill>
                  <a:srgbClr val="FFFFFF"/>
                </a:solidFill>
              </a:defRPr>
            </a:lvl7pPr>
            <a:lvl8pPr algn="l">
              <a:defRPr sz="2025" b="0" i="0">
                <a:solidFill>
                  <a:srgbClr val="FFFFFF"/>
                </a:solidFill>
              </a:defRPr>
            </a:lvl8pPr>
            <a:lvl9pPr algn="l">
              <a:defRPr sz="20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Vos événements sont visibles sur iziLife. La billetterie peut être activée avec ses capacités, tarifs et quotas.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93508-7C0C-4558-AA4A-C98D5A07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2B70E-E0F7-4A28-8B1D-F0274441CE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f3704d2ca4afd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14D13-187D-4C4F-94C6-3A115FA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PAS D’INTERMÉDIAIRE INVENTÉ : VOUS PUBLIEZ VOS ÉVÉNEMENTS</a:t>
            </a:r>
          </a:p>
        </p:txBody>
      </p:sp>
    </p:spTree>
    <p:extLst>
      <p:ext uri="{BB962C8B-B14F-4D97-AF65-F5344CB8AC3E}">
        <p14:creationId xmlns:p14="http://schemas.microsoft.com/office/powerpoint/2010/main" val="401250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56B02-BF70-429E-9EBD-345AB1E4F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f5ca2626a46d1"/>
          <a:srcRect xmlns:a="http://schemas.openxmlformats.org/drawingml/2006/main" l="0" t="27492" r="0" b="27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72D94-D0D5-4031-A40D-1096C22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21261-DB71-46E8-B6B6-723C76BE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49C4E-9034-4C2D-B751-24AF14D4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OFFRES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CE74D-6641-4E3F-91F8-BA0D11E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0F5A1-013E-4B33-8D56-7D9A3D6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F68F6-F144-41C1-AF5F-F82F5399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TROIS FAMILLES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D8AB1-45A2-475C-94A6-FBE2B32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Offres du lieu.</a:t>
            </a:r>
          </a:p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Avantages membres.</a:t>
            </a:r>
          </a:p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Opérations limitées.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107BF-4744-438E-B98A-FA1C7CCD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EB546-7383-4593-B274-644C6CD1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On choisit la mécanique selon le besoin réel du commerce — pas l’inverse.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F2B9A-773C-49A6-BC06-83421D80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PERMANENT · ANNIVERSAIRE · CADEAU · OPÉRATION</a:t>
            </a:r>
          </a:p>
        </p:txBody>
      </p:sp>
    </p:spTree>
    <p:extLst>
      <p:ext uri="{BB962C8B-B14F-4D97-AF65-F5344CB8AC3E}">
        <p14:creationId xmlns:p14="http://schemas.microsoft.com/office/powerpoint/2010/main" val="762634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7FB67-5EAB-471A-A4E3-F977838B81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faf65587a4031"/>
          <a:srcRect xmlns:a="http://schemas.openxmlformats.org/drawingml/2006/main" l="0" t="9245" r="0" b="9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EE8D8-6F5D-4436-9C52-126213C3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EBC23-B072-40ED-810C-934A46A4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43837-864E-4B89-85D8-00B36B9F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80B1-0E86-4465-B2B0-9A78A557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CAS D’USAGE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A18E5-2DFA-4E2D-8A46-41D83EB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84AA2-AA09-4BC2-844D-B9D7595D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A12DF-92CB-429A-85A4-855F80D0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Autour d’un concert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A0B91-4674-4288-BF30-4BAE782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F70D1-CD94-4268-9C5A-B307A09C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Une personne prépare sa soirée, cherche autour de la salle et découvre votre lieu au bon moment — avec l’information utile pour décider.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00F2B-61E6-4596-8505-7EDFC2D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LA DÉCOUVERTE PREND PLACE DANS UN PROJET CONCRET</a:t>
            </a:r>
          </a:p>
        </p:txBody>
      </p:sp>
    </p:spTree>
    <p:extLst>
      <p:ext uri="{BB962C8B-B14F-4D97-AF65-F5344CB8AC3E}">
        <p14:creationId xmlns:p14="http://schemas.microsoft.com/office/powerpoint/2010/main" val="485823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4F1BB-6F35-4EB5-AF04-309BAA4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B6EA0-B6B9-42FB-8374-9E8DA87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CASH &amp; TRAFFIC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6D770-7541-4D49-BCBE-786B3163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4093C-33DC-4818-B88F-3A1D6506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1DFD4-F267-40A4-8685-68C8F59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Soutenir une vente sur une période définie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83A6C-80C3-4ADB-A7D8-72D59DA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EE118-4C4B-40E9-B1F1-2BA1DBD5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433AD-7800-4DF9-89DF-66CC107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 produit ou une courte sélection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7688C-4B73-4333-821C-F4CA8A67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2BE37-5D5D-4307-A8D5-7A8122F1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Une période, une quantité et des conditions claires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C6320-2764-41A1-940B-962B258B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7D811-5C1F-4C1A-95EE-7867547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Achat puis utilisation selon les règles prévues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06B37-B421-44F1-98E5-13F79287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FC149-788E-4897-9BD8-F4EF68010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79bcfc3ee447d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FE361-5557-46FF-A34E-C278668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SANS PROMESSE DE FRÉQUENTATION GARANTIE</a:t>
            </a:r>
          </a:p>
        </p:txBody>
      </p:sp>
    </p:spTree>
    <p:extLst>
      <p:ext uri="{BB962C8B-B14F-4D97-AF65-F5344CB8AC3E}">
        <p14:creationId xmlns:p14="http://schemas.microsoft.com/office/powerpoint/2010/main" val="14442539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C6D95-B9F7-44BB-9E25-DAA28C3E12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f7c3c49e74675"/>
          <a:srcRect xmlns:a="http://schemas.openxmlformats.org/drawingml/2006/main" l="0" t="9245" r="0" b="9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E91AB-54FB-405C-84D6-931B6F82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4DFF-41F8-4244-9DD7-15EBEEC1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A547B-3AA4-4877-8926-52E88DC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8CF85-77D6-4F74-97EE-42A25A45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LAST MINUTE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10173-3A21-40BA-B4A4-04104C2C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4A78B-404B-4B90-8D6A-C2D5C955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1DF27-BDB2-4F5A-8CDB-BA35265A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Transformer une disponibilité proche en opportunité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EBA8E-4D59-4361-8F45-857B9A22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9E1D2-8147-4CA8-A068-88F9595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Un créneau, une capacité disponible et une utilisation rapide — avec réservation si le parcours le demande.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F5BC4-81C8-4D68-81C7-5C769217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PRÉVU AU LANCEMENT</a:t>
            </a:r>
          </a:p>
        </p:txBody>
      </p:sp>
    </p:spTree>
    <p:extLst>
      <p:ext uri="{BB962C8B-B14F-4D97-AF65-F5344CB8AC3E}">
        <p14:creationId xmlns:p14="http://schemas.microsoft.com/office/powerpoint/2010/main" val="4683954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8E54E-2A26-4DF6-8088-1B68F618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1A29A-5C6C-48C7-BB55-853C9B3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BOOST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923C-4FA1-44C3-B9BE-9EB2C451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A3178-97F0-4160-819B-69E9252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1927E-2E71-4D6E-A835-843AF2E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Mettre en avant ce qui compte maintenant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44002-2031-4C80-B41B-0CA47220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6B11A-04BC-4088-BA4B-A93ADDB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0CEB9-D294-4D0A-9FFD-BA75AA41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 lieu, un événement, une offre ou un produit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1B100-52FC-4989-820F-C653FF4E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A072F-82DE-432B-A236-83A5259C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Une période et des emplacements définis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FAFB9-56C3-470A-902A-E48A0A36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E90B9-6310-47E8-A352-9F6DF757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Une demande soumise à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3D435-DF3C-43EF-B87E-7F09C2C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077F3-AB9F-4BCA-BE90-85DB1D624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5af8839104674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7329B-BEFC-423D-B7B0-B11A8C7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PAS DE PORTÉE NI DE RÉSULTAT GARANTIS</a:t>
            </a:r>
          </a:p>
        </p:txBody>
      </p:sp>
    </p:spTree>
    <p:extLst>
      <p:ext uri="{BB962C8B-B14F-4D97-AF65-F5344CB8AC3E}">
        <p14:creationId xmlns:p14="http://schemas.microsoft.com/office/powerpoint/2010/main" val="1427327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BC7C4-4EF1-4334-BB89-AB68639A0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573f6c2174c6d"/>
          <a:srcRect xmlns:a="http://schemas.openxmlformats.org/drawingml/2006/main" l="0" t="27492" r="0" b="27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7E752-6D91-4E8D-AAB9-7E1D2859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66E88-FF99-4553-98AA-4ED26BF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04B82-0C2F-4495-9E9B-ADA8F52D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À VENIR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B2609-4CA9-4E9D-A18B-D7D21206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50726-D6EC-4342-875A-F6100D4D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B2283-F870-49F5-8774-94CC6F8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LA SUITE EST CLAIRE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FE3D4-77FF-424E-8302-2FDED13F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Offres collectives et sélections multi-lieux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786B5-420C-4D39-B931-6D5F9D54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A2377-ADC6-4802-9A56-593F98FD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Ces services sont prévus pour plus tard. Ils ne sont pas présentés comme disponibles aujourd’hui.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BF2E6-43E8-4F91-9F5C-B6C5D7FE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DISPONIBLE / LANCEMENT / À VENIR : ON DISTINGUE TOUT</a:t>
            </a:r>
          </a:p>
        </p:txBody>
      </p:sp>
    </p:spTree>
    <p:extLst>
      <p:ext uri="{BB962C8B-B14F-4D97-AF65-F5344CB8AC3E}">
        <p14:creationId xmlns:p14="http://schemas.microsoft.com/office/powerpoint/2010/main" val="3631029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5E1CD-CE07-49D5-99E7-0316B3EF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C02E2-8544-4C68-A351-8FD92072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PREMIER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460F7-9491-447D-885A-5DCC4213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0F9C6-C44C-47DC-AFC8-35CE1E70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39FEC-B62D-4BB4-8602-83CF9D2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ON COMMENCE PAR VOTRE BESOIN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0CF97-C3D5-4E7B-8AD0-D552DE47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Choisir un usage concret, puis l’observer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6BEC9-5A77-4B5D-8CB8-6C0000C3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4518A-BB58-405C-A1F5-ABBC930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On regarde votre présence actuelle, on choisit ce qui doit être activé en premier et on suit les interactions réellement disponibles.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62EDB-3ED6-4517-A642-42B3E978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PROCHAINE ÉTAPE : VOTRE LIEU + UN PREMIER USAGE</a:t>
            </a:r>
          </a:p>
        </p:txBody>
      </p:sp>
    </p:spTree>
    <p:extLst>
      <p:ext uri="{BB962C8B-B14F-4D97-AF65-F5344CB8AC3E}">
        <p14:creationId xmlns:p14="http://schemas.microsoft.com/office/powerpoint/2010/main" val="276587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2026-10-27T10:47:38.8280000Z</dcterms:created>
  <dcterms:modified xsi:type="dcterms:W3CDTF">2026-10-27T10:47:38.8290000Z</dcterms:modified>
</coreProperties>
</file>