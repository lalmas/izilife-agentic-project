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56b93104144aeb" /><Relationship Type="http://schemas.openxmlformats.org/officeDocument/2006/relationships/extended-properties" Target="/docProps/app.xml" Id="R0b4a33e0fac54cf7" /><Relationship Type="http://schemas.openxmlformats.org/officeDocument/2006/relationships/officeDocument" Target="/ppt/presentation.xml" Id="R30300995110544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7368b78a1c4d36"/>
  </p:sldMasterIdLst>
  <p:notesMasterIdLst>
    <p:notesMasterId xmlns:r="http://schemas.openxmlformats.org/officeDocument/2006/relationships" r:id="R1654f40602a6400e"/>
  </p:notesMasterIdLst>
  <p:sldIdLst>
    <p:sldId xmlns:r="http://schemas.openxmlformats.org/officeDocument/2006/relationships" id="256" r:id="R748a9050a910479c"/>
    <p:sldId xmlns:r="http://schemas.openxmlformats.org/officeDocument/2006/relationships" id="257" r:id="R90ee44144bf3453e"/>
    <p:sldId xmlns:r="http://schemas.openxmlformats.org/officeDocument/2006/relationships" id="258" r:id="Rcbeb5ebf70bc403e"/>
    <p:sldId xmlns:r="http://schemas.openxmlformats.org/officeDocument/2006/relationships" id="259" r:id="Rc41011e4eaf642d1"/>
    <p:sldId xmlns:r="http://schemas.openxmlformats.org/officeDocument/2006/relationships" id="260" r:id="R8e5e18e90aa24bf4"/>
    <p:sldId xmlns:r="http://schemas.openxmlformats.org/officeDocument/2006/relationships" id="261" r:id="Rc255ada7c43d470c"/>
    <p:sldId xmlns:r="http://schemas.openxmlformats.org/officeDocument/2006/relationships" id="262" r:id="Rff24cb1e823b4756"/>
    <p:sldId xmlns:r="http://schemas.openxmlformats.org/officeDocument/2006/relationships" id="263" r:id="R9982669d421a43b3"/>
    <p:sldId xmlns:r="http://schemas.openxmlformats.org/officeDocument/2006/relationships" id="264" r:id="R0c0d2ab0864942da"/>
    <p:sldId xmlns:r="http://schemas.openxmlformats.org/officeDocument/2006/relationships" id="265" r:id="R15d9b26548d449de"/>
    <p:sldId xmlns:r="http://schemas.openxmlformats.org/officeDocument/2006/relationships" id="266" r:id="Re313e05da47e4b8f"/>
    <p:sldId xmlns:r="http://schemas.openxmlformats.org/officeDocument/2006/relationships" id="267" r:id="R9e05291716044549"/>
    <p:sldId xmlns:r="http://schemas.openxmlformats.org/officeDocument/2006/relationships" id="268" r:id="R5bb521ccd0054093"/>
    <p:sldId xmlns:r="http://schemas.openxmlformats.org/officeDocument/2006/relationships" id="269" r:id="Re684ed134d73433e"/>
    <p:sldId xmlns:r="http://schemas.openxmlformats.org/officeDocument/2006/relationships" id="270" r:id="R3f3765ad26794e04"/>
    <p:sldId xmlns:r="http://schemas.openxmlformats.org/officeDocument/2006/relationships" id="271" r:id="R6a205e78c1764f4a"/>
    <p:sldId xmlns:r="http://schemas.openxmlformats.org/officeDocument/2006/relationships" id="272" r:id="Re7bca53f2ff8434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dcdbc88bc14ff9" /><Relationship Type="http://schemas.openxmlformats.org/officeDocument/2006/relationships/slideMaster" Target="/ppt/slideMasters/slideMaster1.xml" Id="R867368b78a1c4d36" /><Relationship Type="http://schemas.openxmlformats.org/officeDocument/2006/relationships/notesMaster" Target="/ppt/notesMasters/notesMaster1.xml" Id="R1654f40602a6400e" /><Relationship Type="http://schemas.openxmlformats.org/officeDocument/2006/relationships/presProps" Target="/ppt/presProps.xml" Id="R67073bffda324364" /><Relationship Type="http://schemas.openxmlformats.org/officeDocument/2006/relationships/tableStyles" Target="/ppt/tableStyles.xml" Id="R60dbba85a4194094" /><Relationship Type="http://schemas.openxmlformats.org/officeDocument/2006/relationships/slide" Target="/ppt/slides/slide1.xml" Id="R748a9050a910479c" /><Relationship Type="http://schemas.openxmlformats.org/officeDocument/2006/relationships/slide" Target="/ppt/slides/slide2.xml" Id="R90ee44144bf3453e" /><Relationship Type="http://schemas.openxmlformats.org/officeDocument/2006/relationships/slide" Target="/ppt/slides/slide3.xml" Id="Rcbeb5ebf70bc403e" /><Relationship Type="http://schemas.openxmlformats.org/officeDocument/2006/relationships/slide" Target="/ppt/slides/slide4.xml" Id="Rc41011e4eaf642d1" /><Relationship Type="http://schemas.openxmlformats.org/officeDocument/2006/relationships/slide" Target="/ppt/slides/slide5.xml" Id="R8e5e18e90aa24bf4" /><Relationship Type="http://schemas.openxmlformats.org/officeDocument/2006/relationships/slide" Target="/ppt/slides/slide6.xml" Id="Rc255ada7c43d470c" /><Relationship Type="http://schemas.openxmlformats.org/officeDocument/2006/relationships/slide" Target="/ppt/slides/slide7.xml" Id="Rff24cb1e823b4756" /><Relationship Type="http://schemas.openxmlformats.org/officeDocument/2006/relationships/slide" Target="/ppt/slides/slide8.xml" Id="R9982669d421a43b3" /><Relationship Type="http://schemas.openxmlformats.org/officeDocument/2006/relationships/slide" Target="/ppt/slides/slide9.xml" Id="R0c0d2ab0864942da" /><Relationship Type="http://schemas.openxmlformats.org/officeDocument/2006/relationships/slide" Target="/ppt/slides/slide10.xml" Id="R15d9b26548d449de" /><Relationship Type="http://schemas.openxmlformats.org/officeDocument/2006/relationships/slide" Target="/ppt/slides/slide11.xml" Id="Re313e05da47e4b8f" /><Relationship Type="http://schemas.openxmlformats.org/officeDocument/2006/relationships/slide" Target="/ppt/slides/slide12.xml" Id="R9e05291716044549" /><Relationship Type="http://schemas.openxmlformats.org/officeDocument/2006/relationships/slide" Target="/ppt/slides/slide13.xml" Id="R5bb521ccd0054093" /><Relationship Type="http://schemas.openxmlformats.org/officeDocument/2006/relationships/slide" Target="/ppt/slides/slide14.xml" Id="Re684ed134d73433e" /><Relationship Type="http://schemas.openxmlformats.org/officeDocument/2006/relationships/slide" Target="/ppt/slides/slide15.xml" Id="R3f3765ad26794e04" /><Relationship Type="http://schemas.openxmlformats.org/officeDocument/2006/relationships/slide" Target="/ppt/slides/slide16.xml" Id="R6a205e78c1764f4a" /><Relationship Type="http://schemas.openxmlformats.org/officeDocument/2006/relationships/slide" Target="/ppt/slides/slide17.xml" Id="Re7bca53f2ff843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d87c92f1484d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c7dd37140641a6" /><Relationship Type="http://schemas.openxmlformats.org/officeDocument/2006/relationships/notesMaster" Target="/ppt/notesMasters/notesMaster1.xml" Id="Re2e6c5fa40d84d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e444d702c44562" /><Relationship Type="http://schemas.openxmlformats.org/officeDocument/2006/relationships/notesMaster" Target="/ppt/notesMasters/notesMaster1.xml" Id="R21e2c662520745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dffe2e73f84680" /><Relationship Type="http://schemas.openxmlformats.org/officeDocument/2006/relationships/notesMaster" Target="/ppt/notesMasters/notesMaster1.xml" Id="R98864efdbcae4c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ebd275f0354531" /><Relationship Type="http://schemas.openxmlformats.org/officeDocument/2006/relationships/notesMaster" Target="/ppt/notesMasters/notesMaster1.xml" Id="R6ab2397b0c654b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239b9192764406" /><Relationship Type="http://schemas.openxmlformats.org/officeDocument/2006/relationships/notesMaster" Target="/ppt/notesMasters/notesMaster1.xml" Id="R86822bb59be041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962ba1a4d24cdb" /><Relationship Type="http://schemas.openxmlformats.org/officeDocument/2006/relationships/notesMaster" Target="/ppt/notesMasters/notesMaster1.xml" Id="R6191cccd2e6d41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57c15f2b5241bf" /><Relationship Type="http://schemas.openxmlformats.org/officeDocument/2006/relationships/notesMaster" Target="/ppt/notesMasters/notesMaster1.xml" Id="Rb7c41dd4edbd43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efcc269c4f4d74" /><Relationship Type="http://schemas.openxmlformats.org/officeDocument/2006/relationships/notesMaster" Target="/ppt/notesMasters/notesMaster1.xml" Id="Rc8d75204972744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e100513a7b4860" /><Relationship Type="http://schemas.openxmlformats.org/officeDocument/2006/relationships/notesMaster" Target="/ppt/notesMasters/notesMaster1.xml" Id="R5404c9774d7f47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2c1db8bc3b42f9" /><Relationship Type="http://schemas.openxmlformats.org/officeDocument/2006/relationships/notesMaster" Target="/ppt/notesMasters/notesMaster1.xml" Id="Rea2325c8e4fa4d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722209f9dd44541" /><Relationship Type="http://schemas.openxmlformats.org/officeDocument/2006/relationships/notesMaster" Target="/ppt/notesMasters/notesMaster1.xml" Id="Rbbffb5448dbf42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de615dfd98486a" /><Relationship Type="http://schemas.openxmlformats.org/officeDocument/2006/relationships/notesMaster" Target="/ppt/notesMasters/notesMaster1.xml" Id="Rbadcb9c5291943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455b23bcfe4e39" /><Relationship Type="http://schemas.openxmlformats.org/officeDocument/2006/relationships/notesMaster" Target="/ppt/notesMasters/notesMaster1.xml" Id="R48593d27be354c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ca1d41e7fd94276" /><Relationship Type="http://schemas.openxmlformats.org/officeDocument/2006/relationships/notesMaster" Target="/ppt/notesMasters/notesMaster1.xml" Id="Rb313b653d0e048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75150a9afb34c2a" /><Relationship Type="http://schemas.openxmlformats.org/officeDocument/2006/relationships/notesMaster" Target="/ppt/notesMasters/notesMaster1.xml" Id="Rced5324e45754aa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860d18290224462" /><Relationship Type="http://schemas.openxmlformats.org/officeDocument/2006/relationships/notesMaster" Target="/ppt/notesMasters/notesMaster1.xml" Id="R89f58a6b249f4f2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95b8811f61e43e1" /><Relationship Type="http://schemas.openxmlformats.org/officeDocument/2006/relationships/notesMaster" Target="/ppt/notesMasters/notesMaster1.xml" Id="R02a9c44bc50144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bbfeb773124c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f4752d720c412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53e68b509f404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b5e5451cc458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f6bf2682f46c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d7320ac6a4a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F39E22D-8CAE-48FB-BE01-45C350A1FA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8A53E7F-1096-4BAD-89F0-5912C3C107C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1CD5D9-7882-405D-9F9C-984FA53C9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C8E839-74F2-4B30-B82B-B2DEA6AB86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5AA96D7-46F3-4B9F-A92D-7CF7FF4467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0E328B-A00E-4269-BA54-036718AB9F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CC3A97-56D4-4607-9A17-0DE7CAB3B6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9AF48D-DD2C-4AEF-AC42-56E9B29B56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8D223A-E831-4F56-8584-30F811913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4E1220-D29C-47DA-84E0-6190E408F0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d83034ed5d47fc" /><Relationship Type="http://schemas.openxmlformats.org/officeDocument/2006/relationships/slideLayout" Target="/ppt/slideLayouts/slideLayout1.xml" Id="R9fa8b2334bf24de2" /><Relationship Type="http://schemas.openxmlformats.org/officeDocument/2006/relationships/slideLayout" Target="/ppt/slideLayouts/slideLayout2.xml" Id="Red389761fe7e44a6" /><Relationship Type="http://schemas.openxmlformats.org/officeDocument/2006/relationships/slideLayout" Target="/ppt/slideLayouts/slideLayout3.xml" Id="Rf81a0cba554b44af" /><Relationship Type="http://schemas.openxmlformats.org/officeDocument/2006/relationships/slideLayout" Target="/ppt/slideLayouts/slideLayout4.xml" Id="Rf7dc990b855c4b2d" /><Relationship Type="http://schemas.openxmlformats.org/officeDocument/2006/relationships/slideLayout" Target="/ppt/slideLayouts/slideLayout5.xml" Id="R5629c5f476f84d02" /><Relationship Type="http://schemas.openxmlformats.org/officeDocument/2006/relationships/slideLayout" Target="/ppt/slideLayouts/slideLayout6.xml" Id="R986d672866a744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a8b2334bf24de2"/>
    <p:sldLayoutId xmlns:r="http://schemas.openxmlformats.org/officeDocument/2006/relationships" id="2147483650" r:id="Red389761fe7e44a6"/>
    <p:sldLayoutId xmlns:r="http://schemas.openxmlformats.org/officeDocument/2006/relationships" id="2147483651" r:id="Rf81a0cba554b44af"/>
    <p:sldLayoutId xmlns:r="http://schemas.openxmlformats.org/officeDocument/2006/relationships" id="2147483652" r:id="Rf7dc990b855c4b2d"/>
    <p:sldLayoutId xmlns:r="http://schemas.openxmlformats.org/officeDocument/2006/relationships" id="2147483653" r:id="R5629c5f476f84d02"/>
    <p:sldLayoutId xmlns:r="http://schemas.openxmlformats.org/officeDocument/2006/relationships" id="2147483654" r:id="R986d672866a744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f9f01eb2f54185" /><Relationship Type="http://schemas.openxmlformats.org/officeDocument/2006/relationships/image" Target="/ppt/media/image.png" Id="R55e5778cd91c4da2" /><Relationship Type="http://schemas.openxmlformats.org/officeDocument/2006/relationships/notesSlide" Target="/ppt/notesSlides/notesSlide1.xml" Id="R599772f78f204cb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dba19ef98e4621" /><Relationship Type="http://schemas.openxmlformats.org/officeDocument/2006/relationships/notesSlide" Target="/ppt/notesSlides/notesSlide2.xml" Id="R6f3b81f61e3f43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560ba82d8b4384" /><Relationship Type="http://schemas.openxmlformats.org/officeDocument/2006/relationships/image" Target="/ppt/media/image.bin" Id="R4217dd3e09604d5f" /><Relationship Type="http://schemas.openxmlformats.org/officeDocument/2006/relationships/notesSlide" Target="/ppt/notesSlides/notesSlide3.xml" Id="R8445a5041a8f4b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799378b6f44241" /><Relationship Type="http://schemas.openxmlformats.org/officeDocument/2006/relationships/image" Target="/ppt/media/image2.png" Id="Ra0e65badd2ac4dfa" /><Relationship Type="http://schemas.openxmlformats.org/officeDocument/2006/relationships/notesSlide" Target="/ppt/notesSlides/notesSlide4.xml" Id="Rdc295f7fb83648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c9adac5f354eb5" /><Relationship Type="http://schemas.openxmlformats.org/officeDocument/2006/relationships/image" Target="/ppt/media/image3.png" Id="R3fe4c0ff3c1a4c88" /><Relationship Type="http://schemas.openxmlformats.org/officeDocument/2006/relationships/notesSlide" Target="/ppt/notesSlides/notesSlide5.xml" Id="Rcf49ec2a02494a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3054819cb4c9a" /><Relationship Type="http://schemas.openxmlformats.org/officeDocument/2006/relationships/image" Target="/ppt/media/image4.png" Id="Rdaa82076b63d4e7c" /><Relationship Type="http://schemas.openxmlformats.org/officeDocument/2006/relationships/notesSlide" Target="/ppt/notesSlides/notesSlide6.xml" Id="R0c57f155d86146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e2f1bde514838" /><Relationship Type="http://schemas.openxmlformats.org/officeDocument/2006/relationships/image" Target="/ppt/media/image5.png" Id="Rcc1b9a7f0bba418d" /><Relationship Type="http://schemas.openxmlformats.org/officeDocument/2006/relationships/notesSlide" Target="/ppt/notesSlides/notesSlide7.xml" Id="R7bba674650c24a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7691e6353847a5" /><Relationship Type="http://schemas.openxmlformats.org/officeDocument/2006/relationships/image" Target="/ppt/media/image6.png" Id="Rb59e14ea98114b44" /><Relationship Type="http://schemas.openxmlformats.org/officeDocument/2006/relationships/notesSlide" Target="/ppt/notesSlides/notesSlide8.xml" Id="R4c85791de94d40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318016e21e446f" /><Relationship Type="http://schemas.openxmlformats.org/officeDocument/2006/relationships/image" Target="/ppt/media/image7.png" Id="R90d7e31807ac41f8" /><Relationship Type="http://schemas.openxmlformats.org/officeDocument/2006/relationships/notesSlide" Target="/ppt/notesSlides/notesSlide9.xml" Id="Rdbb264a47ec14e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eddf2dcfe34b77" /><Relationship Type="http://schemas.openxmlformats.org/officeDocument/2006/relationships/image" Target="/ppt/media/image8.png" Id="R75da2d843f504a51" /><Relationship Type="http://schemas.openxmlformats.org/officeDocument/2006/relationships/notesSlide" Target="/ppt/notesSlides/notesSlide10.xml" Id="Rc1799fe873ba4c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bab64797694b5c" /><Relationship Type="http://schemas.openxmlformats.org/officeDocument/2006/relationships/image" Target="/ppt/media/image9.png" Id="R931027aa5f504c86" /><Relationship Type="http://schemas.openxmlformats.org/officeDocument/2006/relationships/notesSlide" Target="/ppt/notesSlides/notesSlide11.xml" Id="R25e3fe1f79af4a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fc39806d4c47f1" /><Relationship Type="http://schemas.openxmlformats.org/officeDocument/2006/relationships/image" Target="/ppt/media/image10.png" Id="Rc8aae91ea3474b33" /><Relationship Type="http://schemas.openxmlformats.org/officeDocument/2006/relationships/notesSlide" Target="/ppt/notesSlides/notesSlide12.xml" Id="Reafe40c989b64d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736fe58c004709" /><Relationship Type="http://schemas.openxmlformats.org/officeDocument/2006/relationships/image" Target="/ppt/media/image11.png" Id="Rc0e77ecbef114c44" /><Relationship Type="http://schemas.openxmlformats.org/officeDocument/2006/relationships/notesSlide" Target="/ppt/notesSlides/notesSlide13.xml" Id="Rde3987ac845449f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d6a6a0a3f841a0" /><Relationship Type="http://schemas.openxmlformats.org/officeDocument/2006/relationships/image" Target="/ppt/media/image12.png" Id="Rbb4e60df07c34d29" /><Relationship Type="http://schemas.openxmlformats.org/officeDocument/2006/relationships/notesSlide" Target="/ppt/notesSlides/notesSlide14.xml" Id="Rc89b76adc7bb495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d67c999cea4391" /><Relationship Type="http://schemas.openxmlformats.org/officeDocument/2006/relationships/image" Target="/ppt/media/image13.png" Id="R2a7f2405c8e9467c" /><Relationship Type="http://schemas.openxmlformats.org/officeDocument/2006/relationships/notesSlide" Target="/ppt/notesSlides/notesSlide15.xml" Id="Rcbee2dc81850424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2f0836a4c349c4" /><Relationship Type="http://schemas.openxmlformats.org/officeDocument/2006/relationships/image" Target="/ppt/media/image14.png" Id="R84c9a04084de4b7a" /><Relationship Type="http://schemas.openxmlformats.org/officeDocument/2006/relationships/notesSlide" Target="/ppt/notesSlides/notesSlide16.xml" Id="R164f2c495d52490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dc9ab17fd47de" /><Relationship Type="http://schemas.openxmlformats.org/officeDocument/2006/relationships/notesSlide" Target="/ppt/notesSlides/notesSlide17.xml" Id="R09b22d13a7bf46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47353E-4D94-4367-A742-1346235B14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5778cd91c4da2"/>
          <a:srcRect xmlns:a="http://schemas.openxmlformats.org/drawingml/2006/main" l="0" t="7647" r="0" b="76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0" y="0"/>
            <a:ext cx="97155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36CBB-E679-403E-A71D-7D12B13F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3345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3D4296-2B7D-427E-ABAD-C69ECB39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17145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5869F4-3302-4927-B181-2D1363190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96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1" i="0">
                <a:solidFill>
                  <a:srgbClr val="26D3A2"/>
                </a:solidFill>
              </a:defRPr>
            </a:defPPr>
            <a:lvl1pPr algn="l">
              <a:defRPr sz="2250" b="1" i="0">
                <a:solidFill>
                  <a:srgbClr val="26D3A2"/>
                </a:solidFill>
              </a:defRPr>
            </a:lvl1pPr>
            <a:lvl2pPr algn="l">
              <a:defRPr sz="2250" b="1" i="0">
                <a:solidFill>
                  <a:srgbClr val="26D3A2"/>
                </a:solidFill>
              </a:defRPr>
            </a:lvl2pPr>
            <a:lvl3pPr algn="l">
              <a:defRPr sz="2250" b="1" i="0">
                <a:solidFill>
                  <a:srgbClr val="26D3A2"/>
                </a:solidFill>
              </a:defRPr>
            </a:lvl3pPr>
            <a:lvl4pPr algn="l">
              <a:defRPr sz="2250" b="1" i="0">
                <a:solidFill>
                  <a:srgbClr val="26D3A2"/>
                </a:solidFill>
              </a:defRPr>
            </a:lvl4pPr>
            <a:lvl5pPr algn="l">
              <a:defRPr sz="2250" b="1" i="0">
                <a:solidFill>
                  <a:srgbClr val="26D3A2"/>
                </a:solidFill>
              </a:defRPr>
            </a:lvl5pPr>
            <a:lvl6pPr algn="l">
              <a:defRPr sz="2250" b="1" i="0">
                <a:solidFill>
                  <a:srgbClr val="26D3A2"/>
                </a:solidFill>
              </a:defRPr>
            </a:lvl6pPr>
            <a:lvl7pPr algn="l">
              <a:defRPr sz="2250" b="1" i="0">
                <a:solidFill>
                  <a:srgbClr val="26D3A2"/>
                </a:solidFill>
              </a:defRPr>
            </a:lvl7pPr>
            <a:lvl8pPr algn="l">
              <a:defRPr sz="2250" b="1" i="0">
                <a:solidFill>
                  <a:srgbClr val="26D3A2"/>
                </a:solidFill>
              </a:defRPr>
            </a:lvl8pPr>
            <a:lvl9pPr algn="l">
              <a:defRPr sz="225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250" b="1" i="0">
                <a:solidFill>
                  <a:srgbClr val="26D3A2"/>
                </a:solidFill>
              </a:defRPr>
            </a:pPr>
            <a:r>
              <a:rPr sz="225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0FD6C-9A52-4C7B-998C-5AB43E3B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26D3A2"/>
                </a:solidFill>
              </a:defRPr>
            </a:defPPr>
            <a:lvl1pPr algn="l">
              <a:defRPr sz="1350" b="1" i="0">
                <a:solidFill>
                  <a:srgbClr val="26D3A2"/>
                </a:solidFill>
              </a:defRPr>
            </a:lvl1pPr>
            <a:lvl2pPr algn="l">
              <a:defRPr sz="1350" b="1" i="0">
                <a:solidFill>
                  <a:srgbClr val="26D3A2"/>
                </a:solidFill>
              </a:defRPr>
            </a:lvl2pPr>
            <a:lvl3pPr algn="l">
              <a:defRPr sz="1350" b="1" i="0">
                <a:solidFill>
                  <a:srgbClr val="26D3A2"/>
                </a:solidFill>
              </a:defRPr>
            </a:lvl3pPr>
            <a:lvl4pPr algn="l">
              <a:defRPr sz="1350" b="1" i="0">
                <a:solidFill>
                  <a:srgbClr val="26D3A2"/>
                </a:solidFill>
              </a:defRPr>
            </a:lvl4pPr>
            <a:lvl5pPr algn="l">
              <a:defRPr sz="1350" b="1" i="0">
                <a:solidFill>
                  <a:srgbClr val="26D3A2"/>
                </a:solidFill>
              </a:defRPr>
            </a:lvl5pPr>
            <a:lvl6pPr algn="l">
              <a:defRPr sz="1350" b="1" i="0">
                <a:solidFill>
                  <a:srgbClr val="26D3A2"/>
                </a:solidFill>
              </a:defRPr>
            </a:lvl6pPr>
            <a:lvl7pPr algn="l">
              <a:defRPr sz="1350" b="1" i="0">
                <a:solidFill>
                  <a:srgbClr val="26D3A2"/>
                </a:solidFill>
              </a:defRPr>
            </a:lvl7pPr>
            <a:lvl8pPr algn="l">
              <a:defRPr sz="1350" b="1" i="0">
                <a:solidFill>
                  <a:srgbClr val="26D3A2"/>
                </a:solidFill>
              </a:defRPr>
            </a:lvl8pPr>
            <a:lvl9pPr algn="l">
              <a:defRPr sz="135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26D3A2"/>
                </a:solidFill>
              </a:defRPr>
            </a:pPr>
            <a:r>
              <a:rPr sz="1350" b="1" i="0">
                <a:solidFill>
                  <a:srgbClr val="26D3A2"/>
                </a:solidFill>
              </a:rPr>
              <a:t>CATALOGUE COMMERCIAL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4128C-5C00-44BD-BE61-CB1BA7BD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666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400" b="1" i="0">
                <a:solidFill>
                  <a:srgbClr val="FFF4E4"/>
                </a:solidFill>
              </a:defRPr>
            </a:defPPr>
            <a:lvl1pPr algn="l">
              <a:defRPr sz="5400" b="1" i="0">
                <a:solidFill>
                  <a:srgbClr val="FFF4E4"/>
                </a:solidFill>
              </a:defRPr>
            </a:lvl1pPr>
            <a:lvl2pPr algn="l">
              <a:defRPr sz="5400" b="1" i="0">
                <a:solidFill>
                  <a:srgbClr val="FFF4E4"/>
                </a:solidFill>
              </a:defRPr>
            </a:lvl2pPr>
            <a:lvl3pPr algn="l">
              <a:defRPr sz="5400" b="1" i="0">
                <a:solidFill>
                  <a:srgbClr val="FFF4E4"/>
                </a:solidFill>
              </a:defRPr>
            </a:lvl3pPr>
            <a:lvl4pPr algn="l">
              <a:defRPr sz="5400" b="1" i="0">
                <a:solidFill>
                  <a:srgbClr val="FFF4E4"/>
                </a:solidFill>
              </a:defRPr>
            </a:lvl4pPr>
            <a:lvl5pPr algn="l">
              <a:defRPr sz="5400" b="1" i="0">
                <a:solidFill>
                  <a:srgbClr val="FFF4E4"/>
                </a:solidFill>
              </a:defRPr>
            </a:lvl5pPr>
            <a:lvl6pPr algn="l">
              <a:defRPr sz="5400" b="1" i="0">
                <a:solidFill>
                  <a:srgbClr val="FFF4E4"/>
                </a:solidFill>
              </a:defRPr>
            </a:lvl6pPr>
            <a:lvl7pPr algn="l">
              <a:defRPr sz="5400" b="1" i="0">
                <a:solidFill>
                  <a:srgbClr val="FFF4E4"/>
                </a:solidFill>
              </a:defRPr>
            </a:lvl7pPr>
            <a:lvl8pPr algn="l">
              <a:defRPr sz="5400" b="1" i="0">
                <a:solidFill>
                  <a:srgbClr val="FFF4E4"/>
                </a:solidFill>
              </a:defRPr>
            </a:lvl8pPr>
            <a:lvl9pPr algn="l">
              <a:defRPr sz="54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Services &amp; offres</a:t>
            </a:r>
          </a:p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iziLife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1CB8B-0945-4EBF-9428-9B1E4732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 i="0">
                <a:solidFill>
                  <a:srgbClr val="FFFFFF"/>
                </a:solidFill>
              </a:defRPr>
            </a:defPPr>
            <a:lvl1pPr algn="l">
              <a:defRPr sz="2250" b="0" i="0">
                <a:solidFill>
                  <a:srgbClr val="FFFFFF"/>
                </a:solidFill>
              </a:defRPr>
            </a:lvl1pPr>
            <a:lvl2pPr algn="l">
              <a:defRPr sz="2250" b="0" i="0">
                <a:solidFill>
                  <a:srgbClr val="FFFFFF"/>
                </a:solidFill>
              </a:defRPr>
            </a:lvl2pPr>
            <a:lvl3pPr algn="l">
              <a:defRPr sz="2250" b="0" i="0">
                <a:solidFill>
                  <a:srgbClr val="FFFFFF"/>
                </a:solidFill>
              </a:defRPr>
            </a:lvl3pPr>
            <a:lvl4pPr algn="l">
              <a:defRPr sz="2250" b="0" i="0">
                <a:solidFill>
                  <a:srgbClr val="FFFFFF"/>
                </a:solidFill>
              </a:defRPr>
            </a:lvl4pPr>
            <a:lvl5pPr algn="l">
              <a:defRPr sz="2250" b="0" i="0">
                <a:solidFill>
                  <a:srgbClr val="FFFFFF"/>
                </a:solidFill>
              </a:defRPr>
            </a:lvl5pPr>
            <a:lvl6pPr algn="l">
              <a:defRPr sz="2250" b="0" i="0">
                <a:solidFill>
                  <a:srgbClr val="FFFFFF"/>
                </a:solidFill>
              </a:defRPr>
            </a:lvl6pPr>
            <a:lvl7pPr algn="l">
              <a:defRPr sz="2250" b="0" i="0">
                <a:solidFill>
                  <a:srgbClr val="FFFFFF"/>
                </a:solidFill>
              </a:defRPr>
            </a:lvl7pPr>
            <a:lvl8pPr algn="l">
              <a:defRPr sz="2250" b="0" i="0">
                <a:solidFill>
                  <a:srgbClr val="FFFFFF"/>
                </a:solidFill>
              </a:defRPr>
            </a:lvl8pPr>
            <a:lvl9pPr algn="l">
              <a:defRPr sz="22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FFFFFF"/>
                </a:solidFill>
              </a:defRPr>
            </a:pPr>
            <a:r>
              <a:rPr sz="2250" b="0" i="0">
                <a:solidFill>
                  <a:srgbClr val="FFFFFF"/>
                </a:solidFill>
              </a:rPr>
              <a:t>Le support pour construire une proposition adaptée au lieu.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A603C-C85A-46C9-822F-637D4E9B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0963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B9C6D4"/>
                </a:solidFill>
              </a:defRPr>
            </a:defPPr>
            <a:lvl1pPr algn="l">
              <a:defRPr sz="1200" b="1" i="0">
                <a:solidFill>
                  <a:srgbClr val="B9C6D4"/>
                </a:solidFill>
              </a:defRPr>
            </a:lvl1pPr>
            <a:lvl2pPr algn="l">
              <a:defRPr sz="1200" b="1" i="0">
                <a:solidFill>
                  <a:srgbClr val="B9C6D4"/>
                </a:solidFill>
              </a:defRPr>
            </a:lvl2pPr>
            <a:lvl3pPr algn="l">
              <a:defRPr sz="1200" b="1" i="0">
                <a:solidFill>
                  <a:srgbClr val="B9C6D4"/>
                </a:solidFill>
              </a:defRPr>
            </a:lvl3pPr>
            <a:lvl4pPr algn="l">
              <a:defRPr sz="1200" b="1" i="0">
                <a:solidFill>
                  <a:srgbClr val="B9C6D4"/>
                </a:solidFill>
              </a:defRPr>
            </a:lvl4pPr>
            <a:lvl5pPr algn="l">
              <a:defRPr sz="1200" b="1" i="0">
                <a:solidFill>
                  <a:srgbClr val="B9C6D4"/>
                </a:solidFill>
              </a:defRPr>
            </a:lvl5pPr>
            <a:lvl6pPr algn="l">
              <a:defRPr sz="1200" b="1" i="0">
                <a:solidFill>
                  <a:srgbClr val="B9C6D4"/>
                </a:solidFill>
              </a:defRPr>
            </a:lvl6pPr>
            <a:lvl7pPr algn="l">
              <a:defRPr sz="1200" b="1" i="0">
                <a:solidFill>
                  <a:srgbClr val="B9C6D4"/>
                </a:solidFill>
              </a:defRPr>
            </a:lvl7pPr>
            <a:lvl8pPr algn="l">
              <a:defRPr sz="1200" b="1" i="0">
                <a:solidFill>
                  <a:srgbClr val="B9C6D4"/>
                </a:solidFill>
              </a:defRPr>
            </a:lvl8pPr>
            <a:lvl9pPr algn="l">
              <a:defRPr sz="1200" b="1" i="0">
                <a:solidFill>
                  <a:srgbClr val="B9C6D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B9C6D4"/>
                </a:solidFill>
              </a:defRPr>
            </a:pPr>
            <a:r>
              <a:rPr sz="1200" b="1" i="0">
                <a:solidFill>
                  <a:srgbClr val="B9C6D4"/>
                </a:solidFill>
              </a:rPr>
              <a:t>SANS PRIX · À PERSONNALISER EN RENDEZ-VOUS</a:t>
            </a:r>
          </a:p>
        </p:txBody>
      </p:sp>
    </p:spTree>
    <p:extLst>
      <p:ext uri="{BB962C8B-B14F-4D97-AF65-F5344CB8AC3E}">
        <p14:creationId xmlns:p14="http://schemas.microsoft.com/office/powerpoint/2010/main" val="12934469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E2A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1C1515-AB39-4DE1-99BE-709B6157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55CDA-142A-440B-8206-F7CDE902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VUE D’ENSEMBLE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09839-8DC9-4C5E-8976-D52BCC96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D488C-0FC1-4BDC-8A9B-9CDB03F0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3757E-8E77-450E-BA15-EEC32956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447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26D3A2"/>
                </a:solidFill>
              </a:defRPr>
            </a:defPPr>
            <a:lvl1pPr algn="l">
              <a:defRPr sz="1500" b="1" i="0">
                <a:solidFill>
                  <a:srgbClr val="26D3A2"/>
                </a:solidFill>
              </a:defRPr>
            </a:lvl1pPr>
            <a:lvl2pPr algn="l">
              <a:defRPr sz="1500" b="1" i="0">
                <a:solidFill>
                  <a:srgbClr val="26D3A2"/>
                </a:solidFill>
              </a:defRPr>
            </a:lvl2pPr>
            <a:lvl3pPr algn="l">
              <a:defRPr sz="1500" b="1" i="0">
                <a:solidFill>
                  <a:srgbClr val="26D3A2"/>
                </a:solidFill>
              </a:defRPr>
            </a:lvl3pPr>
            <a:lvl4pPr algn="l">
              <a:defRPr sz="1500" b="1" i="0">
                <a:solidFill>
                  <a:srgbClr val="26D3A2"/>
                </a:solidFill>
              </a:defRPr>
            </a:lvl4pPr>
            <a:lvl5pPr algn="l">
              <a:defRPr sz="1500" b="1" i="0">
                <a:solidFill>
                  <a:srgbClr val="26D3A2"/>
                </a:solidFill>
              </a:defRPr>
            </a:lvl5pPr>
            <a:lvl6pPr algn="l">
              <a:defRPr sz="1500" b="1" i="0">
                <a:solidFill>
                  <a:srgbClr val="26D3A2"/>
                </a:solidFill>
              </a:defRPr>
            </a:lvl6pPr>
            <a:lvl7pPr algn="l">
              <a:defRPr sz="1500" b="1" i="0">
                <a:solidFill>
                  <a:srgbClr val="26D3A2"/>
                </a:solidFill>
              </a:defRPr>
            </a:lvl7pPr>
            <a:lvl8pPr algn="l">
              <a:defRPr sz="1500" b="1" i="0">
                <a:solidFill>
                  <a:srgbClr val="26D3A2"/>
                </a:solidFill>
              </a:defRPr>
            </a:lvl8pPr>
            <a:lvl9pPr algn="l">
              <a:defRPr sz="15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6D3A2"/>
                </a:solidFill>
              </a:defRPr>
            </a:pPr>
            <a:r>
              <a:rPr sz="1500" b="1" i="0">
                <a:solidFill>
                  <a:srgbClr val="26D3A2"/>
                </a:solidFill>
              </a:rPr>
              <a:t>CE QUE L’ON PEUT CONSTRUIRE AVEC LE LIEU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B328F-B4CA-48D2-8E5C-54CF6A74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524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400" b="1" i="0">
                <a:solidFill>
                  <a:srgbClr val="FFF4E4"/>
                </a:solidFill>
              </a:defRPr>
            </a:defPPr>
            <a:lvl1pPr algn="l">
              <a:defRPr sz="5400" b="1" i="0">
                <a:solidFill>
                  <a:srgbClr val="FFF4E4"/>
                </a:solidFill>
              </a:defRPr>
            </a:lvl1pPr>
            <a:lvl2pPr algn="l">
              <a:defRPr sz="5400" b="1" i="0">
                <a:solidFill>
                  <a:srgbClr val="FFF4E4"/>
                </a:solidFill>
              </a:defRPr>
            </a:lvl2pPr>
            <a:lvl3pPr algn="l">
              <a:defRPr sz="5400" b="1" i="0">
                <a:solidFill>
                  <a:srgbClr val="FFF4E4"/>
                </a:solidFill>
              </a:defRPr>
            </a:lvl3pPr>
            <a:lvl4pPr algn="l">
              <a:defRPr sz="5400" b="1" i="0">
                <a:solidFill>
                  <a:srgbClr val="FFF4E4"/>
                </a:solidFill>
              </a:defRPr>
            </a:lvl4pPr>
            <a:lvl5pPr algn="l">
              <a:defRPr sz="5400" b="1" i="0">
                <a:solidFill>
                  <a:srgbClr val="FFF4E4"/>
                </a:solidFill>
              </a:defRPr>
            </a:lvl5pPr>
            <a:lvl6pPr algn="l">
              <a:defRPr sz="5400" b="1" i="0">
                <a:solidFill>
                  <a:srgbClr val="FFF4E4"/>
                </a:solidFill>
              </a:defRPr>
            </a:lvl6pPr>
            <a:lvl7pPr algn="l">
              <a:defRPr sz="5400" b="1" i="0">
                <a:solidFill>
                  <a:srgbClr val="FFF4E4"/>
                </a:solidFill>
              </a:defRPr>
            </a:lvl7pPr>
            <a:lvl8pPr algn="l">
              <a:defRPr sz="5400" b="1" i="0">
                <a:solidFill>
                  <a:srgbClr val="FFF4E4"/>
                </a:solidFill>
              </a:defRPr>
            </a:lvl8pPr>
            <a:lvl9pPr algn="l">
              <a:defRPr sz="54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Présence, conversion, fidélisation et visibilité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29E07-5E06-41ED-8426-B096D043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A8A14-02B3-47C6-857D-60F82180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1257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 i="0">
                <a:solidFill>
                  <a:srgbClr val="FFFFFF"/>
                </a:solidFill>
              </a:defRPr>
            </a:defPPr>
            <a:lvl1pPr algn="l">
              <a:defRPr sz="2250" b="0" i="0">
                <a:solidFill>
                  <a:srgbClr val="FFFFFF"/>
                </a:solidFill>
              </a:defRPr>
            </a:lvl1pPr>
            <a:lvl2pPr algn="l">
              <a:defRPr sz="2250" b="0" i="0">
                <a:solidFill>
                  <a:srgbClr val="FFFFFF"/>
                </a:solidFill>
              </a:defRPr>
            </a:lvl2pPr>
            <a:lvl3pPr algn="l">
              <a:defRPr sz="2250" b="0" i="0">
                <a:solidFill>
                  <a:srgbClr val="FFFFFF"/>
                </a:solidFill>
              </a:defRPr>
            </a:lvl3pPr>
            <a:lvl4pPr algn="l">
              <a:defRPr sz="2250" b="0" i="0">
                <a:solidFill>
                  <a:srgbClr val="FFFFFF"/>
                </a:solidFill>
              </a:defRPr>
            </a:lvl4pPr>
            <a:lvl5pPr algn="l">
              <a:defRPr sz="2250" b="0" i="0">
                <a:solidFill>
                  <a:srgbClr val="FFFFFF"/>
                </a:solidFill>
              </a:defRPr>
            </a:lvl5pPr>
            <a:lvl6pPr algn="l">
              <a:defRPr sz="2250" b="0" i="0">
                <a:solidFill>
                  <a:srgbClr val="FFFFFF"/>
                </a:solidFill>
              </a:defRPr>
            </a:lvl6pPr>
            <a:lvl7pPr algn="l">
              <a:defRPr sz="2250" b="0" i="0">
                <a:solidFill>
                  <a:srgbClr val="FFFFFF"/>
                </a:solidFill>
              </a:defRPr>
            </a:lvl7pPr>
            <a:lvl8pPr algn="l">
              <a:defRPr sz="2250" b="0" i="0">
                <a:solidFill>
                  <a:srgbClr val="FFFFFF"/>
                </a:solidFill>
              </a:defRPr>
            </a:lvl8pPr>
            <a:lvl9pPr algn="l">
              <a:defRPr sz="22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FFFFFF"/>
                </a:solidFill>
              </a:defRPr>
            </a:pPr>
            <a:r>
              <a:rPr sz="2250" b="0" i="0">
                <a:solidFill>
                  <a:srgbClr val="FFFFFF"/>
                </a:solidFill>
              </a:rPr>
              <a:t>Le rendez-vous sert à retenir les services utiles, pas à empiler toutes les options.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D0B37-7AE6-4C5A-B2D3-A7A82507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96375"/>
            <a:ext cx="1190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26D3A2"/>
                </a:solidFill>
              </a:defRPr>
            </a:defPPr>
            <a:lvl1pPr algn="l">
              <a:defRPr sz="1350" b="1" i="0">
                <a:solidFill>
                  <a:srgbClr val="26D3A2"/>
                </a:solidFill>
              </a:defRPr>
            </a:lvl1pPr>
            <a:lvl2pPr algn="l">
              <a:defRPr sz="1350" b="1" i="0">
                <a:solidFill>
                  <a:srgbClr val="26D3A2"/>
                </a:solidFill>
              </a:defRPr>
            </a:lvl2pPr>
            <a:lvl3pPr algn="l">
              <a:defRPr sz="1350" b="1" i="0">
                <a:solidFill>
                  <a:srgbClr val="26D3A2"/>
                </a:solidFill>
              </a:defRPr>
            </a:lvl3pPr>
            <a:lvl4pPr algn="l">
              <a:defRPr sz="1350" b="1" i="0">
                <a:solidFill>
                  <a:srgbClr val="26D3A2"/>
                </a:solidFill>
              </a:defRPr>
            </a:lvl4pPr>
            <a:lvl5pPr algn="l">
              <a:defRPr sz="1350" b="1" i="0">
                <a:solidFill>
                  <a:srgbClr val="26D3A2"/>
                </a:solidFill>
              </a:defRPr>
            </a:lvl5pPr>
            <a:lvl6pPr algn="l">
              <a:defRPr sz="1350" b="1" i="0">
                <a:solidFill>
                  <a:srgbClr val="26D3A2"/>
                </a:solidFill>
              </a:defRPr>
            </a:lvl6pPr>
            <a:lvl7pPr algn="l">
              <a:defRPr sz="1350" b="1" i="0">
                <a:solidFill>
                  <a:srgbClr val="26D3A2"/>
                </a:solidFill>
              </a:defRPr>
            </a:lvl7pPr>
            <a:lvl8pPr algn="l">
              <a:defRPr sz="1350" b="1" i="0">
                <a:solidFill>
                  <a:srgbClr val="26D3A2"/>
                </a:solidFill>
              </a:defRPr>
            </a:lvl8pPr>
            <a:lvl9pPr algn="l">
              <a:defRPr sz="135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26D3A2"/>
                </a:solidFill>
              </a:defRPr>
            </a:pPr>
            <a:r>
              <a:rPr sz="1350" b="1" i="0">
                <a:solidFill>
                  <a:srgbClr val="26D3A2"/>
                </a:solidFill>
              </a:rPr>
              <a:t>UNE PROPOSITION ADAPTÉE À CHAQUE ACTIVITÉ</a:t>
            </a:r>
          </a:p>
        </p:txBody>
      </p:sp>
    </p:spTree>
    <p:extLst>
      <p:ext uri="{BB962C8B-B14F-4D97-AF65-F5344CB8AC3E}">
        <p14:creationId xmlns:p14="http://schemas.microsoft.com/office/powerpoint/2010/main" val="10426710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96A39-A386-4547-BB26-891A381A8F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7dd3e09604d5f"/>
          <a:srcRect xmlns:a="http://schemas.openxmlformats.org/drawingml/2006/main" l="926" t="0" r="9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0"/>
            <a:ext cx="100965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02F2D-DE14-4D7E-9820-9917D34E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57F99-8933-4E04-A793-96411C62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14287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A33C8-5441-40B1-8332-01D285B95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2AC5F-AFE4-4E5A-BB00-6ED35A36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ABONNEMENT AVANTAGES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44E805-1699-4F3D-AE54-05FC01BB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CA6F6-356C-4EE4-B316-739965EE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7879A-B806-4BA6-A939-DFF4D7C8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FFF4E4"/>
                </a:solidFill>
              </a:defRPr>
            </a:defPPr>
            <a:lvl1pPr algn="l">
              <a:defRPr sz="4500" b="1" i="0">
                <a:solidFill>
                  <a:srgbClr val="FFF4E4"/>
                </a:solidFill>
              </a:defRPr>
            </a:lvl1pPr>
            <a:lvl2pPr algn="l">
              <a:defRPr sz="4500" b="1" i="0">
                <a:solidFill>
                  <a:srgbClr val="FFF4E4"/>
                </a:solidFill>
              </a:defRPr>
            </a:lvl2pPr>
            <a:lvl3pPr algn="l">
              <a:defRPr sz="4500" b="1" i="0">
                <a:solidFill>
                  <a:srgbClr val="FFF4E4"/>
                </a:solidFill>
              </a:defRPr>
            </a:lvl3pPr>
            <a:lvl4pPr algn="l">
              <a:defRPr sz="4500" b="1" i="0">
                <a:solidFill>
                  <a:srgbClr val="FFF4E4"/>
                </a:solidFill>
              </a:defRPr>
            </a:lvl4pPr>
            <a:lvl5pPr algn="l">
              <a:defRPr sz="4500" b="1" i="0">
                <a:solidFill>
                  <a:srgbClr val="FFF4E4"/>
                </a:solidFill>
              </a:defRPr>
            </a:lvl5pPr>
            <a:lvl6pPr algn="l">
              <a:defRPr sz="4500" b="1" i="0">
                <a:solidFill>
                  <a:srgbClr val="FFF4E4"/>
                </a:solidFill>
              </a:defRPr>
            </a:lvl6pPr>
            <a:lvl7pPr algn="l">
              <a:defRPr sz="4500" b="1" i="0">
                <a:solidFill>
                  <a:srgbClr val="FFF4E4"/>
                </a:solidFill>
              </a:defRPr>
            </a:lvl7pPr>
            <a:lvl8pPr algn="l">
              <a:defRPr sz="4500" b="1" i="0">
                <a:solidFill>
                  <a:srgbClr val="FFF4E4"/>
                </a:solidFill>
              </a:defRPr>
            </a:lvl8pPr>
            <a:lvl9pPr algn="l">
              <a:defRPr sz="45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500" b="1" i="0">
                <a:solidFill>
                  <a:srgbClr val="FFF4E4"/>
                </a:solidFill>
              </a:defRPr>
            </a:pPr>
            <a:r>
              <a:rPr sz="4500" b="1" i="0">
                <a:solidFill>
                  <a:srgbClr val="FFF4E4"/>
                </a:solidFill>
              </a:rPr>
              <a:t>Donner une vraie raison de revenir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3C528C-49BE-4B61-9621-E251445D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8A066-9FD2-43B1-8F80-0D154857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 i="0">
                <a:solidFill>
                  <a:srgbClr val="FFFFFF"/>
                </a:solidFill>
              </a:defRPr>
            </a:defPPr>
            <a:lvl1pPr algn="l">
              <a:defRPr sz="2175" b="0" i="0">
                <a:solidFill>
                  <a:srgbClr val="FFFFFF"/>
                </a:solidFill>
              </a:defRPr>
            </a:lvl1pPr>
            <a:lvl2pPr algn="l">
              <a:defRPr sz="2175" b="0" i="0">
                <a:solidFill>
                  <a:srgbClr val="FFFFFF"/>
                </a:solidFill>
              </a:defRPr>
            </a:lvl2pPr>
            <a:lvl3pPr algn="l">
              <a:defRPr sz="2175" b="0" i="0">
                <a:solidFill>
                  <a:srgbClr val="FFFFFF"/>
                </a:solidFill>
              </a:defRPr>
            </a:lvl3pPr>
            <a:lvl4pPr algn="l">
              <a:defRPr sz="2175" b="0" i="0">
                <a:solidFill>
                  <a:srgbClr val="FFFFFF"/>
                </a:solidFill>
              </a:defRPr>
            </a:lvl4pPr>
            <a:lvl5pPr algn="l">
              <a:defRPr sz="2175" b="0" i="0">
                <a:solidFill>
                  <a:srgbClr val="FFFFFF"/>
                </a:solidFill>
              </a:defRPr>
            </a:lvl5pPr>
            <a:lvl6pPr algn="l">
              <a:defRPr sz="2175" b="0" i="0">
                <a:solidFill>
                  <a:srgbClr val="FFFFFF"/>
                </a:solidFill>
              </a:defRPr>
            </a:lvl6pPr>
            <a:lvl7pPr algn="l">
              <a:defRPr sz="2175" b="0" i="0">
                <a:solidFill>
                  <a:srgbClr val="FFFFFF"/>
                </a:solidFill>
              </a:defRPr>
            </a:lvl7pPr>
            <a:lvl8pPr algn="l">
              <a:defRPr sz="2175" b="0" i="0">
                <a:solidFill>
                  <a:srgbClr val="FFFFFF"/>
                </a:solidFill>
              </a:defRPr>
            </a:lvl8pPr>
            <a:lvl9pPr algn="l">
              <a:defRPr sz="217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0" i="0">
                <a:solidFill>
                  <a:srgbClr val="FFFFFF"/>
                </a:solidFill>
              </a:defRPr>
            </a:pPr>
            <a:r>
              <a:rPr sz="2175" b="0" i="0">
                <a:solidFill>
                  <a:srgbClr val="FFFFFF"/>
                </a:solidFill>
              </a:rPr>
              <a:t>Le lieu choisit les avantages qu’il réserve aux membres iziLife Pass et iziLife Prime.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81D96-D09B-426C-9D84-64037721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63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TROIS TEMPORALITÉS POSSIBLES</a:t>
            </a:r>
          </a:p>
        </p:txBody>
      </p:sp>
    </p:spTree>
    <p:extLst>
      <p:ext uri="{BB962C8B-B14F-4D97-AF65-F5344CB8AC3E}">
        <p14:creationId xmlns:p14="http://schemas.microsoft.com/office/powerpoint/2010/main" val="9505028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A1925-D451-4996-A1FA-02A340B5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A48A93-F2AB-4C37-A30E-65B8889A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AVANTAGE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FEE32-2BCB-4FC1-BD7A-BF7A7963A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0D85F-4E9A-4CEF-BDC6-12EFDB25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D7D8C-4502-4804-BBCE-0BDE43639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Permanent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DD79C-7E11-4901-BBF6-CC2CF127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892070-B383-4689-8E65-90397A0A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33875"/>
            <a:ext cx="61912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025" b="0" i="0">
                <a:solidFill>
                  <a:srgbClr val="FFFFFF"/>
                </a:solidFill>
              </a:defRPr>
            </a:defPPr>
            <a:lvl1pPr algn="l">
              <a:defRPr sz="2025" b="0" i="0">
                <a:solidFill>
                  <a:srgbClr val="FFFFFF"/>
                </a:solidFill>
              </a:defRPr>
            </a:lvl1pPr>
            <a:lvl2pPr algn="l">
              <a:defRPr sz="2025" b="0" i="0">
                <a:solidFill>
                  <a:srgbClr val="FFFFFF"/>
                </a:solidFill>
              </a:defRPr>
            </a:lvl2pPr>
            <a:lvl3pPr algn="l">
              <a:defRPr sz="2025" b="0" i="0">
                <a:solidFill>
                  <a:srgbClr val="FFFFFF"/>
                </a:solidFill>
              </a:defRPr>
            </a:lvl3pPr>
            <a:lvl4pPr algn="l">
              <a:defRPr sz="2025" b="0" i="0">
                <a:solidFill>
                  <a:srgbClr val="FFFFFF"/>
                </a:solidFill>
              </a:defRPr>
            </a:lvl4pPr>
            <a:lvl5pPr algn="l">
              <a:defRPr sz="2025" b="0" i="0">
                <a:solidFill>
                  <a:srgbClr val="FFFFFF"/>
                </a:solidFill>
              </a:defRPr>
            </a:lvl5pPr>
            <a:lvl6pPr algn="l">
              <a:defRPr sz="2025" b="0" i="0">
                <a:solidFill>
                  <a:srgbClr val="FFFFFF"/>
                </a:solidFill>
              </a:defRPr>
            </a:lvl6pPr>
            <a:lvl7pPr algn="l">
              <a:defRPr sz="2025" b="0" i="0">
                <a:solidFill>
                  <a:srgbClr val="FFFFFF"/>
                </a:solidFill>
              </a:defRPr>
            </a:lvl7pPr>
            <a:lvl8pPr algn="l">
              <a:defRPr sz="2025" b="0" i="0">
                <a:solidFill>
                  <a:srgbClr val="FFFFFF"/>
                </a:solidFill>
              </a:defRPr>
            </a:lvl8pPr>
            <a:lvl9pPr algn="l">
              <a:defRPr sz="20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025" b="0" i="0">
                <a:solidFill>
                  <a:srgbClr val="FFFFFF"/>
                </a:solidFill>
              </a:defRPr>
            </a:pPr>
            <a:r>
              <a:rPr sz="2025" b="0" i="0">
                <a:solidFill>
                  <a:srgbClr val="FFFFFF"/>
                </a:solidFill>
              </a:rPr>
              <a:t>Un avantage disponible toute l’année, avec les conditions définies par le lieu.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4F7AA-8575-4F42-B4EC-1B1E8582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127D2-2834-4101-A20B-1DDC2A303D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65badd2ac4dfa"/>
          <a:stretch xmlns:a="http://schemas.openxmlformats.org/drawingml/2006/main"/>
        </p:blipFill>
        <p:spPr>
          <a:xfrm xmlns:a="http://schemas.openxmlformats.org/drawingml/2006/main">
            <a:off x="8929688" y="1476375"/>
            <a:ext cx="7429500" cy="7429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400B4-6DB7-4529-9073-69226BE4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UNE MÉCANIQUE SIMPLE À EXPLIQUER ET À UTILISER</a:t>
            </a:r>
          </a:p>
        </p:txBody>
      </p:sp>
    </p:spTree>
    <p:extLst>
      <p:ext uri="{BB962C8B-B14F-4D97-AF65-F5344CB8AC3E}">
        <p14:creationId xmlns:p14="http://schemas.microsoft.com/office/powerpoint/2010/main" val="16736019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C41E6C-0FA0-40BF-88E6-571741AF1E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4c0ff3c1a4c88"/>
          <a:srcRect xmlns:a="http://schemas.openxmlformats.org/drawingml/2006/main" l="0" t="9231" r="0" b="92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0"/>
            <a:ext cx="100965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D74C2-DD36-4246-BC38-7BF449EC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F2CED-7EAF-44CC-A797-60E90308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14287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549078-C4C6-406C-B82C-175D79B6C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23070-DA78-4DB1-81FF-40F40011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AVANTAGE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495DE-9CB2-48D3-8723-84B769E2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90890-AF75-4A3D-A972-1FB73FBD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E3D1F-9782-4E46-B5BC-41692D38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FFF4E4"/>
                </a:solidFill>
              </a:defRPr>
            </a:defPPr>
            <a:lvl1pPr algn="l">
              <a:defRPr sz="4500" b="1" i="0">
                <a:solidFill>
                  <a:srgbClr val="FFF4E4"/>
                </a:solidFill>
              </a:defRPr>
            </a:lvl1pPr>
            <a:lvl2pPr algn="l">
              <a:defRPr sz="4500" b="1" i="0">
                <a:solidFill>
                  <a:srgbClr val="FFF4E4"/>
                </a:solidFill>
              </a:defRPr>
            </a:lvl2pPr>
            <a:lvl3pPr algn="l">
              <a:defRPr sz="4500" b="1" i="0">
                <a:solidFill>
                  <a:srgbClr val="FFF4E4"/>
                </a:solidFill>
              </a:defRPr>
            </a:lvl3pPr>
            <a:lvl4pPr algn="l">
              <a:defRPr sz="4500" b="1" i="0">
                <a:solidFill>
                  <a:srgbClr val="FFF4E4"/>
                </a:solidFill>
              </a:defRPr>
            </a:lvl4pPr>
            <a:lvl5pPr algn="l">
              <a:defRPr sz="4500" b="1" i="0">
                <a:solidFill>
                  <a:srgbClr val="FFF4E4"/>
                </a:solidFill>
              </a:defRPr>
            </a:lvl5pPr>
            <a:lvl6pPr algn="l">
              <a:defRPr sz="4500" b="1" i="0">
                <a:solidFill>
                  <a:srgbClr val="FFF4E4"/>
                </a:solidFill>
              </a:defRPr>
            </a:lvl6pPr>
            <a:lvl7pPr algn="l">
              <a:defRPr sz="4500" b="1" i="0">
                <a:solidFill>
                  <a:srgbClr val="FFF4E4"/>
                </a:solidFill>
              </a:defRPr>
            </a:lvl7pPr>
            <a:lvl8pPr algn="l">
              <a:defRPr sz="4500" b="1" i="0">
                <a:solidFill>
                  <a:srgbClr val="FFF4E4"/>
                </a:solidFill>
              </a:defRPr>
            </a:lvl8pPr>
            <a:lvl9pPr algn="l">
              <a:defRPr sz="45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500" b="1" i="0">
                <a:solidFill>
                  <a:srgbClr val="FFF4E4"/>
                </a:solidFill>
              </a:defRPr>
            </a:pPr>
            <a:r>
              <a:rPr sz="4500" b="1" i="0">
                <a:solidFill>
                  <a:srgbClr val="FFF4E4"/>
                </a:solidFill>
              </a:rPr>
              <a:t>Anniversaire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C37C3-6446-4C62-B1F0-F206FABB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50C61A-1155-4DA0-91AD-133B347B5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 i="0">
                <a:solidFill>
                  <a:srgbClr val="FFFFFF"/>
                </a:solidFill>
              </a:defRPr>
            </a:defPPr>
            <a:lvl1pPr algn="l">
              <a:defRPr sz="2175" b="0" i="0">
                <a:solidFill>
                  <a:srgbClr val="FFFFFF"/>
                </a:solidFill>
              </a:defRPr>
            </a:lvl1pPr>
            <a:lvl2pPr algn="l">
              <a:defRPr sz="2175" b="0" i="0">
                <a:solidFill>
                  <a:srgbClr val="FFFFFF"/>
                </a:solidFill>
              </a:defRPr>
            </a:lvl2pPr>
            <a:lvl3pPr algn="l">
              <a:defRPr sz="2175" b="0" i="0">
                <a:solidFill>
                  <a:srgbClr val="FFFFFF"/>
                </a:solidFill>
              </a:defRPr>
            </a:lvl3pPr>
            <a:lvl4pPr algn="l">
              <a:defRPr sz="2175" b="0" i="0">
                <a:solidFill>
                  <a:srgbClr val="FFFFFF"/>
                </a:solidFill>
              </a:defRPr>
            </a:lvl4pPr>
            <a:lvl5pPr algn="l">
              <a:defRPr sz="2175" b="0" i="0">
                <a:solidFill>
                  <a:srgbClr val="FFFFFF"/>
                </a:solidFill>
              </a:defRPr>
            </a:lvl5pPr>
            <a:lvl6pPr algn="l">
              <a:defRPr sz="2175" b="0" i="0">
                <a:solidFill>
                  <a:srgbClr val="FFFFFF"/>
                </a:solidFill>
              </a:defRPr>
            </a:lvl6pPr>
            <a:lvl7pPr algn="l">
              <a:defRPr sz="2175" b="0" i="0">
                <a:solidFill>
                  <a:srgbClr val="FFFFFF"/>
                </a:solidFill>
              </a:defRPr>
            </a:lvl7pPr>
            <a:lvl8pPr algn="l">
              <a:defRPr sz="2175" b="0" i="0">
                <a:solidFill>
                  <a:srgbClr val="FFFFFF"/>
                </a:solidFill>
              </a:defRPr>
            </a:lvl8pPr>
            <a:lvl9pPr algn="l">
              <a:defRPr sz="217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0" i="0">
                <a:solidFill>
                  <a:srgbClr val="FFFFFF"/>
                </a:solidFill>
              </a:defRPr>
            </a:pPr>
            <a:r>
              <a:rPr sz="2175" b="0" i="0">
                <a:solidFill>
                  <a:srgbClr val="FFFFFF"/>
                </a:solidFill>
              </a:rPr>
              <a:t>Un avantage disponible autour de l’anniversaire du membre, sur une période fixée avec le commerce.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1B2D5-4B6E-454F-AAEC-D51350E0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63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CRÉER UN MOMENT ATTENDU SANS AUTOMATISME COMMERCIAL IMPOSÉ</a:t>
            </a:r>
          </a:p>
        </p:txBody>
      </p:sp>
    </p:spTree>
    <p:extLst>
      <p:ext uri="{BB962C8B-B14F-4D97-AF65-F5344CB8AC3E}">
        <p14:creationId xmlns:p14="http://schemas.microsoft.com/office/powerpoint/2010/main" val="20828908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B8BC7-C967-4B50-A53D-861471AA0B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82076b63d4e7c"/>
          <a:srcRect xmlns:a="http://schemas.openxmlformats.org/drawingml/2006/main" l="0" t="9231" r="0" b="92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0"/>
            <a:ext cx="100965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6D9F2-732F-4DBC-9FCE-4F23319A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4195F-E856-4BAE-8FCE-6DACF06C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14287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D085A3-7B6E-46E4-8764-3ACC4CCA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5FED2D-5D06-43A9-8D0A-5EF7C6186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AVANTAGE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759AE-4179-4F87-A28B-225EF35B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D6ACC-BA7F-4272-AB33-EB7DA381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8ECDF-DFA0-44D9-B1E0-EB4F20A2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FFF4E4"/>
                </a:solidFill>
              </a:defRPr>
            </a:defPPr>
            <a:lvl1pPr algn="l">
              <a:defRPr sz="4500" b="1" i="0">
                <a:solidFill>
                  <a:srgbClr val="FFF4E4"/>
                </a:solidFill>
              </a:defRPr>
            </a:lvl1pPr>
            <a:lvl2pPr algn="l">
              <a:defRPr sz="4500" b="1" i="0">
                <a:solidFill>
                  <a:srgbClr val="FFF4E4"/>
                </a:solidFill>
              </a:defRPr>
            </a:lvl2pPr>
            <a:lvl3pPr algn="l">
              <a:defRPr sz="4500" b="1" i="0">
                <a:solidFill>
                  <a:srgbClr val="FFF4E4"/>
                </a:solidFill>
              </a:defRPr>
            </a:lvl3pPr>
            <a:lvl4pPr algn="l">
              <a:defRPr sz="4500" b="1" i="0">
                <a:solidFill>
                  <a:srgbClr val="FFF4E4"/>
                </a:solidFill>
              </a:defRPr>
            </a:lvl4pPr>
            <a:lvl5pPr algn="l">
              <a:defRPr sz="4500" b="1" i="0">
                <a:solidFill>
                  <a:srgbClr val="FFF4E4"/>
                </a:solidFill>
              </a:defRPr>
            </a:lvl5pPr>
            <a:lvl6pPr algn="l">
              <a:defRPr sz="4500" b="1" i="0">
                <a:solidFill>
                  <a:srgbClr val="FFF4E4"/>
                </a:solidFill>
              </a:defRPr>
            </a:lvl6pPr>
            <a:lvl7pPr algn="l">
              <a:defRPr sz="4500" b="1" i="0">
                <a:solidFill>
                  <a:srgbClr val="FFF4E4"/>
                </a:solidFill>
              </a:defRPr>
            </a:lvl7pPr>
            <a:lvl8pPr algn="l">
              <a:defRPr sz="4500" b="1" i="0">
                <a:solidFill>
                  <a:srgbClr val="FFF4E4"/>
                </a:solidFill>
              </a:defRPr>
            </a:lvl8pPr>
            <a:lvl9pPr algn="l">
              <a:defRPr sz="45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500" b="1" i="0">
                <a:solidFill>
                  <a:srgbClr val="FFF4E4"/>
                </a:solidFill>
              </a:defRPr>
            </a:pPr>
            <a:r>
              <a:rPr sz="4500" b="1" i="0">
                <a:solidFill>
                  <a:srgbClr val="FFF4E4"/>
                </a:solidFill>
              </a:rPr>
              <a:t>Cadeau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6FB04-E0CA-4773-99A8-24E967CA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C83403-CD78-489F-A004-E1C9DB10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 i="0">
                <a:solidFill>
                  <a:srgbClr val="FFFFFF"/>
                </a:solidFill>
              </a:defRPr>
            </a:defPPr>
            <a:lvl1pPr algn="l">
              <a:defRPr sz="2175" b="0" i="0">
                <a:solidFill>
                  <a:srgbClr val="FFFFFF"/>
                </a:solidFill>
              </a:defRPr>
            </a:lvl1pPr>
            <a:lvl2pPr algn="l">
              <a:defRPr sz="2175" b="0" i="0">
                <a:solidFill>
                  <a:srgbClr val="FFFFFF"/>
                </a:solidFill>
              </a:defRPr>
            </a:lvl2pPr>
            <a:lvl3pPr algn="l">
              <a:defRPr sz="2175" b="0" i="0">
                <a:solidFill>
                  <a:srgbClr val="FFFFFF"/>
                </a:solidFill>
              </a:defRPr>
            </a:lvl3pPr>
            <a:lvl4pPr algn="l">
              <a:defRPr sz="2175" b="0" i="0">
                <a:solidFill>
                  <a:srgbClr val="FFFFFF"/>
                </a:solidFill>
              </a:defRPr>
            </a:lvl4pPr>
            <a:lvl5pPr algn="l">
              <a:defRPr sz="2175" b="0" i="0">
                <a:solidFill>
                  <a:srgbClr val="FFFFFF"/>
                </a:solidFill>
              </a:defRPr>
            </a:lvl5pPr>
            <a:lvl6pPr algn="l">
              <a:defRPr sz="2175" b="0" i="0">
                <a:solidFill>
                  <a:srgbClr val="FFFFFF"/>
                </a:solidFill>
              </a:defRPr>
            </a:lvl6pPr>
            <a:lvl7pPr algn="l">
              <a:defRPr sz="2175" b="0" i="0">
                <a:solidFill>
                  <a:srgbClr val="FFFFFF"/>
                </a:solidFill>
              </a:defRPr>
            </a:lvl7pPr>
            <a:lvl8pPr algn="l">
              <a:defRPr sz="2175" b="0" i="0">
                <a:solidFill>
                  <a:srgbClr val="FFFFFF"/>
                </a:solidFill>
              </a:defRPr>
            </a:lvl8pPr>
            <a:lvl9pPr algn="l">
              <a:defRPr sz="217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0" i="0">
                <a:solidFill>
                  <a:srgbClr val="FFFFFF"/>
                </a:solidFill>
              </a:defRPr>
            </a:pPr>
            <a:r>
              <a:rPr sz="2175" b="0" i="0">
                <a:solidFill>
                  <a:srgbClr val="FFFFFF"/>
                </a:solidFill>
              </a:rPr>
              <a:t>Un cadeau accessible selon la règle choisie : première visite, fidélité, campagne ou autre condition validée.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FAB25F-300D-4179-8151-347F08F7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63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LE LIEU GARDE LA MAÎTRISE DES CONDITIONS</a:t>
            </a:r>
          </a:p>
        </p:txBody>
      </p:sp>
    </p:spTree>
    <p:extLst>
      <p:ext uri="{BB962C8B-B14F-4D97-AF65-F5344CB8AC3E}">
        <p14:creationId xmlns:p14="http://schemas.microsoft.com/office/powerpoint/2010/main" val="12805451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A64AA-B37D-45CC-946D-65CDEDB9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0D853-761B-4A7F-9F99-52B3DF92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RÉSERVATION GROUPE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C8F17A-57F0-4005-9F01-49ADADBC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360C0A-E0F1-4D67-AF63-9CA312C2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9817D-EBE7-498B-82E7-6E4DA6FA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Recevoir une demande structurée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2AD0C-6A27-4E1D-81D1-A516507D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5D04F-F10C-46A5-97F0-E7527DBF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0F1AF-F609-47E5-9DAD-E36BB4BE8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Nombre de personnes et créneau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D45B65-6574-49A6-BEAB-6409336F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97B1D-C5CD-471C-8164-EF29518B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Besoin particulier et informations utiles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603EB-3465-43D3-84EA-6AAB355A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59782-6D62-45D5-9236-64384C5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Traitement depuis l’Espace Partenaire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3884A-B144-4D02-B785-D3175926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7BA18-5373-43CB-8541-2336AABD4B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1b9a7f0bba418d"/>
          <a:stretch xmlns:a="http://schemas.openxmlformats.org/drawingml/2006/main"/>
        </p:blipFill>
        <p:spPr>
          <a:xfrm xmlns:a="http://schemas.openxmlformats.org/drawingml/2006/main">
            <a:off x="8143875" y="2659559"/>
            <a:ext cx="9001125" cy="506313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5E5FA-9502-4D43-9986-208FD113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POUR LES GROUPES ADAPTÉS À LA CAPACITÉ DU LIEU</a:t>
            </a:r>
          </a:p>
        </p:txBody>
      </p:sp>
    </p:spTree>
    <p:extLst>
      <p:ext uri="{BB962C8B-B14F-4D97-AF65-F5344CB8AC3E}">
        <p14:creationId xmlns:p14="http://schemas.microsoft.com/office/powerpoint/2010/main" val="18943655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0358D-F428-41A1-9B31-55664CC517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e14ea98114b44"/>
          <a:srcRect xmlns:a="http://schemas.openxmlformats.org/drawingml/2006/main" l="0" t="9231" r="0" b="92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0"/>
            <a:ext cx="100965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DDBAF-6EE3-4DFD-9983-200CF09A8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7924D-A892-4B14-86A4-254C4AF5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14287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25E6B-5E3A-49E4-AC06-9B5D1C8E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630129-7347-448B-A834-C08A9176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RÉSERVATION COMMUNAUTÉ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28F77-BA81-45B2-8897-D0FA24B8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2358D6-AF4A-4078-8B5D-EFE8B69E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F83515-9AF4-4551-B332-43CE773A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FFF4E4"/>
                </a:solidFill>
              </a:defRPr>
            </a:defPPr>
            <a:lvl1pPr algn="l">
              <a:defRPr sz="4500" b="1" i="0">
                <a:solidFill>
                  <a:srgbClr val="FFF4E4"/>
                </a:solidFill>
              </a:defRPr>
            </a:lvl1pPr>
            <a:lvl2pPr algn="l">
              <a:defRPr sz="4500" b="1" i="0">
                <a:solidFill>
                  <a:srgbClr val="FFF4E4"/>
                </a:solidFill>
              </a:defRPr>
            </a:lvl2pPr>
            <a:lvl3pPr algn="l">
              <a:defRPr sz="4500" b="1" i="0">
                <a:solidFill>
                  <a:srgbClr val="FFF4E4"/>
                </a:solidFill>
              </a:defRPr>
            </a:lvl3pPr>
            <a:lvl4pPr algn="l">
              <a:defRPr sz="4500" b="1" i="0">
                <a:solidFill>
                  <a:srgbClr val="FFF4E4"/>
                </a:solidFill>
              </a:defRPr>
            </a:lvl4pPr>
            <a:lvl5pPr algn="l">
              <a:defRPr sz="4500" b="1" i="0">
                <a:solidFill>
                  <a:srgbClr val="FFF4E4"/>
                </a:solidFill>
              </a:defRPr>
            </a:lvl5pPr>
            <a:lvl6pPr algn="l">
              <a:defRPr sz="4500" b="1" i="0">
                <a:solidFill>
                  <a:srgbClr val="FFF4E4"/>
                </a:solidFill>
              </a:defRPr>
            </a:lvl6pPr>
            <a:lvl7pPr algn="l">
              <a:defRPr sz="4500" b="1" i="0">
                <a:solidFill>
                  <a:srgbClr val="FFF4E4"/>
                </a:solidFill>
              </a:defRPr>
            </a:lvl7pPr>
            <a:lvl8pPr algn="l">
              <a:defRPr sz="4500" b="1" i="0">
                <a:solidFill>
                  <a:srgbClr val="FFF4E4"/>
                </a:solidFill>
              </a:defRPr>
            </a:lvl8pPr>
            <a:lvl9pPr algn="l">
              <a:defRPr sz="45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500" b="1" i="0">
                <a:solidFill>
                  <a:srgbClr val="FFF4E4"/>
                </a:solidFill>
              </a:defRPr>
            </a:pPr>
            <a:r>
              <a:rPr sz="4500" b="1" i="0">
                <a:solidFill>
                  <a:srgbClr val="FFF4E4"/>
                </a:solidFill>
              </a:rPr>
              <a:t>Des demandes plus larges, sans créer un autre parcours inutile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857A9-1C35-40CB-9DFB-C115B65A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784325-C51F-4B65-BE56-D844B9B8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 i="0">
                <a:solidFill>
                  <a:srgbClr val="FFFFFF"/>
                </a:solidFill>
              </a:defRPr>
            </a:defPPr>
            <a:lvl1pPr algn="l">
              <a:defRPr sz="2175" b="0" i="0">
                <a:solidFill>
                  <a:srgbClr val="FFFFFF"/>
                </a:solidFill>
              </a:defRPr>
            </a:lvl1pPr>
            <a:lvl2pPr algn="l">
              <a:defRPr sz="2175" b="0" i="0">
                <a:solidFill>
                  <a:srgbClr val="FFFFFF"/>
                </a:solidFill>
              </a:defRPr>
            </a:lvl2pPr>
            <a:lvl3pPr algn="l">
              <a:defRPr sz="2175" b="0" i="0">
                <a:solidFill>
                  <a:srgbClr val="FFFFFF"/>
                </a:solidFill>
              </a:defRPr>
            </a:lvl3pPr>
            <a:lvl4pPr algn="l">
              <a:defRPr sz="2175" b="0" i="0">
                <a:solidFill>
                  <a:srgbClr val="FFFFFF"/>
                </a:solidFill>
              </a:defRPr>
            </a:lvl4pPr>
            <a:lvl5pPr algn="l">
              <a:defRPr sz="2175" b="0" i="0">
                <a:solidFill>
                  <a:srgbClr val="FFFFFF"/>
                </a:solidFill>
              </a:defRPr>
            </a:lvl5pPr>
            <a:lvl6pPr algn="l">
              <a:defRPr sz="2175" b="0" i="0">
                <a:solidFill>
                  <a:srgbClr val="FFFFFF"/>
                </a:solidFill>
              </a:defRPr>
            </a:lvl6pPr>
            <a:lvl7pPr algn="l">
              <a:defRPr sz="2175" b="0" i="0">
                <a:solidFill>
                  <a:srgbClr val="FFFFFF"/>
                </a:solidFill>
              </a:defRPr>
            </a:lvl7pPr>
            <a:lvl8pPr algn="l">
              <a:defRPr sz="2175" b="0" i="0">
                <a:solidFill>
                  <a:srgbClr val="FFFFFF"/>
                </a:solidFill>
              </a:defRPr>
            </a:lvl8pPr>
            <a:lvl9pPr algn="l">
              <a:defRPr sz="217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0" i="0">
                <a:solidFill>
                  <a:srgbClr val="FFFFFF"/>
                </a:solidFill>
              </a:defRPr>
            </a:pPr>
            <a:r>
              <a:rPr sz="2175" b="0" i="0">
                <a:solidFill>
                  <a:srgbClr val="FFFFFF"/>
                </a:solidFill>
              </a:rPr>
              <a:t>Quand la communauté dépasse le format habituel, la demande est qualifiée. Sinon, elle peut revenir vers le parcours groupe.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CD8C8-BFFE-424C-99FC-A091C63A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63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UN SEUL BESOIN : RECEVOIR LA BONNE DEMANDE</a:t>
            </a:r>
          </a:p>
        </p:txBody>
      </p:sp>
    </p:spTree>
    <p:extLst>
      <p:ext uri="{BB962C8B-B14F-4D97-AF65-F5344CB8AC3E}">
        <p14:creationId xmlns:p14="http://schemas.microsoft.com/office/powerpoint/2010/main" val="10465825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E2A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14E22-217C-47F0-89B0-A60D84DA65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7e31807ac41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44D239-0A4B-40F4-BE1B-DA14EC6F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94ACB9-E150-43F1-BFCC-82A2582D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CAAC6B-CBF9-4E14-8046-74681D9C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OPÉRATIONS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D6DB5D-58C8-41EF-A39F-43AAD91EB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DD231-86FB-45FD-8533-564A9735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57571F-A332-4F24-9BA6-EC802536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447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26D3A2"/>
                </a:solidFill>
              </a:defRPr>
            </a:defPPr>
            <a:lvl1pPr algn="l">
              <a:defRPr sz="1500" b="1" i="0">
                <a:solidFill>
                  <a:srgbClr val="26D3A2"/>
                </a:solidFill>
              </a:defRPr>
            </a:lvl1pPr>
            <a:lvl2pPr algn="l">
              <a:defRPr sz="1500" b="1" i="0">
                <a:solidFill>
                  <a:srgbClr val="26D3A2"/>
                </a:solidFill>
              </a:defRPr>
            </a:lvl2pPr>
            <a:lvl3pPr algn="l">
              <a:defRPr sz="1500" b="1" i="0">
                <a:solidFill>
                  <a:srgbClr val="26D3A2"/>
                </a:solidFill>
              </a:defRPr>
            </a:lvl3pPr>
            <a:lvl4pPr algn="l">
              <a:defRPr sz="1500" b="1" i="0">
                <a:solidFill>
                  <a:srgbClr val="26D3A2"/>
                </a:solidFill>
              </a:defRPr>
            </a:lvl4pPr>
            <a:lvl5pPr algn="l">
              <a:defRPr sz="1500" b="1" i="0">
                <a:solidFill>
                  <a:srgbClr val="26D3A2"/>
                </a:solidFill>
              </a:defRPr>
            </a:lvl5pPr>
            <a:lvl6pPr algn="l">
              <a:defRPr sz="1500" b="1" i="0">
                <a:solidFill>
                  <a:srgbClr val="26D3A2"/>
                </a:solidFill>
              </a:defRPr>
            </a:lvl6pPr>
            <a:lvl7pPr algn="l">
              <a:defRPr sz="1500" b="1" i="0">
                <a:solidFill>
                  <a:srgbClr val="26D3A2"/>
                </a:solidFill>
              </a:defRPr>
            </a:lvl7pPr>
            <a:lvl8pPr algn="l">
              <a:defRPr sz="1500" b="1" i="0">
                <a:solidFill>
                  <a:srgbClr val="26D3A2"/>
                </a:solidFill>
              </a:defRPr>
            </a:lvl8pPr>
            <a:lvl9pPr algn="l">
              <a:defRPr sz="15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6D3A2"/>
                </a:solidFill>
              </a:defRPr>
            </a:pPr>
            <a:r>
              <a:rPr sz="1500" b="1" i="0">
                <a:solidFill>
                  <a:srgbClr val="26D3A2"/>
                </a:solidFill>
              </a:rPr>
              <a:t>ACTIVER UN MOMENT PRÉCIS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893A4-73DA-4CF2-A835-7DA221A6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524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400" b="1" i="0">
                <a:solidFill>
                  <a:srgbClr val="FFF4E4"/>
                </a:solidFill>
              </a:defRPr>
            </a:defPPr>
            <a:lvl1pPr algn="l">
              <a:defRPr sz="5400" b="1" i="0">
                <a:solidFill>
                  <a:srgbClr val="FFF4E4"/>
                </a:solidFill>
              </a:defRPr>
            </a:lvl1pPr>
            <a:lvl2pPr algn="l">
              <a:defRPr sz="5400" b="1" i="0">
                <a:solidFill>
                  <a:srgbClr val="FFF4E4"/>
                </a:solidFill>
              </a:defRPr>
            </a:lvl2pPr>
            <a:lvl3pPr algn="l">
              <a:defRPr sz="5400" b="1" i="0">
                <a:solidFill>
                  <a:srgbClr val="FFF4E4"/>
                </a:solidFill>
              </a:defRPr>
            </a:lvl3pPr>
            <a:lvl4pPr algn="l">
              <a:defRPr sz="5400" b="1" i="0">
                <a:solidFill>
                  <a:srgbClr val="FFF4E4"/>
                </a:solidFill>
              </a:defRPr>
            </a:lvl4pPr>
            <a:lvl5pPr algn="l">
              <a:defRPr sz="5400" b="1" i="0">
                <a:solidFill>
                  <a:srgbClr val="FFF4E4"/>
                </a:solidFill>
              </a:defRPr>
            </a:lvl5pPr>
            <a:lvl6pPr algn="l">
              <a:defRPr sz="5400" b="1" i="0">
                <a:solidFill>
                  <a:srgbClr val="FFF4E4"/>
                </a:solidFill>
              </a:defRPr>
            </a:lvl6pPr>
            <a:lvl7pPr algn="l">
              <a:defRPr sz="5400" b="1" i="0">
                <a:solidFill>
                  <a:srgbClr val="FFF4E4"/>
                </a:solidFill>
              </a:defRPr>
            </a:lvl7pPr>
            <a:lvl8pPr algn="l">
              <a:defRPr sz="5400" b="1" i="0">
                <a:solidFill>
                  <a:srgbClr val="FFF4E4"/>
                </a:solidFill>
              </a:defRPr>
            </a:lvl8pPr>
            <a:lvl9pPr algn="l">
              <a:defRPr sz="54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C&amp;T, Last Minute et offres collectives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C0DF8-0F78-4395-8444-46827542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0779D-840A-41E9-B875-2449EF31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1257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 i="0">
                <a:solidFill>
                  <a:srgbClr val="FFFFFF"/>
                </a:solidFill>
              </a:defRPr>
            </a:defPPr>
            <a:lvl1pPr algn="l">
              <a:defRPr sz="2250" b="0" i="0">
                <a:solidFill>
                  <a:srgbClr val="FFFFFF"/>
                </a:solidFill>
              </a:defRPr>
            </a:lvl1pPr>
            <a:lvl2pPr algn="l">
              <a:defRPr sz="2250" b="0" i="0">
                <a:solidFill>
                  <a:srgbClr val="FFFFFF"/>
                </a:solidFill>
              </a:defRPr>
            </a:lvl2pPr>
            <a:lvl3pPr algn="l">
              <a:defRPr sz="2250" b="0" i="0">
                <a:solidFill>
                  <a:srgbClr val="FFFFFF"/>
                </a:solidFill>
              </a:defRPr>
            </a:lvl3pPr>
            <a:lvl4pPr algn="l">
              <a:defRPr sz="2250" b="0" i="0">
                <a:solidFill>
                  <a:srgbClr val="FFFFFF"/>
                </a:solidFill>
              </a:defRPr>
            </a:lvl4pPr>
            <a:lvl5pPr algn="l">
              <a:defRPr sz="2250" b="0" i="0">
                <a:solidFill>
                  <a:srgbClr val="FFFFFF"/>
                </a:solidFill>
              </a:defRPr>
            </a:lvl5pPr>
            <a:lvl6pPr algn="l">
              <a:defRPr sz="2250" b="0" i="0">
                <a:solidFill>
                  <a:srgbClr val="FFFFFF"/>
                </a:solidFill>
              </a:defRPr>
            </a:lvl6pPr>
            <a:lvl7pPr algn="l">
              <a:defRPr sz="2250" b="0" i="0">
                <a:solidFill>
                  <a:srgbClr val="FFFFFF"/>
                </a:solidFill>
              </a:defRPr>
            </a:lvl7pPr>
            <a:lvl8pPr algn="l">
              <a:defRPr sz="2250" b="0" i="0">
                <a:solidFill>
                  <a:srgbClr val="FFFFFF"/>
                </a:solidFill>
              </a:defRPr>
            </a:lvl8pPr>
            <a:lvl9pPr algn="l">
              <a:defRPr sz="22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FFFFFF"/>
                </a:solidFill>
              </a:defRPr>
            </a:pPr>
            <a:r>
              <a:rPr sz="2250" b="0" i="0">
                <a:solidFill>
                  <a:srgbClr val="FFFFFF"/>
                </a:solidFill>
              </a:rPr>
              <a:t>Chaque opération a sa logique propre. On choisit celle qui correspond à l’objectif et à la capacité réelle du lieu.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1264E-053E-4443-BA7C-30531A7B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96375"/>
            <a:ext cx="1190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26D3A2"/>
                </a:solidFill>
              </a:defRPr>
            </a:defPPr>
            <a:lvl1pPr algn="l">
              <a:defRPr sz="1350" b="1" i="0">
                <a:solidFill>
                  <a:srgbClr val="26D3A2"/>
                </a:solidFill>
              </a:defRPr>
            </a:lvl1pPr>
            <a:lvl2pPr algn="l">
              <a:defRPr sz="1350" b="1" i="0">
                <a:solidFill>
                  <a:srgbClr val="26D3A2"/>
                </a:solidFill>
              </a:defRPr>
            </a:lvl2pPr>
            <a:lvl3pPr algn="l">
              <a:defRPr sz="1350" b="1" i="0">
                <a:solidFill>
                  <a:srgbClr val="26D3A2"/>
                </a:solidFill>
              </a:defRPr>
            </a:lvl3pPr>
            <a:lvl4pPr algn="l">
              <a:defRPr sz="1350" b="1" i="0">
                <a:solidFill>
                  <a:srgbClr val="26D3A2"/>
                </a:solidFill>
              </a:defRPr>
            </a:lvl4pPr>
            <a:lvl5pPr algn="l">
              <a:defRPr sz="1350" b="1" i="0">
                <a:solidFill>
                  <a:srgbClr val="26D3A2"/>
                </a:solidFill>
              </a:defRPr>
            </a:lvl5pPr>
            <a:lvl6pPr algn="l">
              <a:defRPr sz="1350" b="1" i="0">
                <a:solidFill>
                  <a:srgbClr val="26D3A2"/>
                </a:solidFill>
              </a:defRPr>
            </a:lvl6pPr>
            <a:lvl7pPr algn="l">
              <a:defRPr sz="1350" b="1" i="0">
                <a:solidFill>
                  <a:srgbClr val="26D3A2"/>
                </a:solidFill>
              </a:defRPr>
            </a:lvl7pPr>
            <a:lvl8pPr algn="l">
              <a:defRPr sz="1350" b="1" i="0">
                <a:solidFill>
                  <a:srgbClr val="26D3A2"/>
                </a:solidFill>
              </a:defRPr>
            </a:lvl8pPr>
            <a:lvl9pPr algn="l">
              <a:defRPr sz="135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26D3A2"/>
                </a:solidFill>
              </a:defRPr>
            </a:pPr>
            <a:r>
              <a:rPr sz="1350" b="1" i="0">
                <a:solidFill>
                  <a:srgbClr val="26D3A2"/>
                </a:solidFill>
              </a:rPr>
              <a:t>LES OFFRES COLLECTIVES RESTENT À VENIR</a:t>
            </a:r>
          </a:p>
        </p:txBody>
      </p:sp>
    </p:spTree>
    <p:extLst>
      <p:ext uri="{BB962C8B-B14F-4D97-AF65-F5344CB8AC3E}">
        <p14:creationId xmlns:p14="http://schemas.microsoft.com/office/powerpoint/2010/main" val="1833199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E827A-5BCC-4C37-BB77-2D08E8108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AF86B-BC63-45E9-B9DD-EEABD20B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C&amp;T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CB2E0-E167-4F1B-9D6F-4FB43079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5C79BD-33D6-4247-9BE3-BFC6FFF3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91565-A30E-46B9-9E7F-5CEFAF5E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Une campagne limitée sur une sélection précise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7B6CF4-F335-4A14-9CCB-5C25262D5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FB87AF-A0B0-49BA-8103-5E1FB983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45043-A47E-468B-B71D-65ED5293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Une cible et une période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2AB0A-22F4-422D-8D5E-5E4554C01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DA832-BDF8-45DA-A2CD-5B34D90D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Une quantité ou un budget défini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0277A-D743-46BC-BB58-77B41797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E94E6-D65D-4405-83F5-62DCE645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Des conditions d’achat et d’utilisation explicites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411BD9-842A-4013-A787-53B53DD4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370AA-4540-44EB-8074-C3D8FD490F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a2d843f504a51"/>
          <a:stretch xmlns:a="http://schemas.openxmlformats.org/drawingml/2006/main"/>
        </p:blipFill>
        <p:spPr>
          <a:xfrm xmlns:a="http://schemas.openxmlformats.org/drawingml/2006/main">
            <a:off x="8143875" y="2659559"/>
            <a:ext cx="9001125" cy="506313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6162C-B580-49A0-ABF8-AFF3B52C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LE NOM COMMERCIAL C&amp;T RESTE À CONFIRMER DANS LE CATALOGUE FINAL</a:t>
            </a:r>
          </a:p>
        </p:txBody>
      </p:sp>
    </p:spTree>
    <p:extLst>
      <p:ext uri="{BB962C8B-B14F-4D97-AF65-F5344CB8AC3E}">
        <p14:creationId xmlns:p14="http://schemas.microsoft.com/office/powerpoint/2010/main" val="6983644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480003-813B-4852-B43F-6D0F7C9221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1027aa5f504c86"/>
          <a:srcRect xmlns:a="http://schemas.openxmlformats.org/drawingml/2006/main" l="0" t="9245" r="0" b="92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0"/>
            <a:ext cx="100965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E3722-F19A-4103-B04A-6B4D3144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14C3B3-7652-4995-BB3E-35F30104A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0"/>
            <a:ext cx="142875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F468B-029E-42CC-9EE0-25497004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E0016-B749-4190-9A80-7DA16A41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LAST MINUTE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EFD89-0E16-4842-A088-EFC28675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EA6CFA-7401-4374-963E-4DDE366D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B9106-5AB7-4D82-8084-C7F1EADB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500" b="1" i="0">
                <a:solidFill>
                  <a:srgbClr val="FFF4E4"/>
                </a:solidFill>
              </a:defRPr>
            </a:defPPr>
            <a:lvl1pPr algn="l">
              <a:defRPr sz="4500" b="1" i="0">
                <a:solidFill>
                  <a:srgbClr val="FFF4E4"/>
                </a:solidFill>
              </a:defRPr>
            </a:lvl1pPr>
            <a:lvl2pPr algn="l">
              <a:defRPr sz="4500" b="1" i="0">
                <a:solidFill>
                  <a:srgbClr val="FFF4E4"/>
                </a:solidFill>
              </a:defRPr>
            </a:lvl2pPr>
            <a:lvl3pPr algn="l">
              <a:defRPr sz="4500" b="1" i="0">
                <a:solidFill>
                  <a:srgbClr val="FFF4E4"/>
                </a:solidFill>
              </a:defRPr>
            </a:lvl3pPr>
            <a:lvl4pPr algn="l">
              <a:defRPr sz="4500" b="1" i="0">
                <a:solidFill>
                  <a:srgbClr val="FFF4E4"/>
                </a:solidFill>
              </a:defRPr>
            </a:lvl4pPr>
            <a:lvl5pPr algn="l">
              <a:defRPr sz="4500" b="1" i="0">
                <a:solidFill>
                  <a:srgbClr val="FFF4E4"/>
                </a:solidFill>
              </a:defRPr>
            </a:lvl5pPr>
            <a:lvl6pPr algn="l">
              <a:defRPr sz="4500" b="1" i="0">
                <a:solidFill>
                  <a:srgbClr val="FFF4E4"/>
                </a:solidFill>
              </a:defRPr>
            </a:lvl6pPr>
            <a:lvl7pPr algn="l">
              <a:defRPr sz="4500" b="1" i="0">
                <a:solidFill>
                  <a:srgbClr val="FFF4E4"/>
                </a:solidFill>
              </a:defRPr>
            </a:lvl7pPr>
            <a:lvl8pPr algn="l">
              <a:defRPr sz="4500" b="1" i="0">
                <a:solidFill>
                  <a:srgbClr val="FFF4E4"/>
                </a:solidFill>
              </a:defRPr>
            </a:lvl8pPr>
            <a:lvl9pPr algn="l">
              <a:defRPr sz="45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500" b="1" i="0">
                <a:solidFill>
                  <a:srgbClr val="FFF4E4"/>
                </a:solidFill>
              </a:defRPr>
            </a:pPr>
            <a:r>
              <a:rPr sz="4500" b="1" i="0">
                <a:solidFill>
                  <a:srgbClr val="FFF4E4"/>
                </a:solidFill>
              </a:rPr>
              <a:t>Proposer ce qui reste disponible maintenant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3F4F8-5B21-421A-8C64-E6C3B1F7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4FE47-A10F-4E57-8A45-C92DC541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75" b="0" i="0">
                <a:solidFill>
                  <a:srgbClr val="FFFFFF"/>
                </a:solidFill>
              </a:defRPr>
            </a:defPPr>
            <a:lvl1pPr algn="l">
              <a:defRPr sz="2175" b="0" i="0">
                <a:solidFill>
                  <a:srgbClr val="FFFFFF"/>
                </a:solidFill>
              </a:defRPr>
            </a:lvl1pPr>
            <a:lvl2pPr algn="l">
              <a:defRPr sz="2175" b="0" i="0">
                <a:solidFill>
                  <a:srgbClr val="FFFFFF"/>
                </a:solidFill>
              </a:defRPr>
            </a:lvl2pPr>
            <a:lvl3pPr algn="l">
              <a:defRPr sz="2175" b="0" i="0">
                <a:solidFill>
                  <a:srgbClr val="FFFFFF"/>
                </a:solidFill>
              </a:defRPr>
            </a:lvl3pPr>
            <a:lvl4pPr algn="l">
              <a:defRPr sz="2175" b="0" i="0">
                <a:solidFill>
                  <a:srgbClr val="FFFFFF"/>
                </a:solidFill>
              </a:defRPr>
            </a:lvl4pPr>
            <a:lvl5pPr algn="l">
              <a:defRPr sz="2175" b="0" i="0">
                <a:solidFill>
                  <a:srgbClr val="FFFFFF"/>
                </a:solidFill>
              </a:defRPr>
            </a:lvl5pPr>
            <a:lvl6pPr algn="l">
              <a:defRPr sz="2175" b="0" i="0">
                <a:solidFill>
                  <a:srgbClr val="FFFFFF"/>
                </a:solidFill>
              </a:defRPr>
            </a:lvl6pPr>
            <a:lvl7pPr algn="l">
              <a:defRPr sz="2175" b="0" i="0">
                <a:solidFill>
                  <a:srgbClr val="FFFFFF"/>
                </a:solidFill>
              </a:defRPr>
            </a:lvl7pPr>
            <a:lvl8pPr algn="l">
              <a:defRPr sz="2175" b="0" i="0">
                <a:solidFill>
                  <a:srgbClr val="FFFFFF"/>
                </a:solidFill>
              </a:defRPr>
            </a:lvl8pPr>
            <a:lvl9pPr algn="l">
              <a:defRPr sz="217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0" i="0">
                <a:solidFill>
                  <a:srgbClr val="FFFFFF"/>
                </a:solidFill>
              </a:defRPr>
            </a:pPr>
            <a:r>
              <a:rPr sz="2175" b="0" i="0">
                <a:solidFill>
                  <a:srgbClr val="FFFFFF"/>
                </a:solidFill>
              </a:rPr>
              <a:t>Le jour, la plage horaire, la capacité et les conditions d’utilisation sont fixés avant publication.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4C2D1C-A927-46A8-8D50-A6704863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1630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PRÉVU AU LANCEMENT</a:t>
            </a:r>
          </a:p>
        </p:txBody>
      </p:sp>
    </p:spTree>
    <p:extLst>
      <p:ext uri="{BB962C8B-B14F-4D97-AF65-F5344CB8AC3E}">
        <p14:creationId xmlns:p14="http://schemas.microsoft.com/office/powerpoint/2010/main" val="4582547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E2A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A7ED00-2683-4BDB-BF3E-58BB27BC63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ae91ea3474b33"/>
          <a:srcRect xmlns:a="http://schemas.openxmlformats.org/drawingml/2006/main" l="0" t="27500" r="0" b="27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160200-9C24-4FBD-82AC-DAB6DAD3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A2E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B7A22-A8BF-4DEC-9A01-56025C2B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A83D18-CAD5-4F94-8A7C-FA948516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OFFRES COLLECTIVES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40E75-868D-44D8-9B7C-685146DD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A184F-192F-4800-94B8-E88AB61E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BB47A-7D19-4150-86AD-48568F5C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447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26D3A2"/>
                </a:solidFill>
              </a:defRPr>
            </a:defPPr>
            <a:lvl1pPr algn="l">
              <a:defRPr sz="1500" b="1" i="0">
                <a:solidFill>
                  <a:srgbClr val="26D3A2"/>
                </a:solidFill>
              </a:defRPr>
            </a:lvl1pPr>
            <a:lvl2pPr algn="l">
              <a:defRPr sz="1500" b="1" i="0">
                <a:solidFill>
                  <a:srgbClr val="26D3A2"/>
                </a:solidFill>
              </a:defRPr>
            </a:lvl2pPr>
            <a:lvl3pPr algn="l">
              <a:defRPr sz="1500" b="1" i="0">
                <a:solidFill>
                  <a:srgbClr val="26D3A2"/>
                </a:solidFill>
              </a:defRPr>
            </a:lvl3pPr>
            <a:lvl4pPr algn="l">
              <a:defRPr sz="1500" b="1" i="0">
                <a:solidFill>
                  <a:srgbClr val="26D3A2"/>
                </a:solidFill>
              </a:defRPr>
            </a:lvl4pPr>
            <a:lvl5pPr algn="l">
              <a:defRPr sz="1500" b="1" i="0">
                <a:solidFill>
                  <a:srgbClr val="26D3A2"/>
                </a:solidFill>
              </a:defRPr>
            </a:lvl5pPr>
            <a:lvl6pPr algn="l">
              <a:defRPr sz="1500" b="1" i="0">
                <a:solidFill>
                  <a:srgbClr val="26D3A2"/>
                </a:solidFill>
              </a:defRPr>
            </a:lvl6pPr>
            <a:lvl7pPr algn="l">
              <a:defRPr sz="1500" b="1" i="0">
                <a:solidFill>
                  <a:srgbClr val="26D3A2"/>
                </a:solidFill>
              </a:defRPr>
            </a:lvl7pPr>
            <a:lvl8pPr algn="l">
              <a:defRPr sz="1500" b="1" i="0">
                <a:solidFill>
                  <a:srgbClr val="26D3A2"/>
                </a:solidFill>
              </a:defRPr>
            </a:lvl8pPr>
            <a:lvl9pPr algn="l">
              <a:defRPr sz="15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6D3A2"/>
                </a:solidFill>
              </a:defRPr>
            </a:pPr>
            <a:r>
              <a:rPr sz="1500" b="1" i="0">
                <a:solidFill>
                  <a:srgbClr val="26D3A2"/>
                </a:solidFill>
              </a:rPr>
              <a:t>À VENIR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7643E-952B-48A0-BF67-45F33879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524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400" b="1" i="0">
                <a:solidFill>
                  <a:srgbClr val="FFF4E4"/>
                </a:solidFill>
              </a:defRPr>
            </a:defPPr>
            <a:lvl1pPr algn="l">
              <a:defRPr sz="5400" b="1" i="0">
                <a:solidFill>
                  <a:srgbClr val="FFF4E4"/>
                </a:solidFill>
              </a:defRPr>
            </a:lvl1pPr>
            <a:lvl2pPr algn="l">
              <a:defRPr sz="5400" b="1" i="0">
                <a:solidFill>
                  <a:srgbClr val="FFF4E4"/>
                </a:solidFill>
              </a:defRPr>
            </a:lvl2pPr>
            <a:lvl3pPr algn="l">
              <a:defRPr sz="5400" b="1" i="0">
                <a:solidFill>
                  <a:srgbClr val="FFF4E4"/>
                </a:solidFill>
              </a:defRPr>
            </a:lvl3pPr>
            <a:lvl4pPr algn="l">
              <a:defRPr sz="5400" b="1" i="0">
                <a:solidFill>
                  <a:srgbClr val="FFF4E4"/>
                </a:solidFill>
              </a:defRPr>
            </a:lvl4pPr>
            <a:lvl5pPr algn="l">
              <a:defRPr sz="5400" b="1" i="0">
                <a:solidFill>
                  <a:srgbClr val="FFF4E4"/>
                </a:solidFill>
              </a:defRPr>
            </a:lvl5pPr>
            <a:lvl6pPr algn="l">
              <a:defRPr sz="5400" b="1" i="0">
                <a:solidFill>
                  <a:srgbClr val="FFF4E4"/>
                </a:solidFill>
              </a:defRPr>
            </a:lvl6pPr>
            <a:lvl7pPr algn="l">
              <a:defRPr sz="5400" b="1" i="0">
                <a:solidFill>
                  <a:srgbClr val="FFF4E4"/>
                </a:solidFill>
              </a:defRPr>
            </a:lvl7pPr>
            <a:lvl8pPr algn="l">
              <a:defRPr sz="5400" b="1" i="0">
                <a:solidFill>
                  <a:srgbClr val="FFF4E4"/>
                </a:solidFill>
              </a:defRPr>
            </a:lvl8pPr>
            <a:lvl9pPr algn="l">
              <a:defRPr sz="54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Une offre déclenchée quand le groupe atteint le bon palier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A2B7D-F919-4D11-8129-0E73D9E1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2BCEE-5BE9-4461-AD7C-9456518F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1257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 i="0">
                <a:solidFill>
                  <a:srgbClr val="FFFFFF"/>
                </a:solidFill>
              </a:defRPr>
            </a:defPPr>
            <a:lvl1pPr algn="l">
              <a:defRPr sz="2250" b="0" i="0">
                <a:solidFill>
                  <a:srgbClr val="FFFFFF"/>
                </a:solidFill>
              </a:defRPr>
            </a:lvl1pPr>
            <a:lvl2pPr algn="l">
              <a:defRPr sz="2250" b="0" i="0">
                <a:solidFill>
                  <a:srgbClr val="FFFFFF"/>
                </a:solidFill>
              </a:defRPr>
            </a:lvl2pPr>
            <a:lvl3pPr algn="l">
              <a:defRPr sz="2250" b="0" i="0">
                <a:solidFill>
                  <a:srgbClr val="FFFFFF"/>
                </a:solidFill>
              </a:defRPr>
            </a:lvl3pPr>
            <a:lvl4pPr algn="l">
              <a:defRPr sz="2250" b="0" i="0">
                <a:solidFill>
                  <a:srgbClr val="FFFFFF"/>
                </a:solidFill>
              </a:defRPr>
            </a:lvl4pPr>
            <a:lvl5pPr algn="l">
              <a:defRPr sz="2250" b="0" i="0">
                <a:solidFill>
                  <a:srgbClr val="FFFFFF"/>
                </a:solidFill>
              </a:defRPr>
            </a:lvl5pPr>
            <a:lvl6pPr algn="l">
              <a:defRPr sz="2250" b="0" i="0">
                <a:solidFill>
                  <a:srgbClr val="FFFFFF"/>
                </a:solidFill>
              </a:defRPr>
            </a:lvl6pPr>
            <a:lvl7pPr algn="l">
              <a:defRPr sz="2250" b="0" i="0">
                <a:solidFill>
                  <a:srgbClr val="FFFFFF"/>
                </a:solidFill>
              </a:defRPr>
            </a:lvl7pPr>
            <a:lvl8pPr algn="l">
              <a:defRPr sz="2250" b="0" i="0">
                <a:solidFill>
                  <a:srgbClr val="FFFFFF"/>
                </a:solidFill>
              </a:defRPr>
            </a:lvl8pPr>
            <a:lvl9pPr algn="l">
              <a:defRPr sz="22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FFFFFF"/>
                </a:solidFill>
              </a:defRPr>
            </a:pPr>
            <a:r>
              <a:rPr sz="2250" b="0" i="0">
                <a:solidFill>
                  <a:srgbClr val="FFFFFF"/>
                </a:solidFill>
              </a:rPr>
              <a:t>Le principe est prévu, mais n’entre pas encore dans l’offre disponible à vendre aujourd’hui.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B8FD3-56AA-42C7-B772-412DB9CA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96375"/>
            <a:ext cx="1190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26D3A2"/>
                </a:solidFill>
              </a:defRPr>
            </a:defPPr>
            <a:lvl1pPr algn="l">
              <a:defRPr sz="1350" b="1" i="0">
                <a:solidFill>
                  <a:srgbClr val="26D3A2"/>
                </a:solidFill>
              </a:defRPr>
            </a:lvl1pPr>
            <a:lvl2pPr algn="l">
              <a:defRPr sz="1350" b="1" i="0">
                <a:solidFill>
                  <a:srgbClr val="26D3A2"/>
                </a:solidFill>
              </a:defRPr>
            </a:lvl2pPr>
            <a:lvl3pPr algn="l">
              <a:defRPr sz="1350" b="1" i="0">
                <a:solidFill>
                  <a:srgbClr val="26D3A2"/>
                </a:solidFill>
              </a:defRPr>
            </a:lvl3pPr>
            <a:lvl4pPr algn="l">
              <a:defRPr sz="1350" b="1" i="0">
                <a:solidFill>
                  <a:srgbClr val="26D3A2"/>
                </a:solidFill>
              </a:defRPr>
            </a:lvl4pPr>
            <a:lvl5pPr algn="l">
              <a:defRPr sz="1350" b="1" i="0">
                <a:solidFill>
                  <a:srgbClr val="26D3A2"/>
                </a:solidFill>
              </a:defRPr>
            </a:lvl5pPr>
            <a:lvl6pPr algn="l">
              <a:defRPr sz="1350" b="1" i="0">
                <a:solidFill>
                  <a:srgbClr val="26D3A2"/>
                </a:solidFill>
              </a:defRPr>
            </a:lvl6pPr>
            <a:lvl7pPr algn="l">
              <a:defRPr sz="1350" b="1" i="0">
                <a:solidFill>
                  <a:srgbClr val="26D3A2"/>
                </a:solidFill>
              </a:defRPr>
            </a:lvl7pPr>
            <a:lvl8pPr algn="l">
              <a:defRPr sz="1350" b="1" i="0">
                <a:solidFill>
                  <a:srgbClr val="26D3A2"/>
                </a:solidFill>
              </a:defRPr>
            </a:lvl8pPr>
            <a:lvl9pPr algn="l">
              <a:defRPr sz="135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26D3A2"/>
                </a:solidFill>
              </a:defRPr>
            </a:pPr>
            <a:r>
              <a:rPr sz="1350" b="1" i="0">
                <a:solidFill>
                  <a:srgbClr val="26D3A2"/>
                </a:solidFill>
              </a:rPr>
              <a:t>NE PAS NÉGOCIER COMME UNE FONCTION DÉJÀ OUVERTE</a:t>
            </a:r>
          </a:p>
        </p:txBody>
      </p:sp>
    </p:spTree>
    <p:extLst>
      <p:ext uri="{BB962C8B-B14F-4D97-AF65-F5344CB8AC3E}">
        <p14:creationId xmlns:p14="http://schemas.microsoft.com/office/powerpoint/2010/main" val="167150940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F3A562-3A14-4E9F-AF2E-6C13AC83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0FB9D-B4E6-4111-9257-670F980A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BILLETTERIE &amp; 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8C1A9-D117-40B7-9654-04F7BBF7E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89178-DB7F-4ECA-A050-312171FC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BF496-71F6-41DD-BF20-724EBEE2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Publier l’événement et gérer les billets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06B27-764F-49B3-8CB9-33B2B98B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BEA6B-40D3-4EDE-8244-38AE21DA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624AD-D8F4-4247-80F1-0D6DDA4F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Dates, programmation et capacité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5C2A95-58AB-4511-A4B2-5B33E12C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2AB9D3-11E7-4188-AE84-0FF4BAC8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Tarifs et quotas lorsque la billetterie est activée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A5297-FC27-400A-A406-BD33932C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7C2AD-158F-4DEF-A713-837264BA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Visibilité dans l’agenda iziLife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23ED69-7F14-41D5-ABD6-3A663F20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C79BF-DB1A-4818-857E-EBFF4810C9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77ecbef114c44"/>
          <a:stretch xmlns:a="http://schemas.openxmlformats.org/drawingml/2006/main"/>
        </p:blipFill>
        <p:spPr>
          <a:xfrm xmlns:a="http://schemas.openxmlformats.org/drawingml/2006/main">
            <a:off x="8143875" y="2659559"/>
            <a:ext cx="9001125" cy="506313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AD716-B61C-4A2D-B0F0-CE476BCA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LES CONDITIONS FINANCIÈRES SONT DÉFINIES SÉPARÉMENT</a:t>
            </a:r>
          </a:p>
        </p:txBody>
      </p:sp>
    </p:spTree>
    <p:extLst>
      <p:ext uri="{BB962C8B-B14F-4D97-AF65-F5344CB8AC3E}">
        <p14:creationId xmlns:p14="http://schemas.microsoft.com/office/powerpoint/2010/main" val="16025298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841FE-A9DB-4EB4-8252-DB77238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EEF33-683E-4690-B175-3EC0B0F7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LISTING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879244-E9D6-484A-ADA4-5337CC4B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7C219-6C13-4F43-B6FB-CC4A2A7D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77D6A-CAA6-4AC3-AAD0-BBAEE4DC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Afficher ce qui existe vraiment chez vous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BF0BC-936B-46F2-92EA-161B874E2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584F8-8783-4447-B94C-15F0D133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B698E7-F0E7-4172-BCA2-33B1EFC7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Informations du lieu et offres spéciales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38F2B-BCB5-4CB0-AD14-63B60D34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D4E6DA-AAC7-4ADB-97A0-BD5F934C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Événements, produits, services et accès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4DA27-4552-406B-AA3C-D1BB16A8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90BF4-8FC8-4CBA-BFD7-1C849BF2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Contenus visibles seulement lorsqu’ils sont renseignés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13643-D9CE-46B5-A051-ECF51697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838F2-3864-4E43-BA81-538190ED5B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4e60df07c34d29"/>
          <a:stretch xmlns:a="http://schemas.openxmlformats.org/drawingml/2006/main"/>
        </p:blipFill>
        <p:spPr>
          <a:xfrm xmlns:a="http://schemas.openxmlformats.org/drawingml/2006/main">
            <a:off x="8143875" y="2659559"/>
            <a:ext cx="9001125" cy="506313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A738D7-2F6F-469C-8E2C-3202FE9E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UNE FICHE VIVANTE, PAS UN ANNUAIRE FIGÉ</a:t>
            </a:r>
          </a:p>
        </p:txBody>
      </p:sp>
    </p:spTree>
    <p:extLst>
      <p:ext uri="{BB962C8B-B14F-4D97-AF65-F5344CB8AC3E}">
        <p14:creationId xmlns:p14="http://schemas.microsoft.com/office/powerpoint/2010/main" val="19527238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BB420-CC4F-4C6C-9175-5CE8B44E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8630F-18CE-419D-A390-F3C76EBE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MENU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41AE7-2C2D-4C88-BE51-647BD74F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8B9D4-1EE1-4C0E-8BD3-11A08265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B35B1-83CA-490E-BC8B-916FFA13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Votre carte accessible avant et sur place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DAA9E-6D7C-4F08-A121-CFE3DCDC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5053B-0BC5-458B-9D26-72B7D382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03901-7A7B-4599-BD39-411C7D5B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Menus et catégories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131D9-C074-4886-9E3E-F20E8AF5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2EA9BA-799D-4AB5-AC54-465BA847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Produits, descriptions et prix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4CB1D-3998-4ED7-A59F-ADB61872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B4355-3684-4891-A086-7A65CC75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Lien ou QR code vers le bon contenu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F8424-E890-48C6-91ED-5FC8BC4A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2C8DEA-198B-47E5-847A-2BDB301DD5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f2405c8e9467c"/>
          <a:stretch xmlns:a="http://schemas.openxmlformats.org/drawingml/2006/main"/>
        </p:blipFill>
        <p:spPr>
          <a:xfrm xmlns:a="http://schemas.openxmlformats.org/drawingml/2006/main">
            <a:off x="8143875" y="2659559"/>
            <a:ext cx="9001125" cy="506313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026EE1-0B7F-42BB-B2C4-7BFC14CC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INCLUS DANS LE SOCLE GRATUIT LORSQU’IL EST ACTIVABLE</a:t>
            </a:r>
          </a:p>
        </p:txBody>
      </p:sp>
    </p:spTree>
    <p:extLst>
      <p:ext uri="{BB962C8B-B14F-4D97-AF65-F5344CB8AC3E}">
        <p14:creationId xmlns:p14="http://schemas.microsoft.com/office/powerpoint/2010/main" val="7958686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1A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0E6E44-AF15-4843-AEC2-C3D305B5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33C59-C446-4077-93FA-C1BD9918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BOOST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6E2658-6FE1-4A4E-8203-B1E2C89A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8BCA7-A701-4DFF-94B8-FC26A902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57C2BA-A7FD-4FF5-84D5-AF10AA432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628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4350" b="1" i="0">
                <a:solidFill>
                  <a:srgbClr val="FFF4E4"/>
                </a:solidFill>
              </a:defRPr>
            </a:defPPr>
            <a:lvl1pPr algn="l">
              <a:defRPr sz="4350" b="1" i="0">
                <a:solidFill>
                  <a:srgbClr val="FFF4E4"/>
                </a:solidFill>
              </a:defRPr>
            </a:lvl1pPr>
            <a:lvl2pPr algn="l">
              <a:defRPr sz="4350" b="1" i="0">
                <a:solidFill>
                  <a:srgbClr val="FFF4E4"/>
                </a:solidFill>
              </a:defRPr>
            </a:lvl2pPr>
            <a:lvl3pPr algn="l">
              <a:defRPr sz="4350" b="1" i="0">
                <a:solidFill>
                  <a:srgbClr val="FFF4E4"/>
                </a:solidFill>
              </a:defRPr>
            </a:lvl3pPr>
            <a:lvl4pPr algn="l">
              <a:defRPr sz="4350" b="1" i="0">
                <a:solidFill>
                  <a:srgbClr val="FFF4E4"/>
                </a:solidFill>
              </a:defRPr>
            </a:lvl4pPr>
            <a:lvl5pPr algn="l">
              <a:defRPr sz="4350" b="1" i="0">
                <a:solidFill>
                  <a:srgbClr val="FFF4E4"/>
                </a:solidFill>
              </a:defRPr>
            </a:lvl5pPr>
            <a:lvl6pPr algn="l">
              <a:defRPr sz="4350" b="1" i="0">
                <a:solidFill>
                  <a:srgbClr val="FFF4E4"/>
                </a:solidFill>
              </a:defRPr>
            </a:lvl6pPr>
            <a:lvl7pPr algn="l">
              <a:defRPr sz="4350" b="1" i="0">
                <a:solidFill>
                  <a:srgbClr val="FFF4E4"/>
                </a:solidFill>
              </a:defRPr>
            </a:lvl7pPr>
            <a:lvl8pPr algn="l">
              <a:defRPr sz="4350" b="1" i="0">
                <a:solidFill>
                  <a:srgbClr val="FFF4E4"/>
                </a:solidFill>
              </a:defRPr>
            </a:lvl8pPr>
            <a:lvl9pPr algn="l">
              <a:defRPr sz="435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4350" b="1" i="0">
                <a:solidFill>
                  <a:srgbClr val="FFF4E4"/>
                </a:solidFill>
              </a:defRPr>
            </a:pPr>
            <a:r>
              <a:rPr sz="4350" b="1" i="0">
                <a:solidFill>
                  <a:srgbClr val="FFF4E4"/>
                </a:solidFill>
              </a:rPr>
              <a:t>Donner plus de visibilité à un contenu précis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E391D-D1BC-4672-B313-2DC07387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E3F09-1A88-4FB9-A451-019B5798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1B4AA-C04B-4412-B0CA-69706AB7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8625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Choisir l’objet à mettre en 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A031E9-3A38-4C15-9F41-F2C3C31A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961E6-82B6-4B2E-8A21-4EB50340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10125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Définir période et emplacement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07BA2-7B87-432F-9E61-09E331E5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1" i="0">
                <a:solidFill>
                  <a:srgbClr val="26D3A2"/>
                </a:solidFill>
              </a:defRPr>
            </a:defPPr>
            <a:lvl1pPr algn="l">
              <a:defRPr sz="1725" b="1" i="0">
                <a:solidFill>
                  <a:srgbClr val="26D3A2"/>
                </a:solidFill>
              </a:defRPr>
            </a:lvl1pPr>
            <a:lvl2pPr algn="l">
              <a:defRPr sz="1725" b="1" i="0">
                <a:solidFill>
                  <a:srgbClr val="26D3A2"/>
                </a:solidFill>
              </a:defRPr>
            </a:lvl2pPr>
            <a:lvl3pPr algn="l">
              <a:defRPr sz="1725" b="1" i="0">
                <a:solidFill>
                  <a:srgbClr val="26D3A2"/>
                </a:solidFill>
              </a:defRPr>
            </a:lvl3pPr>
            <a:lvl4pPr algn="l">
              <a:defRPr sz="1725" b="1" i="0">
                <a:solidFill>
                  <a:srgbClr val="26D3A2"/>
                </a:solidFill>
              </a:defRPr>
            </a:lvl4pPr>
            <a:lvl5pPr algn="l">
              <a:defRPr sz="1725" b="1" i="0">
                <a:solidFill>
                  <a:srgbClr val="26D3A2"/>
                </a:solidFill>
              </a:defRPr>
            </a:lvl5pPr>
            <a:lvl6pPr algn="l">
              <a:defRPr sz="1725" b="1" i="0">
                <a:solidFill>
                  <a:srgbClr val="26D3A2"/>
                </a:solidFill>
              </a:defRPr>
            </a:lvl6pPr>
            <a:lvl7pPr algn="l">
              <a:defRPr sz="1725" b="1" i="0">
                <a:solidFill>
                  <a:srgbClr val="26D3A2"/>
                </a:solidFill>
              </a:defRPr>
            </a:lvl7pPr>
            <a:lvl8pPr algn="l">
              <a:defRPr sz="1725" b="1" i="0">
                <a:solidFill>
                  <a:srgbClr val="26D3A2"/>
                </a:solidFill>
              </a:defRPr>
            </a:lvl8pPr>
            <a:lvl9pPr algn="l">
              <a:defRPr sz="172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725" b="1" i="0">
                <a:solidFill>
                  <a:srgbClr val="26D3A2"/>
                </a:solidFill>
              </a:defRPr>
            </a:pPr>
            <a:r>
              <a:rPr sz="1725" b="1" i="0">
                <a:solidFill>
                  <a:srgbClr val="26D3A2"/>
                </a:solidFill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7CB5E2-3BE9-4B68-A076-A21329BD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60674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725" b="0" i="0">
                <a:solidFill>
                  <a:srgbClr val="FFFFFF"/>
                </a:solidFill>
              </a:defRPr>
            </a:defPPr>
            <a:lvl1pPr algn="l">
              <a:defRPr sz="1725" b="0" i="0">
                <a:solidFill>
                  <a:srgbClr val="FFFFFF"/>
                </a:solidFill>
              </a:defRPr>
            </a:lvl1pPr>
            <a:lvl2pPr algn="l">
              <a:defRPr sz="1725" b="0" i="0">
                <a:solidFill>
                  <a:srgbClr val="FFFFFF"/>
                </a:solidFill>
              </a:defRPr>
            </a:lvl2pPr>
            <a:lvl3pPr algn="l">
              <a:defRPr sz="1725" b="0" i="0">
                <a:solidFill>
                  <a:srgbClr val="FFFFFF"/>
                </a:solidFill>
              </a:defRPr>
            </a:lvl3pPr>
            <a:lvl4pPr algn="l">
              <a:defRPr sz="1725" b="0" i="0">
                <a:solidFill>
                  <a:srgbClr val="FFFFFF"/>
                </a:solidFill>
              </a:defRPr>
            </a:lvl4pPr>
            <a:lvl5pPr algn="l">
              <a:defRPr sz="1725" b="0" i="0">
                <a:solidFill>
                  <a:srgbClr val="FFFFFF"/>
                </a:solidFill>
              </a:defRPr>
            </a:lvl5pPr>
            <a:lvl6pPr algn="l">
              <a:defRPr sz="1725" b="0" i="0">
                <a:solidFill>
                  <a:srgbClr val="FFFFFF"/>
                </a:solidFill>
              </a:defRPr>
            </a:lvl6pPr>
            <a:lvl7pPr algn="l">
              <a:defRPr sz="1725" b="0" i="0">
                <a:solidFill>
                  <a:srgbClr val="FFFFFF"/>
                </a:solidFill>
              </a:defRPr>
            </a:lvl7pPr>
            <a:lvl8pPr algn="l">
              <a:defRPr sz="1725" b="0" i="0">
                <a:solidFill>
                  <a:srgbClr val="FFFFFF"/>
                </a:solidFill>
              </a:defRPr>
            </a:lvl8pPr>
            <a:lvl9pPr algn="l">
              <a:defRPr sz="1725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Suivre les métriques réellement disponibles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AF917-047F-4ABD-9E8B-F4B39031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285875"/>
            <a:ext cx="9382125" cy="781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4"/>
          </a:solidFill>
          <a:ln xmlns:a="http://schemas.openxmlformats.org/drawingml/2006/main" w="0">
            <a:noFill/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8B1ED-FB5C-4DC3-A4DB-99263757CF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c9a04084de4b7a"/>
          <a:stretch xmlns:a="http://schemas.openxmlformats.org/drawingml/2006/main"/>
        </p:blipFill>
        <p:spPr>
          <a:xfrm xmlns:a="http://schemas.openxmlformats.org/drawingml/2006/main">
            <a:off x="8143875" y="2659559"/>
            <a:ext cx="9001125" cy="5063133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362EF7-ECCE-48C6-82D2-A2F5B11D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011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75" b="1" i="0">
                <a:solidFill>
                  <a:srgbClr val="26D3A2"/>
                </a:solidFill>
              </a:defRPr>
            </a:defPPr>
            <a:lvl1pPr algn="l">
              <a:defRPr sz="1275" b="1" i="0">
                <a:solidFill>
                  <a:srgbClr val="26D3A2"/>
                </a:solidFill>
              </a:defRPr>
            </a:lvl1pPr>
            <a:lvl2pPr algn="l">
              <a:defRPr sz="1275" b="1" i="0">
                <a:solidFill>
                  <a:srgbClr val="26D3A2"/>
                </a:solidFill>
              </a:defRPr>
            </a:lvl2pPr>
            <a:lvl3pPr algn="l">
              <a:defRPr sz="1275" b="1" i="0">
                <a:solidFill>
                  <a:srgbClr val="26D3A2"/>
                </a:solidFill>
              </a:defRPr>
            </a:lvl3pPr>
            <a:lvl4pPr algn="l">
              <a:defRPr sz="1275" b="1" i="0">
                <a:solidFill>
                  <a:srgbClr val="26D3A2"/>
                </a:solidFill>
              </a:defRPr>
            </a:lvl4pPr>
            <a:lvl5pPr algn="l">
              <a:defRPr sz="1275" b="1" i="0">
                <a:solidFill>
                  <a:srgbClr val="26D3A2"/>
                </a:solidFill>
              </a:defRPr>
            </a:lvl5pPr>
            <a:lvl6pPr algn="l">
              <a:defRPr sz="1275" b="1" i="0">
                <a:solidFill>
                  <a:srgbClr val="26D3A2"/>
                </a:solidFill>
              </a:defRPr>
            </a:lvl6pPr>
            <a:lvl7pPr algn="l">
              <a:defRPr sz="1275" b="1" i="0">
                <a:solidFill>
                  <a:srgbClr val="26D3A2"/>
                </a:solidFill>
              </a:defRPr>
            </a:lvl7pPr>
            <a:lvl8pPr algn="l">
              <a:defRPr sz="1275" b="1" i="0">
                <a:solidFill>
                  <a:srgbClr val="26D3A2"/>
                </a:solidFill>
              </a:defRPr>
            </a:lvl8pPr>
            <a:lvl9pPr algn="l">
              <a:defRPr sz="1275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275" b="1" i="0">
                <a:solidFill>
                  <a:srgbClr val="26D3A2"/>
                </a:solidFill>
              </a:defRPr>
            </a:pPr>
            <a:r>
              <a:rPr sz="1275" b="1" i="0">
                <a:solidFill>
                  <a:srgbClr val="26D3A2"/>
                </a:solidFill>
              </a:rPr>
              <a:t>AUCUN RÉSULTAT GARANTI</a:t>
            </a:r>
          </a:p>
        </p:txBody>
      </p:sp>
    </p:spTree>
    <p:extLst>
      <p:ext uri="{BB962C8B-B14F-4D97-AF65-F5344CB8AC3E}">
        <p14:creationId xmlns:p14="http://schemas.microsoft.com/office/powerpoint/2010/main" val="173531813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2A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868D9-6061-447B-8B70-41791C12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3875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100" b="1" i="0">
                <a:solidFill>
                  <a:srgbClr val="26D3A2"/>
                </a:solidFill>
              </a:defRPr>
            </a:defPPr>
            <a:lvl1pPr algn="l">
              <a:defRPr sz="2100" b="1" i="0">
                <a:solidFill>
                  <a:srgbClr val="26D3A2"/>
                </a:solidFill>
              </a:defRPr>
            </a:lvl1pPr>
            <a:lvl2pPr algn="l">
              <a:defRPr sz="2100" b="1" i="0">
                <a:solidFill>
                  <a:srgbClr val="26D3A2"/>
                </a:solidFill>
              </a:defRPr>
            </a:lvl2pPr>
            <a:lvl3pPr algn="l">
              <a:defRPr sz="2100" b="1" i="0">
                <a:solidFill>
                  <a:srgbClr val="26D3A2"/>
                </a:solidFill>
              </a:defRPr>
            </a:lvl3pPr>
            <a:lvl4pPr algn="l">
              <a:defRPr sz="2100" b="1" i="0">
                <a:solidFill>
                  <a:srgbClr val="26D3A2"/>
                </a:solidFill>
              </a:defRPr>
            </a:lvl4pPr>
            <a:lvl5pPr algn="l">
              <a:defRPr sz="2100" b="1" i="0">
                <a:solidFill>
                  <a:srgbClr val="26D3A2"/>
                </a:solidFill>
              </a:defRPr>
            </a:lvl5pPr>
            <a:lvl6pPr algn="l">
              <a:defRPr sz="2100" b="1" i="0">
                <a:solidFill>
                  <a:srgbClr val="26D3A2"/>
                </a:solidFill>
              </a:defRPr>
            </a:lvl6pPr>
            <a:lvl7pPr algn="l">
              <a:defRPr sz="2100" b="1" i="0">
                <a:solidFill>
                  <a:srgbClr val="26D3A2"/>
                </a:solidFill>
              </a:defRPr>
            </a:lvl7pPr>
            <a:lvl8pPr algn="l">
              <a:defRPr sz="2100" b="1" i="0">
                <a:solidFill>
                  <a:srgbClr val="26D3A2"/>
                </a:solidFill>
              </a:defRPr>
            </a:lvl8pPr>
            <a:lvl9pPr algn="l">
              <a:defRPr sz="21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2100" b="1" i="0">
                <a:solidFill>
                  <a:srgbClr val="26D3A2"/>
                </a:solidFill>
              </a:defRPr>
            </a:pPr>
            <a:r>
              <a:rPr sz="2100" b="1" i="0">
                <a:solidFill>
                  <a:srgbClr val="26D3A2"/>
                </a:solidFill>
              </a:rPr>
              <a:t>iziLife.co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0F669-D5BD-4D42-8246-FDD1DC35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200" b="1" i="0">
                <a:solidFill>
                  <a:srgbClr val="FFF4E4"/>
                </a:solidFill>
              </a:defRPr>
            </a:defPPr>
            <a:lvl1pPr algn="l">
              <a:defRPr sz="1200" b="1" i="0">
                <a:solidFill>
                  <a:srgbClr val="FFF4E4"/>
                </a:solidFill>
              </a:defRPr>
            </a:lvl1pPr>
            <a:lvl2pPr algn="l">
              <a:defRPr sz="1200" b="1" i="0">
                <a:solidFill>
                  <a:srgbClr val="FFF4E4"/>
                </a:solidFill>
              </a:defRPr>
            </a:lvl2pPr>
            <a:lvl3pPr algn="l">
              <a:defRPr sz="1200" b="1" i="0">
                <a:solidFill>
                  <a:srgbClr val="FFF4E4"/>
                </a:solidFill>
              </a:defRPr>
            </a:lvl3pPr>
            <a:lvl4pPr algn="l">
              <a:defRPr sz="1200" b="1" i="0">
                <a:solidFill>
                  <a:srgbClr val="FFF4E4"/>
                </a:solidFill>
              </a:defRPr>
            </a:lvl4pPr>
            <a:lvl5pPr algn="l">
              <a:defRPr sz="1200" b="1" i="0">
                <a:solidFill>
                  <a:srgbClr val="FFF4E4"/>
                </a:solidFill>
              </a:defRPr>
            </a:lvl5pPr>
            <a:lvl6pPr algn="l">
              <a:defRPr sz="1200" b="1" i="0">
                <a:solidFill>
                  <a:srgbClr val="FFF4E4"/>
                </a:solidFill>
              </a:defRPr>
            </a:lvl6pPr>
            <a:lvl7pPr algn="l">
              <a:defRPr sz="1200" b="1" i="0">
                <a:solidFill>
                  <a:srgbClr val="FFF4E4"/>
                </a:solidFill>
              </a:defRPr>
            </a:lvl7pPr>
            <a:lvl8pPr algn="l">
              <a:defRPr sz="1200" b="1" i="0">
                <a:solidFill>
                  <a:srgbClr val="FFF4E4"/>
                </a:solidFill>
              </a:defRPr>
            </a:lvl8pPr>
            <a:lvl9pPr algn="l">
              <a:defRPr sz="12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1200" b="1" i="0">
                <a:solidFill>
                  <a:srgbClr val="FFF4E4"/>
                </a:solidFill>
              </a:defRPr>
            </a:pPr>
            <a:r>
              <a:rPr sz="1200" b="1" i="0">
                <a:solidFill>
                  <a:srgbClr val="FFF4E4"/>
                </a:solidFill>
              </a:rPr>
              <a:t>RENDEZ-VOUS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8A482-F029-4145-A9F0-44AE30EF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7700" y="5524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r">
              <a:defRPr sz="1350" b="1" i="0">
                <a:solidFill>
                  <a:srgbClr val="FF6E68"/>
                </a:solidFill>
              </a:defRPr>
            </a:defPPr>
            <a:lvl1pPr algn="r">
              <a:defRPr sz="1350" b="1" i="0">
                <a:solidFill>
                  <a:srgbClr val="FF6E68"/>
                </a:solidFill>
              </a:defRPr>
            </a:lvl1pPr>
            <a:lvl2pPr algn="r">
              <a:defRPr sz="1350" b="1" i="0">
                <a:solidFill>
                  <a:srgbClr val="FF6E68"/>
                </a:solidFill>
              </a:defRPr>
            </a:lvl2pPr>
            <a:lvl3pPr algn="r">
              <a:defRPr sz="1350" b="1" i="0">
                <a:solidFill>
                  <a:srgbClr val="FF6E68"/>
                </a:solidFill>
              </a:defRPr>
            </a:lvl3pPr>
            <a:lvl4pPr algn="r">
              <a:defRPr sz="1350" b="1" i="0">
                <a:solidFill>
                  <a:srgbClr val="FF6E68"/>
                </a:solidFill>
              </a:defRPr>
            </a:lvl4pPr>
            <a:lvl5pPr algn="r">
              <a:defRPr sz="1350" b="1" i="0">
                <a:solidFill>
                  <a:srgbClr val="FF6E68"/>
                </a:solidFill>
              </a:defRPr>
            </a:lvl5pPr>
            <a:lvl6pPr algn="r">
              <a:defRPr sz="1350" b="1" i="0">
                <a:solidFill>
                  <a:srgbClr val="FF6E68"/>
                </a:solidFill>
              </a:defRPr>
            </a:lvl6pPr>
            <a:lvl7pPr algn="r">
              <a:defRPr sz="1350" b="1" i="0">
                <a:solidFill>
                  <a:srgbClr val="FF6E68"/>
                </a:solidFill>
              </a:defRPr>
            </a:lvl7pPr>
            <a:lvl8pPr algn="r">
              <a:defRPr sz="1350" b="1" i="0">
                <a:solidFill>
                  <a:srgbClr val="FF6E68"/>
                </a:solidFill>
              </a:defRPr>
            </a:lvl8pPr>
            <a:lvl9pPr algn="r">
              <a:defRPr sz="1350" b="1" i="0">
                <a:solidFill>
                  <a:srgbClr val="FF6E68"/>
                </a:solidFill>
              </a:defRPr>
            </a:lvl9pPr>
          </a:lstStyle>
          <a:p xmlns:a="http://schemas.openxmlformats.org/drawingml/2006/main">
            <a:pPr algn="r">
              <a:defRPr sz="1350" b="1" i="0">
                <a:solidFill>
                  <a:srgbClr val="FF6E68"/>
                </a:solidFill>
              </a:defRPr>
            </a:pPr>
            <a:r>
              <a:rPr sz="1350" b="1" i="0">
                <a:solidFill>
                  <a:srgbClr val="FF6E68"/>
                </a:solidFill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2978C-7AC1-47A4-895B-82633D45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06875" y="714375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D3A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CFA53-7F0F-420C-8F8C-FF068DF1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1447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500" b="1" i="0">
                <a:solidFill>
                  <a:srgbClr val="26D3A2"/>
                </a:solidFill>
              </a:defRPr>
            </a:defPPr>
            <a:lvl1pPr algn="l">
              <a:defRPr sz="1500" b="1" i="0">
                <a:solidFill>
                  <a:srgbClr val="26D3A2"/>
                </a:solidFill>
              </a:defRPr>
            </a:lvl1pPr>
            <a:lvl2pPr algn="l">
              <a:defRPr sz="1500" b="1" i="0">
                <a:solidFill>
                  <a:srgbClr val="26D3A2"/>
                </a:solidFill>
              </a:defRPr>
            </a:lvl2pPr>
            <a:lvl3pPr algn="l">
              <a:defRPr sz="1500" b="1" i="0">
                <a:solidFill>
                  <a:srgbClr val="26D3A2"/>
                </a:solidFill>
              </a:defRPr>
            </a:lvl3pPr>
            <a:lvl4pPr algn="l">
              <a:defRPr sz="1500" b="1" i="0">
                <a:solidFill>
                  <a:srgbClr val="26D3A2"/>
                </a:solidFill>
              </a:defRPr>
            </a:lvl4pPr>
            <a:lvl5pPr algn="l">
              <a:defRPr sz="1500" b="1" i="0">
                <a:solidFill>
                  <a:srgbClr val="26D3A2"/>
                </a:solidFill>
              </a:defRPr>
            </a:lvl5pPr>
            <a:lvl6pPr algn="l">
              <a:defRPr sz="1500" b="1" i="0">
                <a:solidFill>
                  <a:srgbClr val="26D3A2"/>
                </a:solidFill>
              </a:defRPr>
            </a:lvl6pPr>
            <a:lvl7pPr algn="l">
              <a:defRPr sz="1500" b="1" i="0">
                <a:solidFill>
                  <a:srgbClr val="26D3A2"/>
                </a:solidFill>
              </a:defRPr>
            </a:lvl7pPr>
            <a:lvl8pPr algn="l">
              <a:defRPr sz="1500" b="1" i="0">
                <a:solidFill>
                  <a:srgbClr val="26D3A2"/>
                </a:solidFill>
              </a:defRPr>
            </a:lvl8pPr>
            <a:lvl9pPr algn="l">
              <a:defRPr sz="150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500" b="1" i="0">
                <a:solidFill>
                  <a:srgbClr val="26D3A2"/>
                </a:solidFill>
              </a:defRPr>
            </a:pPr>
            <a:r>
              <a:rPr sz="1500" b="1" i="0">
                <a:solidFill>
                  <a:srgbClr val="26D3A2"/>
                </a:solidFill>
              </a:rPr>
              <a:t>LA BONNE PROPOSITION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637D0A-74A6-4DD5-80CC-F520857D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5240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5400" b="1" i="0">
                <a:solidFill>
                  <a:srgbClr val="FFF4E4"/>
                </a:solidFill>
              </a:defRPr>
            </a:defPPr>
            <a:lvl1pPr algn="l">
              <a:defRPr sz="5400" b="1" i="0">
                <a:solidFill>
                  <a:srgbClr val="FFF4E4"/>
                </a:solidFill>
              </a:defRPr>
            </a:lvl1pPr>
            <a:lvl2pPr algn="l">
              <a:defRPr sz="5400" b="1" i="0">
                <a:solidFill>
                  <a:srgbClr val="FFF4E4"/>
                </a:solidFill>
              </a:defRPr>
            </a:lvl2pPr>
            <a:lvl3pPr algn="l">
              <a:defRPr sz="5400" b="1" i="0">
                <a:solidFill>
                  <a:srgbClr val="FFF4E4"/>
                </a:solidFill>
              </a:defRPr>
            </a:lvl3pPr>
            <a:lvl4pPr algn="l">
              <a:defRPr sz="5400" b="1" i="0">
                <a:solidFill>
                  <a:srgbClr val="FFF4E4"/>
                </a:solidFill>
              </a:defRPr>
            </a:lvl4pPr>
            <a:lvl5pPr algn="l">
              <a:defRPr sz="5400" b="1" i="0">
                <a:solidFill>
                  <a:srgbClr val="FFF4E4"/>
                </a:solidFill>
              </a:defRPr>
            </a:lvl5pPr>
            <a:lvl6pPr algn="l">
              <a:defRPr sz="5400" b="1" i="0">
                <a:solidFill>
                  <a:srgbClr val="FFF4E4"/>
                </a:solidFill>
              </a:defRPr>
            </a:lvl6pPr>
            <a:lvl7pPr algn="l">
              <a:defRPr sz="5400" b="1" i="0">
                <a:solidFill>
                  <a:srgbClr val="FFF4E4"/>
                </a:solidFill>
              </a:defRPr>
            </a:lvl7pPr>
            <a:lvl8pPr algn="l">
              <a:defRPr sz="5400" b="1" i="0">
                <a:solidFill>
                  <a:srgbClr val="FFF4E4"/>
                </a:solidFill>
              </a:defRPr>
            </a:lvl8pPr>
            <a:lvl9pPr algn="l">
              <a:defRPr sz="5400" b="1" i="0">
                <a:solidFill>
                  <a:srgbClr val="FFF4E4"/>
                </a:solidFill>
              </a:defRPr>
            </a:lvl9pPr>
          </a:lstStyle>
          <a:p xmlns:a="http://schemas.openxmlformats.org/drawingml/2006/main">
            <a:pPr algn="l">
              <a:defRPr sz="5400" b="1" i="0">
                <a:solidFill>
                  <a:srgbClr val="FFF4E4"/>
                </a:solidFill>
              </a:defRPr>
            </a:pPr>
            <a:r>
              <a:rPr sz="5400" b="1" i="0">
                <a:solidFill>
                  <a:srgbClr val="FFF4E4"/>
                </a:solidFill>
              </a:rPr>
              <a:t>Partir du besoin du lieu, puis choisir les bons services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EEED3-5B82-4751-BC3B-C1C176CE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72125"/>
            <a:ext cx="209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50169F-AEEE-4627-9AC8-CBD7E863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096000"/>
            <a:ext cx="1257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2250" b="0" i="0">
                <a:solidFill>
                  <a:srgbClr val="FFFFFF"/>
                </a:solidFill>
              </a:defRPr>
            </a:defPPr>
            <a:lvl1pPr algn="l">
              <a:defRPr sz="2250" b="0" i="0">
                <a:solidFill>
                  <a:srgbClr val="FFFFFF"/>
                </a:solidFill>
              </a:defRPr>
            </a:lvl1pPr>
            <a:lvl2pPr algn="l">
              <a:defRPr sz="2250" b="0" i="0">
                <a:solidFill>
                  <a:srgbClr val="FFFFFF"/>
                </a:solidFill>
              </a:defRPr>
            </a:lvl2pPr>
            <a:lvl3pPr algn="l">
              <a:defRPr sz="2250" b="0" i="0">
                <a:solidFill>
                  <a:srgbClr val="FFFFFF"/>
                </a:solidFill>
              </a:defRPr>
            </a:lvl3pPr>
            <a:lvl4pPr algn="l">
              <a:defRPr sz="2250" b="0" i="0">
                <a:solidFill>
                  <a:srgbClr val="FFFFFF"/>
                </a:solidFill>
              </a:defRPr>
            </a:lvl4pPr>
            <a:lvl5pPr algn="l">
              <a:defRPr sz="2250" b="0" i="0">
                <a:solidFill>
                  <a:srgbClr val="FFFFFF"/>
                </a:solidFill>
              </a:defRPr>
            </a:lvl5pPr>
            <a:lvl6pPr algn="l">
              <a:defRPr sz="2250" b="0" i="0">
                <a:solidFill>
                  <a:srgbClr val="FFFFFF"/>
                </a:solidFill>
              </a:defRPr>
            </a:lvl6pPr>
            <a:lvl7pPr algn="l">
              <a:defRPr sz="2250" b="0" i="0">
                <a:solidFill>
                  <a:srgbClr val="FFFFFF"/>
                </a:solidFill>
              </a:defRPr>
            </a:lvl7pPr>
            <a:lvl8pPr algn="l">
              <a:defRPr sz="2250" b="0" i="0">
                <a:solidFill>
                  <a:srgbClr val="FFFFFF"/>
                </a:solidFill>
              </a:defRPr>
            </a:lvl8pPr>
            <a:lvl9pPr algn="l">
              <a:defRPr sz="2250" b="0" i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250" b="0" i="0">
                <a:solidFill>
                  <a:srgbClr val="FFFFFF"/>
                </a:solidFill>
              </a:defRPr>
            </a:pPr>
            <a:r>
              <a:rPr sz="2250" b="0" i="0">
                <a:solidFill>
                  <a:srgbClr val="FFFFFF"/>
                </a:solidFill>
              </a:rPr>
              <a:t>Présence à jour, avantage membre, réservation, opération, billetterie ou boost : le montage se décide avec le commerçant.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41B30E-B205-4523-96E3-FDB4EFD8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096375"/>
            <a:ext cx="1190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 algn="l">
              <a:defRPr sz="1350" b="1" i="0">
                <a:solidFill>
                  <a:srgbClr val="26D3A2"/>
                </a:solidFill>
              </a:defRPr>
            </a:defPPr>
            <a:lvl1pPr algn="l">
              <a:defRPr sz="1350" b="1" i="0">
                <a:solidFill>
                  <a:srgbClr val="26D3A2"/>
                </a:solidFill>
              </a:defRPr>
            </a:lvl1pPr>
            <a:lvl2pPr algn="l">
              <a:defRPr sz="1350" b="1" i="0">
                <a:solidFill>
                  <a:srgbClr val="26D3A2"/>
                </a:solidFill>
              </a:defRPr>
            </a:lvl2pPr>
            <a:lvl3pPr algn="l">
              <a:defRPr sz="1350" b="1" i="0">
                <a:solidFill>
                  <a:srgbClr val="26D3A2"/>
                </a:solidFill>
              </a:defRPr>
            </a:lvl3pPr>
            <a:lvl4pPr algn="l">
              <a:defRPr sz="1350" b="1" i="0">
                <a:solidFill>
                  <a:srgbClr val="26D3A2"/>
                </a:solidFill>
              </a:defRPr>
            </a:lvl4pPr>
            <a:lvl5pPr algn="l">
              <a:defRPr sz="1350" b="1" i="0">
                <a:solidFill>
                  <a:srgbClr val="26D3A2"/>
                </a:solidFill>
              </a:defRPr>
            </a:lvl5pPr>
            <a:lvl6pPr algn="l">
              <a:defRPr sz="1350" b="1" i="0">
                <a:solidFill>
                  <a:srgbClr val="26D3A2"/>
                </a:solidFill>
              </a:defRPr>
            </a:lvl6pPr>
            <a:lvl7pPr algn="l">
              <a:defRPr sz="1350" b="1" i="0">
                <a:solidFill>
                  <a:srgbClr val="26D3A2"/>
                </a:solidFill>
              </a:defRPr>
            </a:lvl7pPr>
            <a:lvl8pPr algn="l">
              <a:defRPr sz="1350" b="1" i="0">
                <a:solidFill>
                  <a:srgbClr val="26D3A2"/>
                </a:solidFill>
              </a:defRPr>
            </a:lvl8pPr>
            <a:lvl9pPr algn="l">
              <a:defRPr sz="1350" b="1" i="0">
                <a:solidFill>
                  <a:srgbClr val="26D3A2"/>
                </a:solidFill>
              </a:defRPr>
            </a:lvl9pPr>
          </a:lstStyle>
          <a:p xmlns:a="http://schemas.openxmlformats.org/drawingml/2006/main">
            <a:pPr algn="l">
              <a:defRPr sz="1350" b="1" i="0">
                <a:solidFill>
                  <a:srgbClr val="26D3A2"/>
                </a:solidFill>
              </a:defRPr>
            </a:pPr>
            <a:r>
              <a:rPr sz="1350" b="1" i="0">
                <a:solidFill>
                  <a:srgbClr val="26D3A2"/>
                </a:solidFill>
              </a:rPr>
              <a:t>PROCHAINE ÉTAPE : CADRER UN PREMIER TEST</a:t>
            </a:r>
          </a:p>
        </p:txBody>
      </p:sp>
    </p:spTree>
    <p:extLst>
      <p:ext uri="{BB962C8B-B14F-4D97-AF65-F5344CB8AC3E}">
        <p14:creationId xmlns:p14="http://schemas.microsoft.com/office/powerpoint/2010/main" val="1619192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2026-10-27T10:48:00.0390000Z</dcterms:created>
  <dcterms:modified xsi:type="dcterms:W3CDTF">2026-10-27T10:48:00.0390000Z</dcterms:modified>
</coreProperties>
</file>