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072d0d234340cc" /><Relationship Type="http://schemas.openxmlformats.org/officeDocument/2006/relationships/extended-properties" Target="/docProps/app.xml" Id="R53e32e2649b24e0e" /><Relationship Type="http://schemas.openxmlformats.org/officeDocument/2006/relationships/officeDocument" Target="/ppt/presentation.xml" Id="R1bd6b8eeb2a140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5008f71ab1455a"/>
  </p:sldMasterIdLst>
  <p:notesMasterIdLst>
    <p:notesMasterId xmlns:r="http://schemas.openxmlformats.org/officeDocument/2006/relationships" r:id="R33294a9ba7f04547"/>
  </p:notesMasterIdLst>
  <p:sldIdLst>
    <p:sldId xmlns:r="http://schemas.openxmlformats.org/officeDocument/2006/relationships" id="256" r:id="R4e187275f0db4b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8fd37806b04dac" /><Relationship Type="http://schemas.openxmlformats.org/officeDocument/2006/relationships/slideMaster" Target="/ppt/slideMasters/slideMaster1.xml" Id="Rc45008f71ab1455a" /><Relationship Type="http://schemas.openxmlformats.org/officeDocument/2006/relationships/notesMaster" Target="/ppt/notesMasters/notesMaster1.xml" Id="R33294a9ba7f04547" /><Relationship Type="http://schemas.openxmlformats.org/officeDocument/2006/relationships/presProps" Target="/ppt/presProps.xml" Id="Rd0b9362304f84869" /><Relationship Type="http://schemas.openxmlformats.org/officeDocument/2006/relationships/tableStyles" Target="/ppt/tableStyles.xml" Id="Rdc99197dc68941c8" /><Relationship Type="http://schemas.openxmlformats.org/officeDocument/2006/relationships/slide" Target="/ppt/slides/slide1.xml" Id="R4e187275f0db4b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e709a16b3d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2ca76d4df04b48" /><Relationship Type="http://schemas.openxmlformats.org/officeDocument/2006/relationships/notesMaster" Target="/ppt/notesMasters/notesMaster1.xml" Id="Raf9a5a7512d64b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228aa650441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4396faee84b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cdac7318949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ab01f1da64d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d39db319e4e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1419c654945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13E877-397A-4087-85B2-92F367C4B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6A8E9B-7E43-47DF-956E-40756B709A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DB2F84-5775-46A7-84C2-4F167EF3DF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A75FC2-4EE4-41E2-8DDC-49C0970C09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BDA08C-AD6B-4685-B316-4DA247CD20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AF410F-7CDC-4B9A-80AC-36F52CDD78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A35B1C-FB22-4E66-8CE5-9329C362DC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C17DD1-A784-4CBD-95FE-0318016684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D7B0B3-7FE7-4669-97A0-3F0F5E2853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A0FB68-8ACC-4F8E-A976-DE081B90D0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19f0ec898b491f" /><Relationship Type="http://schemas.openxmlformats.org/officeDocument/2006/relationships/slideLayout" Target="/ppt/slideLayouts/slideLayout1.xml" Id="R2df3e017546a44cb" /><Relationship Type="http://schemas.openxmlformats.org/officeDocument/2006/relationships/slideLayout" Target="/ppt/slideLayouts/slideLayout2.xml" Id="Rad37c03944184777" /><Relationship Type="http://schemas.openxmlformats.org/officeDocument/2006/relationships/slideLayout" Target="/ppt/slideLayouts/slideLayout3.xml" Id="R7526a109d86446db" /><Relationship Type="http://schemas.openxmlformats.org/officeDocument/2006/relationships/slideLayout" Target="/ppt/slideLayouts/slideLayout4.xml" Id="R6e219e11ec254b0d" /><Relationship Type="http://schemas.openxmlformats.org/officeDocument/2006/relationships/slideLayout" Target="/ppt/slideLayouts/slideLayout5.xml" Id="Rdc1e03189f7842a2" /><Relationship Type="http://schemas.openxmlformats.org/officeDocument/2006/relationships/slideLayout" Target="/ppt/slideLayouts/slideLayout6.xml" Id="Rca02a6cf6c7d48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f3e017546a44cb"/>
    <p:sldLayoutId xmlns:r="http://schemas.openxmlformats.org/officeDocument/2006/relationships" id="2147483650" r:id="Rad37c03944184777"/>
    <p:sldLayoutId xmlns:r="http://schemas.openxmlformats.org/officeDocument/2006/relationships" id="2147483651" r:id="R7526a109d86446db"/>
    <p:sldLayoutId xmlns:r="http://schemas.openxmlformats.org/officeDocument/2006/relationships" id="2147483652" r:id="R6e219e11ec254b0d"/>
    <p:sldLayoutId xmlns:r="http://schemas.openxmlformats.org/officeDocument/2006/relationships" id="2147483653" r:id="Rdc1e03189f7842a2"/>
    <p:sldLayoutId xmlns:r="http://schemas.openxmlformats.org/officeDocument/2006/relationships" id="2147483654" r:id="Rca02a6cf6c7d48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09417dc03a4916" /><Relationship Type="http://schemas.openxmlformats.org/officeDocument/2006/relationships/image" Target="/ppt/media/image.png" Id="R867789a1025f488c" /><Relationship Type="http://schemas.openxmlformats.org/officeDocument/2006/relationships/notesSlide" Target="/ppt/notesSlides/notesSlide1.xml" Id="Ra794fea8663148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84B33-E091-4855-B238-E9AADC19AD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789a1025f488c"/>
          <a:srcRect xmlns:a="http://schemas.openxmlformats.org/drawingml/2006/main" l="16779" t="0" r="167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0"/>
            <a:ext cx="8096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FDCB4-E9B2-4070-AA9E-8DBDFF4D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66CB5-2BF2-452A-8B22-5575F09B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58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D5567-25B7-4989-AEC7-69C9DF84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C58C"/>
                </a:solidFill>
              </a:defRPr>
            </a:defPPr>
            <a:lvl1pPr>
              <a:defRPr sz="1950" b="1">
                <a:solidFill>
                  <a:srgbClr val="16C58C"/>
                </a:solidFill>
              </a:defRPr>
            </a:lvl1pPr>
            <a:lvl2pPr>
              <a:defRPr sz="1950" b="1">
                <a:solidFill>
                  <a:srgbClr val="16C58C"/>
                </a:solidFill>
              </a:defRPr>
            </a:lvl2pPr>
            <a:lvl3pPr>
              <a:defRPr sz="1950" b="1">
                <a:solidFill>
                  <a:srgbClr val="16C58C"/>
                </a:solidFill>
              </a:defRPr>
            </a:lvl3pPr>
            <a:lvl4pPr>
              <a:defRPr sz="1950" b="1">
                <a:solidFill>
                  <a:srgbClr val="16C58C"/>
                </a:solidFill>
              </a:defRPr>
            </a:lvl4pPr>
            <a:lvl5pPr>
              <a:defRPr sz="1950" b="1">
                <a:solidFill>
                  <a:srgbClr val="16C58C"/>
                </a:solidFill>
              </a:defRPr>
            </a:lvl5pPr>
            <a:lvl6pPr>
              <a:defRPr sz="1950" b="1">
                <a:solidFill>
                  <a:srgbClr val="16C58C"/>
                </a:solidFill>
              </a:defRPr>
            </a:lvl6pPr>
            <a:lvl7pPr>
              <a:defRPr sz="1950" b="1">
                <a:solidFill>
                  <a:srgbClr val="16C58C"/>
                </a:solidFill>
              </a:defRPr>
            </a:lvl7pPr>
            <a:lvl8pPr>
              <a:defRPr sz="1950" b="1">
                <a:solidFill>
                  <a:srgbClr val="16C58C"/>
                </a:solidFill>
              </a:defRPr>
            </a:lvl8pPr>
            <a:lvl9pPr>
              <a:defRPr sz="1950" b="1">
                <a:solidFill>
                  <a:srgbClr val="16C58C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C58C"/>
                </a:solidFill>
              </a:defRPr>
            </a:pPr>
            <a:r>
              <a:rPr sz="1950" b="1">
                <a:solidFill>
                  <a:srgbClr val="16C58C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28730-1AD7-4C7A-B035-9358869C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628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CFE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20A2C-BB94-45BD-80C6-77F3FBD7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628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8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20615-722C-4E70-964D-BFA223B1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 spc="1">
                <a:solidFill>
                  <a:srgbClr val="8FE5C7"/>
                </a:solidFill>
              </a:defRPr>
            </a:defPPr>
            <a:lvl1pPr>
              <a:defRPr sz="900" b="1" spc="1">
                <a:solidFill>
                  <a:srgbClr val="8FE5C7"/>
                </a:solidFill>
              </a:defRPr>
            </a:lvl1pPr>
            <a:lvl2pPr>
              <a:defRPr sz="900" b="1" spc="1">
                <a:solidFill>
                  <a:srgbClr val="8FE5C7"/>
                </a:solidFill>
              </a:defRPr>
            </a:lvl2pPr>
            <a:lvl3pPr>
              <a:defRPr sz="900" b="1" spc="1">
                <a:solidFill>
                  <a:srgbClr val="8FE5C7"/>
                </a:solidFill>
              </a:defRPr>
            </a:lvl3pPr>
            <a:lvl4pPr>
              <a:defRPr sz="900" b="1" spc="1">
                <a:solidFill>
                  <a:srgbClr val="8FE5C7"/>
                </a:solidFill>
              </a:defRPr>
            </a:lvl4pPr>
            <a:lvl5pPr>
              <a:defRPr sz="900" b="1" spc="1">
                <a:solidFill>
                  <a:srgbClr val="8FE5C7"/>
                </a:solidFill>
              </a:defRPr>
            </a:lvl5pPr>
            <a:lvl6pPr>
              <a:defRPr sz="900" b="1" spc="1">
                <a:solidFill>
                  <a:srgbClr val="8FE5C7"/>
                </a:solidFill>
              </a:defRPr>
            </a:lvl6pPr>
            <a:lvl7pPr>
              <a:defRPr sz="900" b="1" spc="1">
                <a:solidFill>
                  <a:srgbClr val="8FE5C7"/>
                </a:solidFill>
              </a:defRPr>
            </a:lvl7pPr>
            <a:lvl8pPr>
              <a:defRPr sz="900" b="1" spc="1">
                <a:solidFill>
                  <a:srgbClr val="8FE5C7"/>
                </a:solidFill>
              </a:defRPr>
            </a:lvl8pPr>
            <a:lvl9pPr>
              <a:defRPr sz="900" b="1" spc="1">
                <a:solidFill>
                  <a:srgbClr val="8FE5C7"/>
                </a:solidFill>
              </a:defRPr>
            </a:lvl9pPr>
          </a:lstStyle>
          <a:p xmlns:a="http://schemas.openxmlformats.org/drawingml/2006/main">
            <a:pPr>
              <a:defRPr sz="900" b="1" spc="1">
                <a:solidFill>
                  <a:srgbClr val="8FE5C7"/>
                </a:solidFill>
              </a:defRPr>
            </a:pPr>
            <a:r>
              <a:rPr sz="900" b="1" spc="1">
                <a:solidFill>
                  <a:srgbClr val="8FE5C7"/>
                </a:solidFill>
              </a:rPr>
              <a:t>PRÉSENTATION POUR LES COMMERCES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FCF00-8B15-42D8-922C-1CAE0FA4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762375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</a:defRPr>
            </a:defPPr>
            <a:lvl1pPr>
              <a:defRPr sz="3225" b="1">
                <a:solidFill>
                  <a:srgbClr val="FFFFFF"/>
                </a:solidFill>
              </a:defRPr>
            </a:lvl1pPr>
            <a:lvl2pPr>
              <a:defRPr sz="3225" b="1">
                <a:solidFill>
                  <a:srgbClr val="FFFFFF"/>
                </a:solidFill>
              </a:defRPr>
            </a:lvl2pPr>
            <a:lvl3pPr>
              <a:defRPr sz="3225" b="1">
                <a:solidFill>
                  <a:srgbClr val="FFFFFF"/>
                </a:solidFill>
              </a:defRPr>
            </a:lvl3pPr>
            <a:lvl4pPr>
              <a:defRPr sz="3225" b="1">
                <a:solidFill>
                  <a:srgbClr val="FFFFFF"/>
                </a:solidFill>
              </a:defRPr>
            </a:lvl4pPr>
            <a:lvl5pPr>
              <a:defRPr sz="3225" b="1">
                <a:solidFill>
                  <a:srgbClr val="FFFFFF"/>
                </a:solidFill>
              </a:defRPr>
            </a:lvl5pPr>
            <a:lvl6pPr>
              <a:defRPr sz="3225" b="1">
                <a:solidFill>
                  <a:srgbClr val="FFFFFF"/>
                </a:solidFill>
              </a:defRPr>
            </a:lvl6pPr>
            <a:lvl7pPr>
              <a:defRPr sz="3225" b="1">
                <a:solidFill>
                  <a:srgbClr val="FFFFFF"/>
                </a:solidFill>
              </a:defRPr>
            </a:lvl7pPr>
            <a:lvl8pPr>
              <a:defRPr sz="3225" b="1">
                <a:solidFill>
                  <a:srgbClr val="FFFFFF"/>
                </a:solidFill>
              </a:defRPr>
            </a:lvl8pPr>
            <a:lvl9pPr>
              <a:defRPr sz="32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Votre lieu dans les projets de sortie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3DCF9-5EB3-4D29-BF99-8DA72937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C8D2DF"/>
                </a:solidFill>
              </a:defRPr>
            </a:defPPr>
            <a:lvl1pPr>
              <a:defRPr sz="1425">
                <a:solidFill>
                  <a:srgbClr val="C8D2DF"/>
                </a:solidFill>
              </a:defRPr>
            </a:lvl1pPr>
            <a:lvl2pPr>
              <a:defRPr sz="1425">
                <a:solidFill>
                  <a:srgbClr val="C8D2DF"/>
                </a:solidFill>
              </a:defRPr>
            </a:lvl2pPr>
            <a:lvl3pPr>
              <a:defRPr sz="1425">
                <a:solidFill>
                  <a:srgbClr val="C8D2DF"/>
                </a:solidFill>
              </a:defRPr>
            </a:lvl3pPr>
            <a:lvl4pPr>
              <a:defRPr sz="1425">
                <a:solidFill>
                  <a:srgbClr val="C8D2DF"/>
                </a:solidFill>
              </a:defRPr>
            </a:lvl4pPr>
            <a:lvl5pPr>
              <a:defRPr sz="1425">
                <a:solidFill>
                  <a:srgbClr val="C8D2DF"/>
                </a:solidFill>
              </a:defRPr>
            </a:lvl5pPr>
            <a:lvl6pPr>
              <a:defRPr sz="1425">
                <a:solidFill>
                  <a:srgbClr val="C8D2DF"/>
                </a:solidFill>
              </a:defRPr>
            </a:lvl6pPr>
            <a:lvl7pPr>
              <a:defRPr sz="1425">
                <a:solidFill>
                  <a:srgbClr val="C8D2DF"/>
                </a:solidFill>
              </a:defRPr>
            </a:lvl7pPr>
            <a:lvl8pPr>
              <a:defRPr sz="1425">
                <a:solidFill>
                  <a:srgbClr val="C8D2DF"/>
                </a:solidFill>
              </a:defRPr>
            </a:lvl8pPr>
            <a:lvl9pPr>
              <a:defRPr sz="1425">
                <a:solidFill>
                  <a:srgbClr val="C8D2DF"/>
                </a:solidFill>
              </a:defRPr>
            </a:lvl9pPr>
          </a:lstStyle>
          <a:p xmlns:a="http://schemas.openxmlformats.org/drawingml/2006/main">
            <a:pPr>
              <a:defRPr sz="1425">
                <a:solidFill>
                  <a:srgbClr val="C8D2DF"/>
                </a:solidFill>
              </a:defRPr>
            </a:pPr>
            <a:r>
              <a:rPr sz="1425">
                <a:solidFill>
                  <a:srgbClr val="C8D2DF"/>
                </a:solidFill>
              </a:rPr>
              <a:t>Présence en ligne, réservations, événements et offres sur iziLife.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75A61B-D6B7-4692-86BE-802187A5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>
                <a:solidFill>
                  <a:srgbClr val="8290A3"/>
                </a:solidFill>
              </a:defRPr>
            </a:defPPr>
            <a:lvl1pPr>
              <a:defRPr sz="825">
                <a:solidFill>
                  <a:srgbClr val="8290A3"/>
                </a:solidFill>
              </a:defRPr>
            </a:lvl1pPr>
            <a:lvl2pPr>
              <a:defRPr sz="825">
                <a:solidFill>
                  <a:srgbClr val="8290A3"/>
                </a:solidFill>
              </a:defRPr>
            </a:lvl2pPr>
            <a:lvl3pPr>
              <a:defRPr sz="825">
                <a:solidFill>
                  <a:srgbClr val="8290A3"/>
                </a:solidFill>
              </a:defRPr>
            </a:lvl3pPr>
            <a:lvl4pPr>
              <a:defRPr sz="825">
                <a:solidFill>
                  <a:srgbClr val="8290A3"/>
                </a:solidFill>
              </a:defRPr>
            </a:lvl4pPr>
            <a:lvl5pPr>
              <a:defRPr sz="825">
                <a:solidFill>
                  <a:srgbClr val="8290A3"/>
                </a:solidFill>
              </a:defRPr>
            </a:lvl5pPr>
            <a:lvl6pPr>
              <a:defRPr sz="825">
                <a:solidFill>
                  <a:srgbClr val="8290A3"/>
                </a:solidFill>
              </a:defRPr>
            </a:lvl6pPr>
            <a:lvl7pPr>
              <a:defRPr sz="825">
                <a:solidFill>
                  <a:srgbClr val="8290A3"/>
                </a:solidFill>
              </a:defRPr>
            </a:lvl7pPr>
            <a:lvl8pPr>
              <a:defRPr sz="825">
                <a:solidFill>
                  <a:srgbClr val="8290A3"/>
                </a:solidFill>
              </a:defRPr>
            </a:lvl8pPr>
            <a:lvl9pPr>
              <a:defRPr sz="825">
                <a:solidFill>
                  <a:srgbClr val="8290A3"/>
                </a:solidFill>
              </a:defRPr>
            </a:lvl9pPr>
          </a:lstStyle>
          <a:p xmlns:a="http://schemas.openxmlformats.org/drawingml/2006/main">
            <a:pPr>
              <a:defRPr sz="825">
                <a:solidFill>
                  <a:srgbClr val="8290A3"/>
                </a:solidFill>
              </a:defRPr>
            </a:pPr>
            <a:r>
              <a:rPr sz="825">
                <a:solidFill>
                  <a:srgbClr val="8290A3"/>
                </a:solidFill>
              </a:rPr>
              <a:t>Support général sans prix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AD404-01C8-41FC-B6B8-277B57D3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17220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5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750" b="1">
                <a:solidFill>
                  <a:srgbClr val="07151E"/>
                </a:solidFill>
              </a:defRPr>
            </a:defPPr>
            <a:lvl1pPr algn="ctr">
              <a:defRPr sz="750" b="1">
                <a:solidFill>
                  <a:srgbClr val="07151E"/>
                </a:solidFill>
              </a:defRPr>
            </a:lvl1pPr>
            <a:lvl2pPr algn="ctr">
              <a:defRPr sz="750" b="1">
                <a:solidFill>
                  <a:srgbClr val="07151E"/>
                </a:solidFill>
              </a:defRPr>
            </a:lvl2pPr>
            <a:lvl3pPr algn="ctr">
              <a:defRPr sz="750" b="1">
                <a:solidFill>
                  <a:srgbClr val="07151E"/>
                </a:solidFill>
              </a:defRPr>
            </a:lvl3pPr>
            <a:lvl4pPr algn="ctr">
              <a:defRPr sz="750" b="1">
                <a:solidFill>
                  <a:srgbClr val="07151E"/>
                </a:solidFill>
              </a:defRPr>
            </a:lvl4pPr>
            <a:lvl5pPr algn="ctr">
              <a:defRPr sz="750" b="1">
                <a:solidFill>
                  <a:srgbClr val="07151E"/>
                </a:solidFill>
              </a:defRPr>
            </a:lvl5pPr>
            <a:lvl6pPr algn="ctr">
              <a:defRPr sz="750" b="1">
                <a:solidFill>
                  <a:srgbClr val="07151E"/>
                </a:solidFill>
              </a:defRPr>
            </a:lvl6pPr>
            <a:lvl7pPr algn="ctr">
              <a:defRPr sz="750" b="1">
                <a:solidFill>
                  <a:srgbClr val="07151E"/>
                </a:solidFill>
              </a:defRPr>
            </a:lvl7pPr>
            <a:lvl8pPr algn="ctr">
              <a:defRPr sz="750" b="1">
                <a:solidFill>
                  <a:srgbClr val="07151E"/>
                </a:solidFill>
              </a:defRPr>
            </a:lvl8pPr>
            <a:lvl9pPr algn="ctr">
              <a:defRPr sz="750" b="1">
                <a:solidFill>
                  <a:srgbClr val="07151E"/>
                </a:solidFill>
              </a:defRPr>
            </a:lvl9pPr>
          </a:lstStyle>
          <a:p xmlns:a="http://schemas.openxmlformats.org/drawingml/2006/main">
            <a:pPr algn="ctr">
              <a:defRPr sz="750" b="1">
                <a:solidFill>
                  <a:srgbClr val="07151E"/>
                </a:solidFill>
              </a:defRPr>
            </a:pPr>
            <a:r>
              <a:rPr sz="750" b="1">
                <a:solidFill>
                  <a:srgbClr val="07151E"/>
                </a:solidFill>
              </a:rPr>
              <a:t>SORTIR · DÉCOUVRIR · PROFITER</a:t>
            </a:r>
          </a:p>
        </p:txBody>
      </p:sp>
    </p:spTree>
    <p:extLst>
      <p:ext uri="{BB962C8B-B14F-4D97-AF65-F5344CB8AC3E}">
        <p14:creationId xmlns:p14="http://schemas.microsoft.com/office/powerpoint/2010/main" val="134874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2026-10-20T08:23:57.7700000Z</dcterms:created>
  <dcterms:modified xsi:type="dcterms:W3CDTF">2026-10-20T08:23:57.7700000Z</dcterms:modified>
</coreProperties>
</file>