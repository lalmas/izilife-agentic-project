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409348578b4d40" /><Relationship Type="http://schemas.openxmlformats.org/officeDocument/2006/relationships/extended-properties" Target="/docProps/app.xml" Id="R974bdff6ac124862" /><Relationship Type="http://schemas.openxmlformats.org/officeDocument/2006/relationships/officeDocument" Target="/ppt/presentation.xml" Id="R5b78c73ef9e047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39ffc39a524a7b"/>
  </p:sldMasterIdLst>
  <p:notesMasterIdLst>
    <p:notesMasterId xmlns:r="http://schemas.openxmlformats.org/officeDocument/2006/relationships" r:id="R2d06037a0c7a48b7"/>
  </p:notesMasterIdLst>
  <p:sldIdLst>
    <p:sldId xmlns:r="http://schemas.openxmlformats.org/officeDocument/2006/relationships" id="256" r:id="Rb9db8f5c95ff43ef"/>
    <p:sldId xmlns:r="http://schemas.openxmlformats.org/officeDocument/2006/relationships" id="257" r:id="R8aab5c8652104aa7"/>
    <p:sldId xmlns:r="http://schemas.openxmlformats.org/officeDocument/2006/relationships" id="258" r:id="Rddaa73a934494dff"/>
    <p:sldId xmlns:r="http://schemas.openxmlformats.org/officeDocument/2006/relationships" id="259" r:id="Rd46b90ade9d44f6a"/>
    <p:sldId xmlns:r="http://schemas.openxmlformats.org/officeDocument/2006/relationships" id="260" r:id="Rdc30ed5e60f24e32"/>
    <p:sldId xmlns:r="http://schemas.openxmlformats.org/officeDocument/2006/relationships" id="261" r:id="Rd9f412c1fb0b4bad"/>
    <p:sldId xmlns:r="http://schemas.openxmlformats.org/officeDocument/2006/relationships" id="262" r:id="R1d99dd7f5bfe4541"/>
  </p:sldIdLst>
  <p:sldSz cx="10668000" cy="13411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56846cf8804588" /><Relationship Type="http://schemas.openxmlformats.org/officeDocument/2006/relationships/slideMaster" Target="/ppt/slideMasters/slideMaster1.xml" Id="R8739ffc39a524a7b" /><Relationship Type="http://schemas.openxmlformats.org/officeDocument/2006/relationships/notesMaster" Target="/ppt/notesMasters/notesMaster1.xml" Id="R2d06037a0c7a48b7" /><Relationship Type="http://schemas.openxmlformats.org/officeDocument/2006/relationships/presProps" Target="/ppt/presProps.xml" Id="Re52ddc1b76c14277" /><Relationship Type="http://schemas.openxmlformats.org/officeDocument/2006/relationships/tableStyles" Target="/ppt/tableStyles.xml" Id="Re3dc8bc7b4e74284" /><Relationship Type="http://schemas.openxmlformats.org/officeDocument/2006/relationships/slide" Target="/ppt/slides/slide1.xml" Id="Rb9db8f5c95ff43ef" /><Relationship Type="http://schemas.openxmlformats.org/officeDocument/2006/relationships/slide" Target="/ppt/slides/slide2.xml" Id="R8aab5c8652104aa7" /><Relationship Type="http://schemas.openxmlformats.org/officeDocument/2006/relationships/slide" Target="/ppt/slides/slide3.xml" Id="Rddaa73a934494dff" /><Relationship Type="http://schemas.openxmlformats.org/officeDocument/2006/relationships/slide" Target="/ppt/slides/slide4.xml" Id="Rd46b90ade9d44f6a" /><Relationship Type="http://schemas.openxmlformats.org/officeDocument/2006/relationships/slide" Target="/ppt/slides/slide5.xml" Id="Rdc30ed5e60f24e32" /><Relationship Type="http://schemas.openxmlformats.org/officeDocument/2006/relationships/slide" Target="/ppt/slides/slide6.xml" Id="Rd9f412c1fb0b4bad" /><Relationship Type="http://schemas.openxmlformats.org/officeDocument/2006/relationships/slide" Target="/ppt/slides/slide7.xml" Id="R1d99dd7f5bfe45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ef619fd16142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83c4723a9243e6" /><Relationship Type="http://schemas.openxmlformats.org/officeDocument/2006/relationships/notesMaster" Target="/ppt/notesMasters/notesMaster1.xml" Id="R0d7876fd51a647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3586ef92404484" /><Relationship Type="http://schemas.openxmlformats.org/officeDocument/2006/relationships/notesMaster" Target="/ppt/notesMasters/notesMaster1.xml" Id="R7d1e29d2ce8447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5356b884e94dd6" /><Relationship Type="http://schemas.openxmlformats.org/officeDocument/2006/relationships/notesMaster" Target="/ppt/notesMasters/notesMaster1.xml" Id="Rf3e24786269442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598d840df64dc0" /><Relationship Type="http://schemas.openxmlformats.org/officeDocument/2006/relationships/notesMaster" Target="/ppt/notesMasters/notesMaster1.xml" Id="Ra55d1acb45944d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cd8e62102941a1" /><Relationship Type="http://schemas.openxmlformats.org/officeDocument/2006/relationships/notesMaster" Target="/ppt/notesMasters/notesMaster1.xml" Id="R868229a9d62049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07636b41b544ec" /><Relationship Type="http://schemas.openxmlformats.org/officeDocument/2006/relationships/notesMaster" Target="/ppt/notesMasters/notesMaster1.xml" Id="Re064cf9d3d0f46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aab3dc4a2f4d91" /><Relationship Type="http://schemas.openxmlformats.org/officeDocument/2006/relationships/notesMaster" Target="/ppt/notesMasters/notesMaster1.xml" Id="R45ca8419495f49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dae6ea5aa94da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5feb44ab7e4b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71239e3b744c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4ff76ab4343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e2932ba5d486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1bac1115744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2E63537-88D3-493E-870E-132E79EFC7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066453"/>
            <a:ext cx="8534400" cy="19371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B620F6A-01E1-452B-9638-E9E2BF1AD1F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00200" y="7376160"/>
            <a:ext cx="7467600" cy="1490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F9D580A-65BB-4AA0-8030-C4B296608F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66800" y="5588000"/>
            <a:ext cx="8534400" cy="223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6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8B77789-B614-41A1-8079-5F1A260922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33F9D7B-2C61-496C-8453-D9FEBCA3009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94678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433D849-EA61-4965-B425-B59BC90BBE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E4EB2B8-0965-4433-98D4-A7951A24DE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AF7FA3-0E0C-4896-B536-F98CD8582B3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6673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83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9E0C20-419B-401B-AEA9-AB8CC96E66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0075" y="1043093"/>
            <a:ext cx="9467850" cy="1639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98207AB-D983-46EB-A5EB-929D380D11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0075" y="3725333"/>
            <a:ext cx="4400550" cy="83447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000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667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334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0001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668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5335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002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0669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333625" indent="-200025" algn="l">
              <a:lnSpc>
                <a:spcPct val="110000"/>
              </a:lnSpc>
              <a:spcBef>
                <a:spcPts val="0"/>
              </a:spcBef>
              <a:spcAft>
                <a:spcPts val="1050"/>
              </a:spcAft>
              <a:buChar char="•"/>
              <a:defRPr sz="1969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f33a0855974d83" /><Relationship Type="http://schemas.openxmlformats.org/officeDocument/2006/relationships/slideLayout" Target="/ppt/slideLayouts/slideLayout1.xml" Id="R22b52c2ce6514aa6" /><Relationship Type="http://schemas.openxmlformats.org/officeDocument/2006/relationships/slideLayout" Target="/ppt/slideLayouts/slideLayout2.xml" Id="R96fe2f9496cf4d84" /><Relationship Type="http://schemas.openxmlformats.org/officeDocument/2006/relationships/slideLayout" Target="/ppt/slideLayouts/slideLayout3.xml" Id="Ra19faffba4154503" /><Relationship Type="http://schemas.openxmlformats.org/officeDocument/2006/relationships/slideLayout" Target="/ppt/slideLayouts/slideLayout4.xml" Id="R815e4e16d8324166" /><Relationship Type="http://schemas.openxmlformats.org/officeDocument/2006/relationships/slideLayout" Target="/ppt/slideLayouts/slideLayout5.xml" Id="Rf50c0eaf32574175" /><Relationship Type="http://schemas.openxmlformats.org/officeDocument/2006/relationships/slideLayout" Target="/ppt/slideLayouts/slideLayout6.xml" Id="R615b94b3f7814d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b52c2ce6514aa6"/>
    <p:sldLayoutId xmlns:r="http://schemas.openxmlformats.org/officeDocument/2006/relationships" id="2147483650" r:id="R96fe2f9496cf4d84"/>
    <p:sldLayoutId xmlns:r="http://schemas.openxmlformats.org/officeDocument/2006/relationships" id="2147483651" r:id="Ra19faffba4154503"/>
    <p:sldLayoutId xmlns:r="http://schemas.openxmlformats.org/officeDocument/2006/relationships" id="2147483652" r:id="R815e4e16d8324166"/>
    <p:sldLayoutId xmlns:r="http://schemas.openxmlformats.org/officeDocument/2006/relationships" id="2147483653" r:id="Rf50c0eaf32574175"/>
    <p:sldLayoutId xmlns:r="http://schemas.openxmlformats.org/officeDocument/2006/relationships" id="2147483654" r:id="R615b94b3f7814d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a1b5026e1470f" /><Relationship Type="http://schemas.openxmlformats.org/officeDocument/2006/relationships/image" Target="/ppt/media/image.png" Id="Racd958c338c2449b" /><Relationship Type="http://schemas.openxmlformats.org/officeDocument/2006/relationships/notesSlide" Target="/ppt/notesSlides/notesSlide1.xml" Id="Rf8336656e60f47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b036a0fa7c4013" /><Relationship Type="http://schemas.openxmlformats.org/officeDocument/2006/relationships/image" Target="/ppt/media/image2.png" Id="R60dfdf96974a453e" /><Relationship Type="http://schemas.openxmlformats.org/officeDocument/2006/relationships/notesSlide" Target="/ppt/notesSlides/notesSlide2.xml" Id="R4f00220fcd3946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dca51462a4600" /><Relationship Type="http://schemas.openxmlformats.org/officeDocument/2006/relationships/image" Target="/ppt/media/image3.png" Id="R1580069b50db4e75" /><Relationship Type="http://schemas.openxmlformats.org/officeDocument/2006/relationships/notesSlide" Target="/ppt/notesSlides/notesSlide3.xml" Id="Ra425dd2de2234ca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32f54bef65451c" /><Relationship Type="http://schemas.openxmlformats.org/officeDocument/2006/relationships/image" Target="/ppt/media/image4.png" Id="R2ddc091908734940" /><Relationship Type="http://schemas.openxmlformats.org/officeDocument/2006/relationships/notesSlide" Target="/ppt/notesSlides/notesSlide4.xml" Id="R9fdf8976f38343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b28a1425f54300" /><Relationship Type="http://schemas.openxmlformats.org/officeDocument/2006/relationships/image" Target="/ppt/media/image5.png" Id="R43ffa4942f324c79" /><Relationship Type="http://schemas.openxmlformats.org/officeDocument/2006/relationships/notesSlide" Target="/ppt/notesSlides/notesSlide5.xml" Id="Re7181f60c0f44e8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8cdddacd99c40ea" /><Relationship Type="http://schemas.openxmlformats.org/officeDocument/2006/relationships/image" Target="/ppt/media/image6.png" Id="Rf246dd3ce0714c40" /><Relationship Type="http://schemas.openxmlformats.org/officeDocument/2006/relationships/notesSlide" Target="/ppt/notesSlides/notesSlide6.xml" Id="R8808c28516b14e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744ddeb0a24e0a" /><Relationship Type="http://schemas.openxmlformats.org/officeDocument/2006/relationships/image" Target="/ppt/media/image7.png" Id="R1d8affa662d64a5c" /><Relationship Type="http://schemas.openxmlformats.org/officeDocument/2006/relationships/notesSlide" Target="/ppt/notesSlides/notesSlide7.xml" Id="R121cc5aa91bd42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6CB96E-252E-4620-90CD-4AD44FB22A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958c338c2449b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312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8A10D-18E7-4D25-9760-57702F0904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fdf96974a453e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3171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F9A6E1-3E9F-4E5F-B852-D7A6192F9A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0069b50db4e75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77418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A18426-D76D-483F-B162-3EA7E184A4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c091908734940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8606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08AED-DD53-4E35-A40F-E472FD712E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fa4942f324c79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2995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024A68-50AC-4FF6-9963-331373978F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6dd3ce0714c40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04386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33984D-B25A-4EB9-A02F-6D7EECF482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8affa662d64a5c"/>
          <a:srcRect xmlns:a="http://schemas.openxmlformats.org/drawingml/2006/main" l="302" t="0" r="3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668000" cy="13411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885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2026-10-23T09:35:05.4930000Z</dcterms:created>
  <dcterms:modified xsi:type="dcterms:W3CDTF">2026-10-23T09:35:05.4930000Z</dcterms:modified>
</coreProperties>
</file>