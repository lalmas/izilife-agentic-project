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a881909f5c4a3e" /><Relationship Type="http://schemas.openxmlformats.org/officeDocument/2006/relationships/extended-properties" Target="/docProps/app.xml" Id="R171e8d3af3fa4a0e" /><Relationship Type="http://schemas.openxmlformats.org/officeDocument/2006/relationships/officeDocument" Target="/ppt/presentation.xml" Id="R7105ce8994444d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860949bf894966"/>
  </p:sldMasterIdLst>
  <p:notesMasterIdLst>
    <p:notesMasterId xmlns:r="http://schemas.openxmlformats.org/officeDocument/2006/relationships" r:id="R76ae95446bb34bbf"/>
  </p:notesMasterIdLst>
  <p:sldIdLst>
    <p:sldId xmlns:r="http://schemas.openxmlformats.org/officeDocument/2006/relationships" id="256" r:id="R74ebf729300a4bb2"/>
    <p:sldId xmlns:r="http://schemas.openxmlformats.org/officeDocument/2006/relationships" id="257" r:id="R2a13a30d66ce40cc"/>
    <p:sldId xmlns:r="http://schemas.openxmlformats.org/officeDocument/2006/relationships" id="258" r:id="R75e5c4ddba414760"/>
    <p:sldId xmlns:r="http://schemas.openxmlformats.org/officeDocument/2006/relationships" id="259" r:id="Rde48420ff61049d5"/>
    <p:sldId xmlns:r="http://schemas.openxmlformats.org/officeDocument/2006/relationships" id="260" r:id="Rb2fd5f6adcb8499c"/>
    <p:sldId xmlns:r="http://schemas.openxmlformats.org/officeDocument/2006/relationships" id="261" r:id="Re019d69f3d174eee"/>
    <p:sldId xmlns:r="http://schemas.openxmlformats.org/officeDocument/2006/relationships" id="262" r:id="R91ca7f2632b14bbd"/>
    <p:sldId xmlns:r="http://schemas.openxmlformats.org/officeDocument/2006/relationships" id="263" r:id="Rb891d94eb4244a07"/>
  </p:sldIdLst>
  <p:sldSz cx="10668000" cy="1341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a53fa5952a40e0" /><Relationship Type="http://schemas.openxmlformats.org/officeDocument/2006/relationships/slideMaster" Target="/ppt/slideMasters/slideMaster1.xml" Id="Rcf860949bf894966" /><Relationship Type="http://schemas.openxmlformats.org/officeDocument/2006/relationships/notesMaster" Target="/ppt/notesMasters/notesMaster1.xml" Id="R76ae95446bb34bbf" /><Relationship Type="http://schemas.openxmlformats.org/officeDocument/2006/relationships/presProps" Target="/ppt/presProps.xml" Id="R60507cc046a04cb7" /><Relationship Type="http://schemas.openxmlformats.org/officeDocument/2006/relationships/tableStyles" Target="/ppt/tableStyles.xml" Id="R0590407fae364895" /><Relationship Type="http://schemas.openxmlformats.org/officeDocument/2006/relationships/slide" Target="/ppt/slides/slide1.xml" Id="R74ebf729300a4bb2" /><Relationship Type="http://schemas.openxmlformats.org/officeDocument/2006/relationships/slide" Target="/ppt/slides/slide2.xml" Id="R2a13a30d66ce40cc" /><Relationship Type="http://schemas.openxmlformats.org/officeDocument/2006/relationships/slide" Target="/ppt/slides/slide3.xml" Id="R75e5c4ddba414760" /><Relationship Type="http://schemas.openxmlformats.org/officeDocument/2006/relationships/slide" Target="/ppt/slides/slide4.xml" Id="Rde48420ff61049d5" /><Relationship Type="http://schemas.openxmlformats.org/officeDocument/2006/relationships/slide" Target="/ppt/slides/slide5.xml" Id="Rb2fd5f6adcb8499c" /><Relationship Type="http://schemas.openxmlformats.org/officeDocument/2006/relationships/slide" Target="/ppt/slides/slide6.xml" Id="Re019d69f3d174eee" /><Relationship Type="http://schemas.openxmlformats.org/officeDocument/2006/relationships/slide" Target="/ppt/slides/slide7.xml" Id="R91ca7f2632b14bbd" /><Relationship Type="http://schemas.openxmlformats.org/officeDocument/2006/relationships/slide" Target="/ppt/slides/slide8.xml" Id="Rb891d94eb4244a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e1c708dee34c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24dec2264d4d59" /><Relationship Type="http://schemas.openxmlformats.org/officeDocument/2006/relationships/notesMaster" Target="/ppt/notesMasters/notesMaster1.xml" Id="Re740c736bcc64b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361adc45294bf2" /><Relationship Type="http://schemas.openxmlformats.org/officeDocument/2006/relationships/notesMaster" Target="/ppt/notesMasters/notesMaster1.xml" Id="Rf2fe59cffc8047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7d3fe647df41a6" /><Relationship Type="http://schemas.openxmlformats.org/officeDocument/2006/relationships/notesMaster" Target="/ppt/notesMasters/notesMaster1.xml" Id="R5ab1d085ea9745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8b8cb46ca640f5" /><Relationship Type="http://schemas.openxmlformats.org/officeDocument/2006/relationships/notesMaster" Target="/ppt/notesMasters/notesMaster1.xml" Id="R2f1bfb6c288a4d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81daecf07646f3" /><Relationship Type="http://schemas.openxmlformats.org/officeDocument/2006/relationships/notesMaster" Target="/ppt/notesMasters/notesMaster1.xml" Id="R11c5f080f9e149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b763f7de8b49fe" /><Relationship Type="http://schemas.openxmlformats.org/officeDocument/2006/relationships/notesMaster" Target="/ppt/notesMasters/notesMaster1.xml" Id="R83c26a5ee0e443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3f8e996a2f4f84" /><Relationship Type="http://schemas.openxmlformats.org/officeDocument/2006/relationships/notesMaster" Target="/ppt/notesMasters/notesMaster1.xml" Id="Rfde9f3f9b3344c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18c2e586da4c10" /><Relationship Type="http://schemas.openxmlformats.org/officeDocument/2006/relationships/notesMaster" Target="/ppt/notesMasters/notesMaster1.xml" Id="R2f60ee0a3faa43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f0e25e7e847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8a160717945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53c06218948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3376608a04d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141f154cf4d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30afc0cfa42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45CAE0-2810-4391-B794-D7A5A8384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066453"/>
            <a:ext cx="8534400" cy="193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185F31-EE5B-4D92-83CC-D57F1A855D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7376160"/>
            <a:ext cx="746760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71DDAB-31EF-49EF-A147-7F43204A13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588000"/>
            <a:ext cx="8534400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79F0C0-7A39-49FD-A0FA-DA1CD49F2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7F30E7-CAC1-4D35-80AC-FD705935AC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94678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4C5EAC-92D8-42E4-AC4D-D2FC18AE12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A24CCB-37C6-4A63-848C-842FA44030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E1CD2A-BEF9-46F4-89A6-0CD7527D3B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223A70-659E-4E73-96A2-D4AF3EBAC1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382C95-B87D-4516-B611-7443D90FCE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c491bf2f3e4856" /><Relationship Type="http://schemas.openxmlformats.org/officeDocument/2006/relationships/slideLayout" Target="/ppt/slideLayouts/slideLayout1.xml" Id="R64a2380083e54749" /><Relationship Type="http://schemas.openxmlformats.org/officeDocument/2006/relationships/slideLayout" Target="/ppt/slideLayouts/slideLayout2.xml" Id="R029fd344da224a4c" /><Relationship Type="http://schemas.openxmlformats.org/officeDocument/2006/relationships/slideLayout" Target="/ppt/slideLayouts/slideLayout3.xml" Id="Rf7a61b5ccf5446bf" /><Relationship Type="http://schemas.openxmlformats.org/officeDocument/2006/relationships/slideLayout" Target="/ppt/slideLayouts/slideLayout4.xml" Id="R60021b0182d14f4d" /><Relationship Type="http://schemas.openxmlformats.org/officeDocument/2006/relationships/slideLayout" Target="/ppt/slideLayouts/slideLayout5.xml" Id="R37d5dc67d4dd45bf" /><Relationship Type="http://schemas.openxmlformats.org/officeDocument/2006/relationships/slideLayout" Target="/ppt/slideLayouts/slideLayout6.xml" Id="Rbc3f2503065640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a2380083e54749"/>
    <p:sldLayoutId xmlns:r="http://schemas.openxmlformats.org/officeDocument/2006/relationships" id="2147483650" r:id="R029fd344da224a4c"/>
    <p:sldLayoutId xmlns:r="http://schemas.openxmlformats.org/officeDocument/2006/relationships" id="2147483651" r:id="Rf7a61b5ccf5446bf"/>
    <p:sldLayoutId xmlns:r="http://schemas.openxmlformats.org/officeDocument/2006/relationships" id="2147483652" r:id="R60021b0182d14f4d"/>
    <p:sldLayoutId xmlns:r="http://schemas.openxmlformats.org/officeDocument/2006/relationships" id="2147483653" r:id="R37d5dc67d4dd45bf"/>
    <p:sldLayoutId xmlns:r="http://schemas.openxmlformats.org/officeDocument/2006/relationships" id="2147483654" r:id="Rbc3f2503065640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9c259617c43ae" /><Relationship Type="http://schemas.openxmlformats.org/officeDocument/2006/relationships/image" Target="/ppt/media/image.png" Id="R07ab3ea206114256" /><Relationship Type="http://schemas.openxmlformats.org/officeDocument/2006/relationships/notesSlide" Target="/ppt/notesSlides/notesSlide1.xml" Id="Re0d4fd59545749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b68ddce276464a" /><Relationship Type="http://schemas.openxmlformats.org/officeDocument/2006/relationships/image" Target="/ppt/media/image2.png" Id="R1a1cae6ecb694fda" /><Relationship Type="http://schemas.openxmlformats.org/officeDocument/2006/relationships/notesSlide" Target="/ppt/notesSlides/notesSlide2.xml" Id="R48647b791c564a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3a11c879146ab" /><Relationship Type="http://schemas.openxmlformats.org/officeDocument/2006/relationships/image" Target="/ppt/media/image3.png" Id="Rdd35bb060876496f" /><Relationship Type="http://schemas.openxmlformats.org/officeDocument/2006/relationships/notesSlide" Target="/ppt/notesSlides/notesSlide3.xml" Id="R36ac6d2d35624f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0e3b6f8bbf4ab3" /><Relationship Type="http://schemas.openxmlformats.org/officeDocument/2006/relationships/image" Target="/ppt/media/image4.png" Id="Rccc18786f1894e3a" /><Relationship Type="http://schemas.openxmlformats.org/officeDocument/2006/relationships/notesSlide" Target="/ppt/notesSlides/notesSlide4.xml" Id="R55b512b9bfe041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b13e9e65f84bcb" /><Relationship Type="http://schemas.openxmlformats.org/officeDocument/2006/relationships/image" Target="/ppt/media/image5.png" Id="Rf7851795f2314745" /><Relationship Type="http://schemas.openxmlformats.org/officeDocument/2006/relationships/notesSlide" Target="/ppt/notesSlides/notesSlide5.xml" Id="R7f0a9a1417d141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166fd412d4123" /><Relationship Type="http://schemas.openxmlformats.org/officeDocument/2006/relationships/image" Target="/ppt/media/image6.png" Id="R2d0f6238053f45fc" /><Relationship Type="http://schemas.openxmlformats.org/officeDocument/2006/relationships/notesSlide" Target="/ppt/notesSlides/notesSlide6.xml" Id="R9b67e7cc2c7e4c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4b96a37a924975" /><Relationship Type="http://schemas.openxmlformats.org/officeDocument/2006/relationships/image" Target="/ppt/media/image7.png" Id="R8d5a61ef18934d64" /><Relationship Type="http://schemas.openxmlformats.org/officeDocument/2006/relationships/notesSlide" Target="/ppt/notesSlides/notesSlide7.xml" Id="Rde19132977f64a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83410b860a4faf" /><Relationship Type="http://schemas.openxmlformats.org/officeDocument/2006/relationships/image" Target="/ppt/media/image8.png" Id="R2234d0f26d4c47f7" /><Relationship Type="http://schemas.openxmlformats.org/officeDocument/2006/relationships/notesSlide" Target="/ppt/notesSlides/notesSlide8.xml" Id="R7bbd211e1e2e4b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CCEE3-DAD2-4FE1-B6B5-A5F6326DEA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b3ea206114256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187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7AC05-7907-467F-A7DD-173B6CD4EA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cae6ecb694fda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746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D5194-7EB2-4F32-BAD6-243CA2BA0C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5bb060876496f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067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4F7D2-AC48-4A68-83BA-3FD4FDE1F3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18786f1894e3a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107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09B36-551C-4983-80D1-E1349CC88E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51795f2314745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174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01131-35DF-4503-B74B-F0433EBF0A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f6238053f45fc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171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285B2-FABB-4E79-BE41-D840279D3E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a61ef18934d64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533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3F8F8-7929-4326-9EF4-68B5D3717E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4d0f26d4c47f7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13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2026-10-23T12:17:08.3340000Z</dcterms:created>
  <dcterms:modified xsi:type="dcterms:W3CDTF">2026-10-23T12:17:08.3340000Z</dcterms:modified>
</coreProperties>
</file>