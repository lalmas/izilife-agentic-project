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5d1cda863c4dc7" /><Relationship Type="http://schemas.openxmlformats.org/officeDocument/2006/relationships/extended-properties" Target="/docProps/app.xml" Id="R5d4589a2f4d741e6" /><Relationship Type="http://schemas.openxmlformats.org/officeDocument/2006/relationships/officeDocument" Target="/ppt/presentation.xml" Id="Rd9173cc781d946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3e01b773cc4c07"/>
  </p:sldMasterIdLst>
  <p:notesMasterIdLst>
    <p:notesMasterId xmlns:r="http://schemas.openxmlformats.org/officeDocument/2006/relationships" r:id="Rca306d72f51f417a"/>
  </p:notesMasterIdLst>
  <p:sldIdLst>
    <p:sldId xmlns:r="http://schemas.openxmlformats.org/officeDocument/2006/relationships" id="256" r:id="Ra705fd7bdf384ea1"/>
    <p:sldId xmlns:r="http://schemas.openxmlformats.org/officeDocument/2006/relationships" id="257" r:id="R6633a4432a7c4c20"/>
    <p:sldId xmlns:r="http://schemas.openxmlformats.org/officeDocument/2006/relationships" id="258" r:id="R4b9e6f9f09d7498f"/>
    <p:sldId xmlns:r="http://schemas.openxmlformats.org/officeDocument/2006/relationships" id="259" r:id="Ra01dd89a51a54340"/>
    <p:sldId xmlns:r="http://schemas.openxmlformats.org/officeDocument/2006/relationships" id="260" r:id="Rf0a72e42cc824855"/>
    <p:sldId xmlns:r="http://schemas.openxmlformats.org/officeDocument/2006/relationships" id="261" r:id="R0f80b615e000499e"/>
    <p:sldId xmlns:r="http://schemas.openxmlformats.org/officeDocument/2006/relationships" id="262" r:id="R5db31abe82c345d9"/>
  </p:sldIdLst>
  <p:sldSz cx="10668000" cy="13411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53b34f7190476a" /><Relationship Type="http://schemas.openxmlformats.org/officeDocument/2006/relationships/slideMaster" Target="/ppt/slideMasters/slideMaster1.xml" Id="R5a3e01b773cc4c07" /><Relationship Type="http://schemas.openxmlformats.org/officeDocument/2006/relationships/notesMaster" Target="/ppt/notesMasters/notesMaster1.xml" Id="Rca306d72f51f417a" /><Relationship Type="http://schemas.openxmlformats.org/officeDocument/2006/relationships/presProps" Target="/ppt/presProps.xml" Id="Rb5e42ed526a94fe4" /><Relationship Type="http://schemas.openxmlformats.org/officeDocument/2006/relationships/tableStyles" Target="/ppt/tableStyles.xml" Id="Rf644d038600a4885" /><Relationship Type="http://schemas.openxmlformats.org/officeDocument/2006/relationships/slide" Target="/ppt/slides/slide1.xml" Id="Ra705fd7bdf384ea1" /><Relationship Type="http://schemas.openxmlformats.org/officeDocument/2006/relationships/slide" Target="/ppt/slides/slide2.xml" Id="R6633a4432a7c4c20" /><Relationship Type="http://schemas.openxmlformats.org/officeDocument/2006/relationships/slide" Target="/ppt/slides/slide3.xml" Id="R4b9e6f9f09d7498f" /><Relationship Type="http://schemas.openxmlformats.org/officeDocument/2006/relationships/slide" Target="/ppt/slides/slide4.xml" Id="Ra01dd89a51a54340" /><Relationship Type="http://schemas.openxmlformats.org/officeDocument/2006/relationships/slide" Target="/ppt/slides/slide5.xml" Id="Rf0a72e42cc824855" /><Relationship Type="http://schemas.openxmlformats.org/officeDocument/2006/relationships/slide" Target="/ppt/slides/slide6.xml" Id="R0f80b615e000499e" /><Relationship Type="http://schemas.openxmlformats.org/officeDocument/2006/relationships/slide" Target="/ppt/slides/slide7.xml" Id="R5db31abe82c345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532d78a8fc41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fb5dc5c81c4f03" /><Relationship Type="http://schemas.openxmlformats.org/officeDocument/2006/relationships/notesMaster" Target="/ppt/notesMasters/notesMaster1.xml" Id="R231cce7e6c1f41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237535e5eb42ee" /><Relationship Type="http://schemas.openxmlformats.org/officeDocument/2006/relationships/notesMaster" Target="/ppt/notesMasters/notesMaster1.xml" Id="Rf018218bd9a346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617df0e6c1450e" /><Relationship Type="http://schemas.openxmlformats.org/officeDocument/2006/relationships/notesMaster" Target="/ppt/notesMasters/notesMaster1.xml" Id="R8b275ac2f63840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d2e1556ec0415b" /><Relationship Type="http://schemas.openxmlformats.org/officeDocument/2006/relationships/notesMaster" Target="/ppt/notesMasters/notesMaster1.xml" Id="R4a0198a8256347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e70b32101a4bda" /><Relationship Type="http://schemas.openxmlformats.org/officeDocument/2006/relationships/notesMaster" Target="/ppt/notesMasters/notesMaster1.xml" Id="R2e14c01c960141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f9850bfec34ab1" /><Relationship Type="http://schemas.openxmlformats.org/officeDocument/2006/relationships/notesMaster" Target="/ppt/notesMasters/notesMaster1.xml" Id="R272d160b50524c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5b9dd486f54a4e" /><Relationship Type="http://schemas.openxmlformats.org/officeDocument/2006/relationships/notesMaster" Target="/ppt/notesMasters/notesMaster1.xml" Id="R23546a14a82e43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dd150a902d43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8f2ba8b8a64d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75e70177ab452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979addf2d84d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2634cf3cd4458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42de7480e847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409A7C-B556-4396-B650-830BEF5FA6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066453"/>
            <a:ext cx="8534400" cy="1937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276A39D-AE0C-478E-8872-E09068D4E19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0200" y="7376160"/>
            <a:ext cx="7467600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44E61EF-B0AE-46A9-A715-ECF2DD87DF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588000"/>
            <a:ext cx="8534400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86A5AE-3447-4CB3-B3D7-FE0BC702AE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EBB9C5A-3CF6-4CE1-B2E0-139AE84AF9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94678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2FEB9FB-731C-4CFC-BDB8-71515B4530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DFAB06-3E11-4EA7-A99C-DB82BEFD86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DD4C920-A42F-4CCB-8A44-455744D11E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673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129480-F467-440A-BACC-E3B3912238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EC3454-4C4A-4D44-B263-7404B95C1D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dac9025e4e4063" /><Relationship Type="http://schemas.openxmlformats.org/officeDocument/2006/relationships/slideLayout" Target="/ppt/slideLayouts/slideLayout1.xml" Id="R7a5149deab4d4895" /><Relationship Type="http://schemas.openxmlformats.org/officeDocument/2006/relationships/slideLayout" Target="/ppt/slideLayouts/slideLayout2.xml" Id="Rd1addd2e4bfe461c" /><Relationship Type="http://schemas.openxmlformats.org/officeDocument/2006/relationships/slideLayout" Target="/ppt/slideLayouts/slideLayout3.xml" Id="R391bd498d19f4a8e" /><Relationship Type="http://schemas.openxmlformats.org/officeDocument/2006/relationships/slideLayout" Target="/ppt/slideLayouts/slideLayout4.xml" Id="Rbe2d8d2f3d944440" /><Relationship Type="http://schemas.openxmlformats.org/officeDocument/2006/relationships/slideLayout" Target="/ppt/slideLayouts/slideLayout5.xml" Id="Rb09bbbf847914e39" /><Relationship Type="http://schemas.openxmlformats.org/officeDocument/2006/relationships/slideLayout" Target="/ppt/slideLayouts/slideLayout6.xml" Id="Re21a7fab357646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5149deab4d4895"/>
    <p:sldLayoutId xmlns:r="http://schemas.openxmlformats.org/officeDocument/2006/relationships" id="2147483650" r:id="Rd1addd2e4bfe461c"/>
    <p:sldLayoutId xmlns:r="http://schemas.openxmlformats.org/officeDocument/2006/relationships" id="2147483651" r:id="R391bd498d19f4a8e"/>
    <p:sldLayoutId xmlns:r="http://schemas.openxmlformats.org/officeDocument/2006/relationships" id="2147483652" r:id="Rbe2d8d2f3d944440"/>
    <p:sldLayoutId xmlns:r="http://schemas.openxmlformats.org/officeDocument/2006/relationships" id="2147483653" r:id="Rb09bbbf847914e39"/>
    <p:sldLayoutId xmlns:r="http://schemas.openxmlformats.org/officeDocument/2006/relationships" id="2147483654" r:id="Re21a7fab357646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2b38ded13a4a8d" /><Relationship Type="http://schemas.openxmlformats.org/officeDocument/2006/relationships/image" Target="/ppt/media/image.png" Id="R9016c80061284596" /><Relationship Type="http://schemas.openxmlformats.org/officeDocument/2006/relationships/notesSlide" Target="/ppt/notesSlides/notesSlide1.xml" Id="R820f8ce8008643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d3e0f787d940a8" /><Relationship Type="http://schemas.openxmlformats.org/officeDocument/2006/relationships/image" Target="/ppt/media/image2.png" Id="Raec1a3562ea749fe" /><Relationship Type="http://schemas.openxmlformats.org/officeDocument/2006/relationships/notesSlide" Target="/ppt/notesSlides/notesSlide2.xml" Id="Rb608818aa98146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8b4d3cf06448be" /><Relationship Type="http://schemas.openxmlformats.org/officeDocument/2006/relationships/image" Target="/ppt/media/image3.png" Id="R00e082dad8984d59" /><Relationship Type="http://schemas.openxmlformats.org/officeDocument/2006/relationships/notesSlide" Target="/ppt/notesSlides/notesSlide3.xml" Id="R2fef0eea840e42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81cb2f78724fe2" /><Relationship Type="http://schemas.openxmlformats.org/officeDocument/2006/relationships/image" Target="/ppt/media/image4.png" Id="R833eb96709444cab" /><Relationship Type="http://schemas.openxmlformats.org/officeDocument/2006/relationships/notesSlide" Target="/ppt/notesSlides/notesSlide4.xml" Id="R622549d396a448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aeff4200734628" /><Relationship Type="http://schemas.openxmlformats.org/officeDocument/2006/relationships/image" Target="/ppt/media/image5.png" Id="Re4042f712cbd48e9" /><Relationship Type="http://schemas.openxmlformats.org/officeDocument/2006/relationships/notesSlide" Target="/ppt/notesSlides/notesSlide5.xml" Id="R6c4b103f42844c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bf948db25b4c1f" /><Relationship Type="http://schemas.openxmlformats.org/officeDocument/2006/relationships/image" Target="/ppt/media/image6.png" Id="Rd14ee19560ed44c1" /><Relationship Type="http://schemas.openxmlformats.org/officeDocument/2006/relationships/notesSlide" Target="/ppt/notesSlides/notesSlide6.xml" Id="R0c2a7148761349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42cc06adc5425d" /><Relationship Type="http://schemas.openxmlformats.org/officeDocument/2006/relationships/image" Target="/ppt/media/image7.png" Id="R5e75c13878a7424a" /><Relationship Type="http://schemas.openxmlformats.org/officeDocument/2006/relationships/notesSlide" Target="/ppt/notesSlides/notesSlide7.xml" Id="R763e81136e83405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AFB32-09DE-4755-B25E-AFC0EFADC3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6c80061284596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0314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BB102-1A76-4934-A585-24E4B325A6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c1a3562ea749fe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2841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F2D34-64C7-46FD-8F8D-4CD38430D2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082dad8984d59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1449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D7D9F-EBDB-45CC-88DB-089ABAEF59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eb96709444cab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5813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43427-F86B-4F9D-8896-0139222DC5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042f712cbd48e9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934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7033F-6B48-451C-B464-59CBDA5653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ee19560ed44c1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82146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6F328-F3E8-4E82-AEA0-96BA83484F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5c13878a7424a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562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2026-10-23T12:17:20.5110000Z</dcterms:created>
  <dcterms:modified xsi:type="dcterms:W3CDTF">2026-10-23T12:17:20.5110000Z</dcterms:modified>
</coreProperties>
</file>