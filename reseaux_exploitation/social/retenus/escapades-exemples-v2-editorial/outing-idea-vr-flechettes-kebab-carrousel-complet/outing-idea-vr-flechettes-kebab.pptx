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566f319af4d7f" /><Relationship Type="http://schemas.openxmlformats.org/officeDocument/2006/relationships/extended-properties" Target="/docProps/app.xml" Id="R2359ed7558884aeb" /><Relationship Type="http://schemas.openxmlformats.org/officeDocument/2006/relationships/officeDocument" Target="/ppt/presentation.xml" Id="Ra5f8df2bc1714f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7127dbc5f14088"/>
  </p:sldMasterIdLst>
  <p:notesMasterIdLst>
    <p:notesMasterId xmlns:r="http://schemas.openxmlformats.org/officeDocument/2006/relationships" r:id="R53e86e220dff4a32"/>
  </p:notesMasterIdLst>
  <p:sldIdLst>
    <p:sldId xmlns:r="http://schemas.openxmlformats.org/officeDocument/2006/relationships" id="256" r:id="Rf3071901822a414a"/>
    <p:sldId xmlns:r="http://schemas.openxmlformats.org/officeDocument/2006/relationships" id="257" r:id="Rde07da9b421f4f22"/>
    <p:sldId xmlns:r="http://schemas.openxmlformats.org/officeDocument/2006/relationships" id="258" r:id="Rf02cadab18a64219"/>
    <p:sldId xmlns:r="http://schemas.openxmlformats.org/officeDocument/2006/relationships" id="259" r:id="Rbd3f0abfc1554b9d"/>
    <p:sldId xmlns:r="http://schemas.openxmlformats.org/officeDocument/2006/relationships" id="260" r:id="R3503f47addee4ffd"/>
    <p:sldId xmlns:r="http://schemas.openxmlformats.org/officeDocument/2006/relationships" id="261" r:id="R7af2eebfb023482d"/>
    <p:sldId xmlns:r="http://schemas.openxmlformats.org/officeDocument/2006/relationships" id="262" r:id="R7781e97e388c4cd0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8cfca7ff2c45a4" /><Relationship Type="http://schemas.openxmlformats.org/officeDocument/2006/relationships/slideMaster" Target="/ppt/slideMasters/slideMaster1.xml" Id="R7a7127dbc5f14088" /><Relationship Type="http://schemas.openxmlformats.org/officeDocument/2006/relationships/notesMaster" Target="/ppt/notesMasters/notesMaster1.xml" Id="R53e86e220dff4a32" /><Relationship Type="http://schemas.openxmlformats.org/officeDocument/2006/relationships/presProps" Target="/ppt/presProps.xml" Id="Rfcb74d47d64d4d7b" /><Relationship Type="http://schemas.openxmlformats.org/officeDocument/2006/relationships/tableStyles" Target="/ppt/tableStyles.xml" Id="R2917e9fc14e44413" /><Relationship Type="http://schemas.openxmlformats.org/officeDocument/2006/relationships/slide" Target="/ppt/slides/slide1.xml" Id="Rf3071901822a414a" /><Relationship Type="http://schemas.openxmlformats.org/officeDocument/2006/relationships/slide" Target="/ppt/slides/slide2.xml" Id="Rde07da9b421f4f22" /><Relationship Type="http://schemas.openxmlformats.org/officeDocument/2006/relationships/slide" Target="/ppt/slides/slide3.xml" Id="Rf02cadab18a64219" /><Relationship Type="http://schemas.openxmlformats.org/officeDocument/2006/relationships/slide" Target="/ppt/slides/slide4.xml" Id="Rbd3f0abfc1554b9d" /><Relationship Type="http://schemas.openxmlformats.org/officeDocument/2006/relationships/slide" Target="/ppt/slides/slide5.xml" Id="R3503f47addee4ffd" /><Relationship Type="http://schemas.openxmlformats.org/officeDocument/2006/relationships/slide" Target="/ppt/slides/slide6.xml" Id="R7af2eebfb023482d" /><Relationship Type="http://schemas.openxmlformats.org/officeDocument/2006/relationships/slide" Target="/ppt/slides/slide7.xml" Id="R7781e97e388c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ee2bdda47049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c35c822f94e63" /><Relationship Type="http://schemas.openxmlformats.org/officeDocument/2006/relationships/notesMaster" Target="/ppt/notesMasters/notesMaster1.xml" Id="R8ad9bc5c5ff64a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16aafdeed4c3b" /><Relationship Type="http://schemas.openxmlformats.org/officeDocument/2006/relationships/notesMaster" Target="/ppt/notesMasters/notesMaster1.xml" Id="R85fffc1ddd9e40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d7f06d6dec4b8c" /><Relationship Type="http://schemas.openxmlformats.org/officeDocument/2006/relationships/notesMaster" Target="/ppt/notesMasters/notesMaster1.xml" Id="R4724f2be1d0f49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da17d5960948c3" /><Relationship Type="http://schemas.openxmlformats.org/officeDocument/2006/relationships/notesMaster" Target="/ppt/notesMasters/notesMaster1.xml" Id="Rf3e85dae4f454c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2c74b66993409a" /><Relationship Type="http://schemas.openxmlformats.org/officeDocument/2006/relationships/notesMaster" Target="/ppt/notesMasters/notesMaster1.xml" Id="Re1bf3791cdf2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344c9919534867" /><Relationship Type="http://schemas.openxmlformats.org/officeDocument/2006/relationships/notesMaster" Target="/ppt/notesMasters/notesMaster1.xml" Id="Re65e570af19c44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28005be16540f8" /><Relationship Type="http://schemas.openxmlformats.org/officeDocument/2006/relationships/notesMaster" Target="/ppt/notesMasters/notesMaster1.xml" Id="R402fb292a9bf49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e48ab7eb642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19d3c6f6044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b8dd144db4e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45214846245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805213b234c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d40bab839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C41BCB-DB5A-499D-926E-CD1716D26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E01C87-5B2B-4F56-86B9-EB5C221C85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ACF265-AD7D-491D-9C29-CE53307E2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92892F-8D1B-443D-BD81-63B088D2A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50C4BA-ACCA-42E5-9577-9D390BE11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1F055C-BB2C-4C67-9736-B6FB1D76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D519D8-42C1-4242-B089-D2FD6BBA7D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3E2314-6522-4EEC-AE91-4383A381DE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737378-0A7D-48AF-A0A2-A7D7735A4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2C2A8E-3523-49CC-BD15-BF48E5168D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bb4c92f2434650" /><Relationship Type="http://schemas.openxmlformats.org/officeDocument/2006/relationships/slideLayout" Target="/ppt/slideLayouts/slideLayout1.xml" Id="R5aed49b04758436e" /><Relationship Type="http://schemas.openxmlformats.org/officeDocument/2006/relationships/slideLayout" Target="/ppt/slideLayouts/slideLayout2.xml" Id="R3020765be06e4712" /><Relationship Type="http://schemas.openxmlformats.org/officeDocument/2006/relationships/slideLayout" Target="/ppt/slideLayouts/slideLayout3.xml" Id="Rca7f553ffa2a4e61" /><Relationship Type="http://schemas.openxmlformats.org/officeDocument/2006/relationships/slideLayout" Target="/ppt/slideLayouts/slideLayout4.xml" Id="R53af3207b4644753" /><Relationship Type="http://schemas.openxmlformats.org/officeDocument/2006/relationships/slideLayout" Target="/ppt/slideLayouts/slideLayout5.xml" Id="R3104680acfe741da" /><Relationship Type="http://schemas.openxmlformats.org/officeDocument/2006/relationships/slideLayout" Target="/ppt/slideLayouts/slideLayout6.xml" Id="R5841115f8b19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ed49b04758436e"/>
    <p:sldLayoutId xmlns:r="http://schemas.openxmlformats.org/officeDocument/2006/relationships" id="2147483650" r:id="R3020765be06e4712"/>
    <p:sldLayoutId xmlns:r="http://schemas.openxmlformats.org/officeDocument/2006/relationships" id="2147483651" r:id="Rca7f553ffa2a4e61"/>
    <p:sldLayoutId xmlns:r="http://schemas.openxmlformats.org/officeDocument/2006/relationships" id="2147483652" r:id="R53af3207b4644753"/>
    <p:sldLayoutId xmlns:r="http://schemas.openxmlformats.org/officeDocument/2006/relationships" id="2147483653" r:id="R3104680acfe741da"/>
    <p:sldLayoutId xmlns:r="http://schemas.openxmlformats.org/officeDocument/2006/relationships" id="2147483654" r:id="R5841115f8b19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361a626f443cf" /><Relationship Type="http://schemas.openxmlformats.org/officeDocument/2006/relationships/image" Target="/ppt/media/image.png" Id="R4a8b160424864965" /><Relationship Type="http://schemas.openxmlformats.org/officeDocument/2006/relationships/notesSlide" Target="/ppt/notesSlides/notesSlide1.xml" Id="R6322b23d29ed4f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a06b66eeb4537" /><Relationship Type="http://schemas.openxmlformats.org/officeDocument/2006/relationships/image" Target="/ppt/media/image2.png" Id="R70b43a40f1994e8d" /><Relationship Type="http://schemas.openxmlformats.org/officeDocument/2006/relationships/notesSlide" Target="/ppt/notesSlides/notesSlide2.xml" Id="Ra7813163171a47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d32aa60b04f85" /><Relationship Type="http://schemas.openxmlformats.org/officeDocument/2006/relationships/image" Target="/ppt/media/image3.png" Id="R81ba227da1eb4215" /><Relationship Type="http://schemas.openxmlformats.org/officeDocument/2006/relationships/notesSlide" Target="/ppt/notesSlides/notesSlide3.xml" Id="R9e299de6765047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b54bd98494e48" /><Relationship Type="http://schemas.openxmlformats.org/officeDocument/2006/relationships/image" Target="/ppt/media/image4.png" Id="R5060b4de4e854bf9" /><Relationship Type="http://schemas.openxmlformats.org/officeDocument/2006/relationships/notesSlide" Target="/ppt/notesSlides/notesSlide4.xml" Id="R5c7d4f1144d447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d1df406514117" /><Relationship Type="http://schemas.openxmlformats.org/officeDocument/2006/relationships/image" Target="/ppt/media/image5.png" Id="R65accea9e581446d" /><Relationship Type="http://schemas.openxmlformats.org/officeDocument/2006/relationships/notesSlide" Target="/ppt/notesSlides/notesSlide5.xml" Id="Rca42b77e68dd46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79ecc2e824506" /><Relationship Type="http://schemas.openxmlformats.org/officeDocument/2006/relationships/image" Target="/ppt/media/image6.png" Id="R8fb26d6a4f514022" /><Relationship Type="http://schemas.openxmlformats.org/officeDocument/2006/relationships/notesSlide" Target="/ppt/notesSlides/notesSlide6.xml" Id="R2c35e8362a454f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75349fdbf94428" /><Relationship Type="http://schemas.openxmlformats.org/officeDocument/2006/relationships/image" Target="/ppt/media/image7.png" Id="R3c45e19486d14614" /><Relationship Type="http://schemas.openxmlformats.org/officeDocument/2006/relationships/notesSlide" Target="/ppt/notesSlides/notesSlide7.xml" Id="R8cf9f22e184545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81B9B-82F7-4B03-B666-444314729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b160424864965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475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B93F4-DA4D-462E-A739-BFCFE9D0B5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43a40f1994e8d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770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091AA-954C-45D7-A57D-DDF42A693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a227da1eb4215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69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32F00-CBD0-4F55-ACF4-C4A77D5C8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0b4de4e854bf9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590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595EA-2926-4022-8074-BE65C7A18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ccea9e581446d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84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89203-50F6-41A4-B898-829D68C99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26d6a4f514022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055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F8115-A7D2-4B37-A09F-176C1EB10E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5e19486d14614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68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2026-10-23T09:37:32.0550000Z</dcterms:created>
  <dcterms:modified xsi:type="dcterms:W3CDTF">2026-10-23T09:37:32.0550000Z</dcterms:modified>
</coreProperties>
</file>