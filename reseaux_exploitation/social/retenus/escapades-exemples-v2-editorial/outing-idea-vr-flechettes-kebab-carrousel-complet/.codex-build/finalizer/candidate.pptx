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700ad6c3e04dbf" /><Relationship Type="http://schemas.openxmlformats.org/officeDocument/2006/relationships/extended-properties" Target="/docProps/app.xml" Id="R7ffc38a6e74b4332" /><Relationship Type="http://schemas.openxmlformats.org/officeDocument/2006/relationships/officeDocument" Target="/ppt/presentation.xml" Id="R5856ca23ee8a49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d2890387714c59"/>
  </p:sldMasterIdLst>
  <p:notesMasterIdLst>
    <p:notesMasterId xmlns:r="http://schemas.openxmlformats.org/officeDocument/2006/relationships" r:id="R2de873dd87a1485c"/>
  </p:notesMasterIdLst>
  <p:sldIdLst>
    <p:sldId xmlns:r="http://schemas.openxmlformats.org/officeDocument/2006/relationships" id="256" r:id="Rc21cd11953d0477c"/>
    <p:sldId xmlns:r="http://schemas.openxmlformats.org/officeDocument/2006/relationships" id="257" r:id="Rb3dd4681edac467b"/>
    <p:sldId xmlns:r="http://schemas.openxmlformats.org/officeDocument/2006/relationships" id="258" r:id="Rb42b0afb34b04ae2"/>
    <p:sldId xmlns:r="http://schemas.openxmlformats.org/officeDocument/2006/relationships" id="259" r:id="R0b48ae3eba364243"/>
    <p:sldId xmlns:r="http://schemas.openxmlformats.org/officeDocument/2006/relationships" id="260" r:id="R52fc76b9f9944657"/>
    <p:sldId xmlns:r="http://schemas.openxmlformats.org/officeDocument/2006/relationships" id="261" r:id="Rdde3984fb4e34055"/>
    <p:sldId xmlns:r="http://schemas.openxmlformats.org/officeDocument/2006/relationships" id="262" r:id="R08452a129ce4420a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080c600b2748c1" /><Relationship Type="http://schemas.openxmlformats.org/officeDocument/2006/relationships/slideMaster" Target="/ppt/slideMasters/slideMaster1.xml" Id="R04d2890387714c59" /><Relationship Type="http://schemas.openxmlformats.org/officeDocument/2006/relationships/notesMaster" Target="/ppt/notesMasters/notesMaster1.xml" Id="R2de873dd87a1485c" /><Relationship Type="http://schemas.openxmlformats.org/officeDocument/2006/relationships/presProps" Target="/ppt/presProps.xml" Id="Rd0ab6055749d421c" /><Relationship Type="http://schemas.openxmlformats.org/officeDocument/2006/relationships/tableStyles" Target="/ppt/tableStyles.xml" Id="Rb7411acddfe1485a" /><Relationship Type="http://schemas.openxmlformats.org/officeDocument/2006/relationships/slide" Target="/ppt/slides/slide1.xml" Id="Rc21cd11953d0477c" /><Relationship Type="http://schemas.openxmlformats.org/officeDocument/2006/relationships/slide" Target="/ppt/slides/slide2.xml" Id="Rb3dd4681edac467b" /><Relationship Type="http://schemas.openxmlformats.org/officeDocument/2006/relationships/slide" Target="/ppt/slides/slide3.xml" Id="Rb42b0afb34b04ae2" /><Relationship Type="http://schemas.openxmlformats.org/officeDocument/2006/relationships/slide" Target="/ppt/slides/slide4.xml" Id="R0b48ae3eba364243" /><Relationship Type="http://schemas.openxmlformats.org/officeDocument/2006/relationships/slide" Target="/ppt/slides/slide5.xml" Id="R52fc76b9f9944657" /><Relationship Type="http://schemas.openxmlformats.org/officeDocument/2006/relationships/slide" Target="/ppt/slides/slide6.xml" Id="Rdde3984fb4e34055" /><Relationship Type="http://schemas.openxmlformats.org/officeDocument/2006/relationships/slide" Target="/ppt/slides/slide7.xml" Id="R08452a129ce4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306d0ffa940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897d7d91b14c7c" /><Relationship Type="http://schemas.openxmlformats.org/officeDocument/2006/relationships/notesMaster" Target="/ppt/notesMasters/notesMaster1.xml" Id="Redbc0829219f42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e6e2deb237491b" /><Relationship Type="http://schemas.openxmlformats.org/officeDocument/2006/relationships/notesMaster" Target="/ppt/notesMasters/notesMaster1.xml" Id="Rfd8d562f6f7f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a76d3b85b9404c" /><Relationship Type="http://schemas.openxmlformats.org/officeDocument/2006/relationships/notesMaster" Target="/ppt/notesMasters/notesMaster1.xml" Id="Rc23cb133232f43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6c999bfdf4150" /><Relationship Type="http://schemas.openxmlformats.org/officeDocument/2006/relationships/notesMaster" Target="/ppt/notesMasters/notesMaster1.xml" Id="R7d578ad6ce874d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2367fbdf464462" /><Relationship Type="http://schemas.openxmlformats.org/officeDocument/2006/relationships/notesMaster" Target="/ppt/notesMasters/notesMaster1.xml" Id="Re667bdb95b88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73facd27e24ab7" /><Relationship Type="http://schemas.openxmlformats.org/officeDocument/2006/relationships/notesMaster" Target="/ppt/notesMasters/notesMaster1.xml" Id="R49d06a025abe4e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c363fb49394924" /><Relationship Type="http://schemas.openxmlformats.org/officeDocument/2006/relationships/notesMaster" Target="/ppt/notesMasters/notesMaster1.xml" Id="Rd9de464be0ba4b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9746a6fc448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0c2a13483440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6d49bf5c246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859f055e1411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56e4725f9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930c7b5e7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A8A187-BF02-4899-9B27-4FF0E92720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F9D774-BBB2-4AB6-9D99-636FE945C8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66B805-A722-4055-9F2D-DB7B2C484C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56D740-EDDB-46D2-804E-F81B45F7E5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7B961B-9A8C-486D-B6DA-69087DF0C4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C777051-D6A9-40E4-AC17-8AC76BDB4D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66A80D-C898-4B52-9ABD-D2762ECBAD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DBF0D2-F529-4A4C-80C4-3087648654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0183B-2AB1-4617-8E7C-A21B04851D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8168A1-F13E-4F44-ABA2-127D7A1A34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a7fc611e634957" /><Relationship Type="http://schemas.openxmlformats.org/officeDocument/2006/relationships/slideLayout" Target="/ppt/slideLayouts/slideLayout1.xml" Id="R4fa8183700804a61" /><Relationship Type="http://schemas.openxmlformats.org/officeDocument/2006/relationships/slideLayout" Target="/ppt/slideLayouts/slideLayout2.xml" Id="R71aff51460fe4e04" /><Relationship Type="http://schemas.openxmlformats.org/officeDocument/2006/relationships/slideLayout" Target="/ppt/slideLayouts/slideLayout3.xml" Id="Rf5272bc91c5841a2" /><Relationship Type="http://schemas.openxmlformats.org/officeDocument/2006/relationships/slideLayout" Target="/ppt/slideLayouts/slideLayout4.xml" Id="R5cb4c6bd800f4d87" /><Relationship Type="http://schemas.openxmlformats.org/officeDocument/2006/relationships/slideLayout" Target="/ppt/slideLayouts/slideLayout5.xml" Id="R71b918a898d64363" /><Relationship Type="http://schemas.openxmlformats.org/officeDocument/2006/relationships/slideLayout" Target="/ppt/slideLayouts/slideLayout6.xml" Id="Rf40df243c24540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8183700804a61"/>
    <p:sldLayoutId xmlns:r="http://schemas.openxmlformats.org/officeDocument/2006/relationships" id="2147483650" r:id="R71aff51460fe4e04"/>
    <p:sldLayoutId xmlns:r="http://schemas.openxmlformats.org/officeDocument/2006/relationships" id="2147483651" r:id="Rf5272bc91c5841a2"/>
    <p:sldLayoutId xmlns:r="http://schemas.openxmlformats.org/officeDocument/2006/relationships" id="2147483652" r:id="R5cb4c6bd800f4d87"/>
    <p:sldLayoutId xmlns:r="http://schemas.openxmlformats.org/officeDocument/2006/relationships" id="2147483653" r:id="R71b918a898d64363"/>
    <p:sldLayoutId xmlns:r="http://schemas.openxmlformats.org/officeDocument/2006/relationships" id="2147483654" r:id="Rf40df243c24540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0b8276c74484a" /><Relationship Type="http://schemas.openxmlformats.org/officeDocument/2006/relationships/image" Target="/ppt/media/image.png" Id="Ra154e72cb4ea45cc" /><Relationship Type="http://schemas.openxmlformats.org/officeDocument/2006/relationships/notesSlide" Target="/ppt/notesSlides/notesSlide1.xml" Id="R2cc005a2916049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ed59740af43b3" /><Relationship Type="http://schemas.openxmlformats.org/officeDocument/2006/relationships/image" Target="/ppt/media/image2.png" Id="Rb802eee6455f4904" /><Relationship Type="http://schemas.openxmlformats.org/officeDocument/2006/relationships/notesSlide" Target="/ppt/notesSlides/notesSlide2.xml" Id="Rad11517339b140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cf0f9190f460c" /><Relationship Type="http://schemas.openxmlformats.org/officeDocument/2006/relationships/image" Target="/ppt/media/image3.png" Id="R26200af33c0d45fc" /><Relationship Type="http://schemas.openxmlformats.org/officeDocument/2006/relationships/notesSlide" Target="/ppt/notesSlides/notesSlide3.xml" Id="R94b920d36f6c4f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4cf2c968514592" /><Relationship Type="http://schemas.openxmlformats.org/officeDocument/2006/relationships/image" Target="/ppt/media/image4.png" Id="Reaf9fb1921c44aa5" /><Relationship Type="http://schemas.openxmlformats.org/officeDocument/2006/relationships/notesSlide" Target="/ppt/notesSlides/notesSlide4.xml" Id="R3eb02fb47a0645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4badc827f4fe0" /><Relationship Type="http://schemas.openxmlformats.org/officeDocument/2006/relationships/image" Target="/ppt/media/image5.png" Id="R401f563b17fd4d44" /><Relationship Type="http://schemas.openxmlformats.org/officeDocument/2006/relationships/notesSlide" Target="/ppt/notesSlides/notesSlide5.xml" Id="Red9c2daec695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84211f0080492f" /><Relationship Type="http://schemas.openxmlformats.org/officeDocument/2006/relationships/image" Target="/ppt/media/image6.png" Id="R5a67dd2819dc4ed7" /><Relationship Type="http://schemas.openxmlformats.org/officeDocument/2006/relationships/notesSlide" Target="/ppt/notesSlides/notesSlide6.xml" Id="R6fda6fbe064f4a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b001bd04834ef1" /><Relationship Type="http://schemas.openxmlformats.org/officeDocument/2006/relationships/image" Target="/ppt/media/image7.png" Id="Rf163bfa10b0f4806" /><Relationship Type="http://schemas.openxmlformats.org/officeDocument/2006/relationships/notesSlide" Target="/ppt/notesSlides/notesSlide7.xml" Id="Rcec00fcd588e45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81CD8-DA52-48D8-8C41-1996C3F0EA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54e72cb4ea45cc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443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83AE7-67C5-4B66-A556-5FF5BDAF6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2eee6455f490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221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26FE-4BBF-4C5F-8F5C-57E6D6C80C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00af33c0d45fc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1991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BBEB9-E426-48B2-98F5-AE0ECA1EA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9fb1921c44aa5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933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7A736-F04B-438F-9D1D-55F0BBCF24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f563b17fd4d44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2228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B5D86-8E36-4CDF-9A9E-FC26A1A355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67dd2819dc4ed7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054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D3B6D-16CD-4F8A-BD45-4E97C450D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3bfa10b0f4806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19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2026-10-23T09:33:58.7160000Z</dcterms:created>
  <dcterms:modified xsi:type="dcterms:W3CDTF">2026-10-23T09:33:58.7160000Z</dcterms:modified>
</coreProperties>
</file>