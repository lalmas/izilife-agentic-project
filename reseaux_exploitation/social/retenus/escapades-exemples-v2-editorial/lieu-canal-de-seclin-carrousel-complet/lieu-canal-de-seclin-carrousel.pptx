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107837c685e487a" /><Relationship Type="http://schemas.openxmlformats.org/officeDocument/2006/relationships/extended-properties" Target="/docProps/app.xml" Id="Ra7b770cfb60548ee" /><Relationship Type="http://schemas.openxmlformats.org/officeDocument/2006/relationships/officeDocument" Target="/ppt/presentation.xml" Id="Rf4dfcd66ff0a4f8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17c29c958b34c20"/>
  </p:sldMasterIdLst>
  <p:notesMasterIdLst>
    <p:notesMasterId xmlns:r="http://schemas.openxmlformats.org/officeDocument/2006/relationships" r:id="R7fb43c9fd51a4bff"/>
  </p:notesMasterIdLst>
  <p:sldIdLst>
    <p:sldId xmlns:r="http://schemas.openxmlformats.org/officeDocument/2006/relationships" id="256" r:id="R5caaf3c62e0d4f9c"/>
    <p:sldId xmlns:r="http://schemas.openxmlformats.org/officeDocument/2006/relationships" id="257" r:id="Re6c576c06bd8420c"/>
    <p:sldId xmlns:r="http://schemas.openxmlformats.org/officeDocument/2006/relationships" id="258" r:id="Rb3f0a88724bc4216"/>
    <p:sldId xmlns:r="http://schemas.openxmlformats.org/officeDocument/2006/relationships" id="259" r:id="R565233060fa44acb"/>
    <p:sldId xmlns:r="http://schemas.openxmlformats.org/officeDocument/2006/relationships" id="260" r:id="Rab1448bbd8164121"/>
    <p:sldId xmlns:r="http://schemas.openxmlformats.org/officeDocument/2006/relationships" id="261" r:id="R78cb7f821c9745e6"/>
    <p:sldId xmlns:r="http://schemas.openxmlformats.org/officeDocument/2006/relationships" id="262" r:id="Rc1de5f1f60eb4935"/>
  </p:sldIdLst>
  <p:sldSz cx="10668000" cy="134112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435e9471fc04ed0" /><Relationship Type="http://schemas.openxmlformats.org/officeDocument/2006/relationships/slideMaster" Target="/ppt/slideMasters/slideMaster1.xml" Id="R217c29c958b34c20" /><Relationship Type="http://schemas.openxmlformats.org/officeDocument/2006/relationships/notesMaster" Target="/ppt/notesMasters/notesMaster1.xml" Id="R7fb43c9fd51a4bff" /><Relationship Type="http://schemas.openxmlformats.org/officeDocument/2006/relationships/presProps" Target="/ppt/presProps.xml" Id="Rd66445b25ae8450d" /><Relationship Type="http://schemas.openxmlformats.org/officeDocument/2006/relationships/tableStyles" Target="/ppt/tableStyles.xml" Id="Rabc2b4a645be4baf" /><Relationship Type="http://schemas.openxmlformats.org/officeDocument/2006/relationships/slide" Target="/ppt/slides/slide1.xml" Id="R5caaf3c62e0d4f9c" /><Relationship Type="http://schemas.openxmlformats.org/officeDocument/2006/relationships/slide" Target="/ppt/slides/slide2.xml" Id="Re6c576c06bd8420c" /><Relationship Type="http://schemas.openxmlformats.org/officeDocument/2006/relationships/slide" Target="/ppt/slides/slide3.xml" Id="Rb3f0a88724bc4216" /><Relationship Type="http://schemas.openxmlformats.org/officeDocument/2006/relationships/slide" Target="/ppt/slides/slide4.xml" Id="R565233060fa44acb" /><Relationship Type="http://schemas.openxmlformats.org/officeDocument/2006/relationships/slide" Target="/ppt/slides/slide5.xml" Id="Rab1448bbd8164121" /><Relationship Type="http://schemas.openxmlformats.org/officeDocument/2006/relationships/slide" Target="/ppt/slides/slide6.xml" Id="R78cb7f821c9745e6" /><Relationship Type="http://schemas.openxmlformats.org/officeDocument/2006/relationships/slide" Target="/ppt/slides/slide7.xml" Id="Rc1de5f1f60eb493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2a08b31425a406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505e1cd99f647a9" /><Relationship Type="http://schemas.openxmlformats.org/officeDocument/2006/relationships/notesMaster" Target="/ppt/notesMasters/notesMaster1.xml" Id="Rc188fa1d6570495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c665bb2e88c4399" /><Relationship Type="http://schemas.openxmlformats.org/officeDocument/2006/relationships/notesMaster" Target="/ppt/notesMasters/notesMaster1.xml" Id="R3e98e7efb265481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129d597a5c74d34" /><Relationship Type="http://schemas.openxmlformats.org/officeDocument/2006/relationships/notesMaster" Target="/ppt/notesMasters/notesMaster1.xml" Id="Rd66130433b384a0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e4c1af0be4543e5" /><Relationship Type="http://schemas.openxmlformats.org/officeDocument/2006/relationships/notesMaster" Target="/ppt/notesMasters/notesMaster1.xml" Id="R8878f5f538524f4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0aece78cf064c1b" /><Relationship Type="http://schemas.openxmlformats.org/officeDocument/2006/relationships/notesMaster" Target="/ppt/notesMasters/notesMaster1.xml" Id="Rf8d07f947de74ea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8d88c0e780d4be9" /><Relationship Type="http://schemas.openxmlformats.org/officeDocument/2006/relationships/notesMaster" Target="/ppt/notesMasters/notesMaster1.xml" Id="R3d64673784a5410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f19aaedad3d4200" /><Relationship Type="http://schemas.openxmlformats.org/officeDocument/2006/relationships/notesMaster" Target="/ppt/notesMasters/notesMaster1.xml" Id="R6c2cf8c6f34b4c4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397ec499d3411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989d838e2c4e0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ebb1271be24ed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56dd4e77f54f3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15f6a3433748e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964fbde50349a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982937A-F1FD-4AF2-A88F-7ABB404594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66800" y="5066453"/>
            <a:ext cx="8534400" cy="19371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BC05650-2BD3-4BC7-8F8A-C30921C6D6F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600200" y="7376160"/>
            <a:ext cx="7467600" cy="1490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D1B1FB8-5AB0-45CB-BAB3-FDA28A9BCE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66800" y="5588000"/>
            <a:ext cx="8534400" cy="223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63A605C-448D-4A0A-A18E-662D61D70C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0075" y="1043093"/>
            <a:ext cx="9467850" cy="16391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F63ABF6-5B96-4787-A437-1D627CC7CC8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0075" y="3725333"/>
            <a:ext cx="9467850" cy="83447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00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667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334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001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668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335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002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669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336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A81BE55-CDC4-45ED-AD46-0302522CCC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0075" y="1043093"/>
            <a:ext cx="9467850" cy="16391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2305F00-799C-4DBE-9590-075206B1F60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0075" y="3725333"/>
            <a:ext cx="4400550" cy="83447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00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667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334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001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668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335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002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669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336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8955381-B140-42CF-BF8F-0E0C970E98B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667375" y="3725333"/>
            <a:ext cx="4400550" cy="83447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00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667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334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001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668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335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002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669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336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DF40AD6-49CF-455D-B2BA-5B9F0DBDFA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0075" y="1043093"/>
            <a:ext cx="9467850" cy="16391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074CB75-40EB-4E8B-8B9F-50A64AA1F74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0075" y="3725333"/>
            <a:ext cx="4400550" cy="83447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00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667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334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001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668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335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002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669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336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c62ef62b5f94cbb" /><Relationship Type="http://schemas.openxmlformats.org/officeDocument/2006/relationships/slideLayout" Target="/ppt/slideLayouts/slideLayout1.xml" Id="R9c82db6a6def4b11" /><Relationship Type="http://schemas.openxmlformats.org/officeDocument/2006/relationships/slideLayout" Target="/ppt/slideLayouts/slideLayout2.xml" Id="R23ea0c834f324155" /><Relationship Type="http://schemas.openxmlformats.org/officeDocument/2006/relationships/slideLayout" Target="/ppt/slideLayouts/slideLayout3.xml" Id="R2785580899e54290" /><Relationship Type="http://schemas.openxmlformats.org/officeDocument/2006/relationships/slideLayout" Target="/ppt/slideLayouts/slideLayout4.xml" Id="Rb62cc68ff6b94905" /><Relationship Type="http://schemas.openxmlformats.org/officeDocument/2006/relationships/slideLayout" Target="/ppt/slideLayouts/slideLayout5.xml" Id="Rae2e5b6b76194ece" /><Relationship Type="http://schemas.openxmlformats.org/officeDocument/2006/relationships/slideLayout" Target="/ppt/slideLayouts/slideLayout6.xml" Id="R22aef39b9cc747b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c82db6a6def4b11"/>
    <p:sldLayoutId xmlns:r="http://schemas.openxmlformats.org/officeDocument/2006/relationships" id="2147483650" r:id="R23ea0c834f324155"/>
    <p:sldLayoutId xmlns:r="http://schemas.openxmlformats.org/officeDocument/2006/relationships" id="2147483651" r:id="R2785580899e54290"/>
    <p:sldLayoutId xmlns:r="http://schemas.openxmlformats.org/officeDocument/2006/relationships" id="2147483652" r:id="Rb62cc68ff6b94905"/>
    <p:sldLayoutId xmlns:r="http://schemas.openxmlformats.org/officeDocument/2006/relationships" id="2147483653" r:id="Rae2e5b6b76194ece"/>
    <p:sldLayoutId xmlns:r="http://schemas.openxmlformats.org/officeDocument/2006/relationships" id="2147483654" r:id="R22aef39b9cc747b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cb191346024a65" /><Relationship Type="http://schemas.openxmlformats.org/officeDocument/2006/relationships/image" Target="/ppt/media/image.png" Id="Rf9f922a823954d23" /><Relationship Type="http://schemas.openxmlformats.org/officeDocument/2006/relationships/notesSlide" Target="/ppt/notesSlides/notesSlide1.xml" Id="Re09b2da3abc841a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802a9b924e4843" /><Relationship Type="http://schemas.openxmlformats.org/officeDocument/2006/relationships/image" Target="/ppt/media/image2.png" Id="Ref38f9873d3c4a36" /><Relationship Type="http://schemas.openxmlformats.org/officeDocument/2006/relationships/notesSlide" Target="/ppt/notesSlides/notesSlide2.xml" Id="Rd787705d9b8d467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0164368609415a" /><Relationship Type="http://schemas.openxmlformats.org/officeDocument/2006/relationships/image" Target="/ppt/media/image3.png" Id="R62e5b41027044a04" /><Relationship Type="http://schemas.openxmlformats.org/officeDocument/2006/relationships/notesSlide" Target="/ppt/notesSlides/notesSlide3.xml" Id="R06f2a1131691446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96f3178cac4db3" /><Relationship Type="http://schemas.openxmlformats.org/officeDocument/2006/relationships/image" Target="/ppt/media/image4.png" Id="R2bed9c372f9240dc" /><Relationship Type="http://schemas.openxmlformats.org/officeDocument/2006/relationships/notesSlide" Target="/ppt/notesSlides/notesSlide4.xml" Id="R0af137a355c2438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d8c3e34fda4c38" /><Relationship Type="http://schemas.openxmlformats.org/officeDocument/2006/relationships/image" Target="/ppt/media/image5.png" Id="Rc5377e1ac9c64f92" /><Relationship Type="http://schemas.openxmlformats.org/officeDocument/2006/relationships/notesSlide" Target="/ppt/notesSlides/notesSlide5.xml" Id="R47b7ee8e8bc444e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ace1e80fff4c1a" /><Relationship Type="http://schemas.openxmlformats.org/officeDocument/2006/relationships/image" Target="/ppt/media/image6.png" Id="Re464994a128940e6" /><Relationship Type="http://schemas.openxmlformats.org/officeDocument/2006/relationships/notesSlide" Target="/ppt/notesSlides/notesSlide6.xml" Id="R83fdeafd079c493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ead2d6ebfb423b" /><Relationship Type="http://schemas.openxmlformats.org/officeDocument/2006/relationships/image" Target="/ppt/media/image7.png" Id="R724d577414714efb" /><Relationship Type="http://schemas.openxmlformats.org/officeDocument/2006/relationships/notesSlide" Target="/ppt/notesSlides/notesSlide7.xml" Id="R759699904d6845b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EDAB84-3B6B-48B8-AC3F-0EF4BB40E0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f922a823954d23"/>
          <a:srcRect xmlns:a="http://schemas.openxmlformats.org/drawingml/2006/main" l="302" t="0" r="30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668000" cy="13411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40559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F939F3-ABFF-4687-A40E-8CCA34F2A7C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38f9873d3c4a36"/>
          <a:srcRect xmlns:a="http://schemas.openxmlformats.org/drawingml/2006/main" l="302" t="0" r="30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668000" cy="13411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32673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7915D6-0A02-43BE-A5FE-02F1408F3BA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e5b41027044a04"/>
          <a:srcRect xmlns:a="http://schemas.openxmlformats.org/drawingml/2006/main" l="302" t="0" r="30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668000" cy="13411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8188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06DC94-3BD3-4D23-891F-7CC4951C895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ed9c372f9240dc"/>
          <a:srcRect xmlns:a="http://schemas.openxmlformats.org/drawingml/2006/main" l="302" t="0" r="30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668000" cy="13411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26733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A16782-D90D-4FB2-B3DA-933BAD7765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377e1ac9c64f92"/>
          <a:srcRect xmlns:a="http://schemas.openxmlformats.org/drawingml/2006/main" l="302" t="0" r="30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668000" cy="13411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59334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441A47-AC1F-4150-87E4-0BB2FD5CF37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64994a128940e6"/>
          <a:srcRect xmlns:a="http://schemas.openxmlformats.org/drawingml/2006/main" l="302" t="0" r="30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668000" cy="13411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6506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5738CA-1863-497E-861E-51F261D312E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4d577414714efb"/>
          <a:srcRect xmlns:a="http://schemas.openxmlformats.org/drawingml/2006/main" l="302" t="0" r="30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668000" cy="13411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7452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2026-10-23T12:16:55.9690000Z</dcterms:created>
  <dcterms:modified xsi:type="dcterms:W3CDTF">2026-10-23T12:16:55.9690000Z</dcterms:modified>
</coreProperties>
</file>