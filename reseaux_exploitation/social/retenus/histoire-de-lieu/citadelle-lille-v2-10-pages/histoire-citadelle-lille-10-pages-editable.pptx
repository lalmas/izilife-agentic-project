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b88654e7ff424b" /><Relationship Type="http://schemas.openxmlformats.org/officeDocument/2006/relationships/extended-properties" Target="/docProps/app.xml" Id="R00990e0ca69d471d" /><Relationship Type="http://schemas.openxmlformats.org/officeDocument/2006/relationships/officeDocument" Target="/ppt/presentation.xml" Id="R6b840c7ef3ff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0bb4a60e446ab"/>
  </p:sldMasterIdLst>
  <p:notesMasterIdLst>
    <p:notesMasterId xmlns:r="http://schemas.openxmlformats.org/officeDocument/2006/relationships" r:id="Rf90f245ce2d64ed4"/>
  </p:notesMasterIdLst>
  <p:sldIdLst>
    <p:sldId xmlns:r="http://schemas.openxmlformats.org/officeDocument/2006/relationships" id="256" r:id="R7a4e2c64a4fb4b2a"/>
    <p:sldId xmlns:r="http://schemas.openxmlformats.org/officeDocument/2006/relationships" id="257" r:id="R86331a0e80374483"/>
    <p:sldId xmlns:r="http://schemas.openxmlformats.org/officeDocument/2006/relationships" id="258" r:id="R9f16008c06c54c00"/>
    <p:sldId xmlns:r="http://schemas.openxmlformats.org/officeDocument/2006/relationships" id="259" r:id="R89112971adba48c4"/>
    <p:sldId xmlns:r="http://schemas.openxmlformats.org/officeDocument/2006/relationships" id="260" r:id="R70fb42152af84da5"/>
    <p:sldId xmlns:r="http://schemas.openxmlformats.org/officeDocument/2006/relationships" id="261" r:id="R7a1ed11782dd4244"/>
    <p:sldId xmlns:r="http://schemas.openxmlformats.org/officeDocument/2006/relationships" id="262" r:id="R754b950b07c74858"/>
    <p:sldId xmlns:r="http://schemas.openxmlformats.org/officeDocument/2006/relationships" id="263" r:id="R1bb57f2eec9b468d"/>
    <p:sldId xmlns:r="http://schemas.openxmlformats.org/officeDocument/2006/relationships" id="264" r:id="R9bc0508690c848b9"/>
    <p:sldId xmlns:r="http://schemas.openxmlformats.org/officeDocument/2006/relationships" id="265" r:id="R76af2da2cc5547c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7cd548d094b94" /><Relationship Type="http://schemas.openxmlformats.org/officeDocument/2006/relationships/slideMaster" Target="/ppt/slideMasters/slideMaster1.xml" Id="R6b30bb4a60e446ab" /><Relationship Type="http://schemas.openxmlformats.org/officeDocument/2006/relationships/notesMaster" Target="/ppt/notesMasters/notesMaster1.xml" Id="Rf90f245ce2d64ed4" /><Relationship Type="http://schemas.openxmlformats.org/officeDocument/2006/relationships/presProps" Target="/ppt/presProps.xml" Id="R3a5afaf822b34edb" /><Relationship Type="http://schemas.openxmlformats.org/officeDocument/2006/relationships/tableStyles" Target="/ppt/tableStyles.xml" Id="Rd16c234c43a34d78" /><Relationship Type="http://schemas.openxmlformats.org/officeDocument/2006/relationships/slide" Target="/ppt/slides/slide1.xml" Id="R7a4e2c64a4fb4b2a" /><Relationship Type="http://schemas.openxmlformats.org/officeDocument/2006/relationships/slide" Target="/ppt/slides/slide2.xml" Id="R86331a0e80374483" /><Relationship Type="http://schemas.openxmlformats.org/officeDocument/2006/relationships/slide" Target="/ppt/slides/slide3.xml" Id="R9f16008c06c54c00" /><Relationship Type="http://schemas.openxmlformats.org/officeDocument/2006/relationships/slide" Target="/ppt/slides/slide4.xml" Id="R89112971adba48c4" /><Relationship Type="http://schemas.openxmlformats.org/officeDocument/2006/relationships/slide" Target="/ppt/slides/slide5.xml" Id="R70fb42152af84da5" /><Relationship Type="http://schemas.openxmlformats.org/officeDocument/2006/relationships/slide" Target="/ppt/slides/slide6.xml" Id="R7a1ed11782dd4244" /><Relationship Type="http://schemas.openxmlformats.org/officeDocument/2006/relationships/slide" Target="/ppt/slides/slide7.xml" Id="R754b950b07c74858" /><Relationship Type="http://schemas.openxmlformats.org/officeDocument/2006/relationships/slide" Target="/ppt/slides/slide8.xml" Id="R1bb57f2eec9b468d" /><Relationship Type="http://schemas.openxmlformats.org/officeDocument/2006/relationships/slide" Target="/ppt/slides/slide9.xml" Id="R9bc0508690c848b9" /><Relationship Type="http://schemas.openxmlformats.org/officeDocument/2006/relationships/slide" Target="/ppt/slides/slide10.xml" Id="R76af2da2cc55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093f98c4849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31086a1534016" /><Relationship Type="http://schemas.openxmlformats.org/officeDocument/2006/relationships/notesMaster" Target="/ppt/notesMasters/notesMaster1.xml" Id="R581ce58af403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aa69499bfc4fed" /><Relationship Type="http://schemas.openxmlformats.org/officeDocument/2006/relationships/notesMaster" Target="/ppt/notesMasters/notesMaster1.xml" Id="R454f23ca6dc2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1c1a218144a0b" /><Relationship Type="http://schemas.openxmlformats.org/officeDocument/2006/relationships/notesMaster" Target="/ppt/notesMasters/notesMaster1.xml" Id="Rfcf0806e650d4e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269ebb31c402d" /><Relationship Type="http://schemas.openxmlformats.org/officeDocument/2006/relationships/notesMaster" Target="/ppt/notesMasters/notesMaster1.xml" Id="R2dc7fb2a2bad42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6c376f8924cc1" /><Relationship Type="http://schemas.openxmlformats.org/officeDocument/2006/relationships/notesMaster" Target="/ppt/notesMasters/notesMaster1.xml" Id="R1168cb40f56746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0c235b39c64385" /><Relationship Type="http://schemas.openxmlformats.org/officeDocument/2006/relationships/notesMaster" Target="/ppt/notesMasters/notesMaster1.xml" Id="Raeebf7015388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44097a7024f7c" /><Relationship Type="http://schemas.openxmlformats.org/officeDocument/2006/relationships/notesMaster" Target="/ppt/notesMasters/notesMaster1.xml" Id="Rd9a0c3cbf501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7d1ad2b2d43b8" /><Relationship Type="http://schemas.openxmlformats.org/officeDocument/2006/relationships/notesMaster" Target="/ppt/notesMasters/notesMaster1.xml" Id="R3f717ddff5c347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c118c08d84008" /><Relationship Type="http://schemas.openxmlformats.org/officeDocument/2006/relationships/notesMaster" Target="/ppt/notesMasters/notesMaster1.xml" Id="Raa9c1fac74d144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2bb23cd854471" /><Relationship Type="http://schemas.openxmlformats.org/officeDocument/2006/relationships/notesMaster" Target="/ppt/notesMasters/notesMaster1.xml" Id="R5f99b15c56d9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La scène est une reconstitution illustrée, pas une archive photographique.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principales : Ville de Lille, « La Citadelle à travers l’histoire » et « Le Parc de la Citadelle ». Image de fond : illustration éditoriale remplaçable.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d3ceb00734d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d864e7c4640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fa89f6d1e47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0b96ea10e41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75837aa7a4f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a7587dd0c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333178-6AC1-4D40-9B96-7610F2F31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94DBA0-5D23-40C6-9614-A8D269FC55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5AE31B-A06F-4A66-9402-BA6D5D3A17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C57E68-DD5B-49AC-AD69-9BE7B949A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B8841F-F9CC-44BE-8A10-E48AB53B8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B0E534-90EA-411C-B329-590967190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D740ED-222C-4728-B0EE-98DBA036F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DC5B38-29E6-462B-9B1F-647007D318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2000F-6137-4860-9264-799A7693F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8DCAFC-49FF-4977-BC6D-7B70CF3385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2eb8fd8d7f43a9" /><Relationship Type="http://schemas.openxmlformats.org/officeDocument/2006/relationships/slideLayout" Target="/ppt/slideLayouts/slideLayout1.xml" Id="Rf2434c6e190e47ac" /><Relationship Type="http://schemas.openxmlformats.org/officeDocument/2006/relationships/slideLayout" Target="/ppt/slideLayouts/slideLayout2.xml" Id="R1455d99538cf43ab" /><Relationship Type="http://schemas.openxmlformats.org/officeDocument/2006/relationships/slideLayout" Target="/ppt/slideLayouts/slideLayout3.xml" Id="R3151551494a042cc" /><Relationship Type="http://schemas.openxmlformats.org/officeDocument/2006/relationships/slideLayout" Target="/ppt/slideLayouts/slideLayout4.xml" Id="R4db3663d1c0f4d42" /><Relationship Type="http://schemas.openxmlformats.org/officeDocument/2006/relationships/slideLayout" Target="/ppt/slideLayouts/slideLayout5.xml" Id="R3f09ff64a43b401a" /><Relationship Type="http://schemas.openxmlformats.org/officeDocument/2006/relationships/slideLayout" Target="/ppt/slideLayouts/slideLayout6.xml" Id="R801808380ae8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34c6e190e47ac"/>
    <p:sldLayoutId xmlns:r="http://schemas.openxmlformats.org/officeDocument/2006/relationships" id="2147483650" r:id="R1455d99538cf43ab"/>
    <p:sldLayoutId xmlns:r="http://schemas.openxmlformats.org/officeDocument/2006/relationships" id="2147483651" r:id="R3151551494a042cc"/>
    <p:sldLayoutId xmlns:r="http://schemas.openxmlformats.org/officeDocument/2006/relationships" id="2147483652" r:id="R4db3663d1c0f4d42"/>
    <p:sldLayoutId xmlns:r="http://schemas.openxmlformats.org/officeDocument/2006/relationships" id="2147483653" r:id="R3f09ff64a43b401a"/>
    <p:sldLayoutId xmlns:r="http://schemas.openxmlformats.org/officeDocument/2006/relationships" id="2147483654" r:id="R801808380ae8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07d84d9544413" /><Relationship Type="http://schemas.openxmlformats.org/officeDocument/2006/relationships/image" Target="/ppt/media/image.png" Id="Re01bf1f32f2341c6" /><Relationship Type="http://schemas.openxmlformats.org/officeDocument/2006/relationships/notesSlide" Target="/ppt/notesSlides/notesSlide1.xml" Id="Rcca6f8cf888c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624ba936b4de3" /><Relationship Type="http://schemas.openxmlformats.org/officeDocument/2006/relationships/image" Target="/ppt/media/image2.png" Id="Re8c760bdca834839" /><Relationship Type="http://schemas.openxmlformats.org/officeDocument/2006/relationships/notesSlide" Target="/ppt/notesSlides/notesSlide2.xml" Id="R379de9a6f7ae42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883cd4a034b1e" /><Relationship Type="http://schemas.openxmlformats.org/officeDocument/2006/relationships/image" Target="/ppt/media/image3.png" Id="Rba61e0b7938e4a62" /><Relationship Type="http://schemas.openxmlformats.org/officeDocument/2006/relationships/notesSlide" Target="/ppt/notesSlides/notesSlide3.xml" Id="R7bd090445824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0e577e2894f90" /><Relationship Type="http://schemas.openxmlformats.org/officeDocument/2006/relationships/image" Target="/ppt/media/image4.png" Id="R5991273ea80c4452" /><Relationship Type="http://schemas.openxmlformats.org/officeDocument/2006/relationships/notesSlide" Target="/ppt/notesSlides/notesSlide4.xml" Id="R18078abfd3574d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c7b5638774b1e" /><Relationship Type="http://schemas.openxmlformats.org/officeDocument/2006/relationships/image" Target="/ppt/media/image5.png" Id="Rb4c02f69dab34e7e" /><Relationship Type="http://schemas.openxmlformats.org/officeDocument/2006/relationships/notesSlide" Target="/ppt/notesSlides/notesSlide5.xml" Id="Rcef9a20a660c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cea51fae24a8c" /><Relationship Type="http://schemas.openxmlformats.org/officeDocument/2006/relationships/image" Target="/ppt/media/image6.png" Id="Rfc86038cd8894061" /><Relationship Type="http://schemas.openxmlformats.org/officeDocument/2006/relationships/notesSlide" Target="/ppt/notesSlides/notesSlide6.xml" Id="Re0104ae0f59040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1bfa783284cd3" /><Relationship Type="http://schemas.openxmlformats.org/officeDocument/2006/relationships/image" Target="/ppt/media/image7.png" Id="Rc273c294b40c45c5" /><Relationship Type="http://schemas.openxmlformats.org/officeDocument/2006/relationships/notesSlide" Target="/ppt/notesSlides/notesSlide7.xml" Id="R6dfd9dd495f74e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34102edd4491f" /><Relationship Type="http://schemas.openxmlformats.org/officeDocument/2006/relationships/image" Target="/ppt/media/image8.png" Id="Rf5adcd42420c442f" /><Relationship Type="http://schemas.openxmlformats.org/officeDocument/2006/relationships/notesSlide" Target="/ppt/notesSlides/notesSlide8.xml" Id="R43548d56c57141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34f102efa433c" /><Relationship Type="http://schemas.openxmlformats.org/officeDocument/2006/relationships/image" Target="/ppt/media/image9.png" Id="Rdc5d5e4495cc496f" /><Relationship Type="http://schemas.openxmlformats.org/officeDocument/2006/relationships/notesSlide" Target="/ppt/notesSlides/notesSlide9.xml" Id="R37a539b5cef74c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7ee851d5945a8" /><Relationship Type="http://schemas.openxmlformats.org/officeDocument/2006/relationships/image" Target="/ppt/media/image10.png" Id="Rba42893e51164499" /><Relationship Type="http://schemas.openxmlformats.org/officeDocument/2006/relationships/notesSlide" Target="/ppt/notesSlides/notesSlide10.xml" Id="R9c94cd7b9eab4e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B9D95-C3EA-4C35-9BB6-7FF8992B3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f1f32f2341c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28796-C435-4BDD-952B-AAAEF4E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BE0AE-8CED-45EE-A11A-24258C8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572875"/>
            <a:ext cx="1028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FDDE7-9D15-4BF2-A215-9BA452E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0C17-0F0B-4CBC-A553-6CC8612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67851-DB9E-4646-8A69-31BDCE7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HISTOIRE D’UN LIEU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7B6FA-09A4-4710-8C32-A5B9F773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76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625" b="1">
                <a:solidFill>
                  <a:srgbClr val="FFF6E8"/>
                </a:solidFill>
              </a:defRPr>
            </a:defPPr>
            <a:lvl1pPr algn="l">
              <a:defRPr sz="5625" b="1">
                <a:solidFill>
                  <a:srgbClr val="FFF6E8"/>
                </a:solidFill>
              </a:defRPr>
            </a:lvl1pPr>
            <a:lvl2pPr algn="l">
              <a:defRPr sz="5625" b="1">
                <a:solidFill>
                  <a:srgbClr val="FFF6E8"/>
                </a:solidFill>
              </a:defRPr>
            </a:lvl2pPr>
            <a:lvl3pPr algn="l">
              <a:defRPr sz="5625" b="1">
                <a:solidFill>
                  <a:srgbClr val="FFF6E8"/>
                </a:solidFill>
              </a:defRPr>
            </a:lvl3pPr>
            <a:lvl4pPr algn="l">
              <a:defRPr sz="5625" b="1">
                <a:solidFill>
                  <a:srgbClr val="FFF6E8"/>
                </a:solidFill>
              </a:defRPr>
            </a:lvl4pPr>
            <a:lvl5pPr algn="l">
              <a:defRPr sz="5625" b="1">
                <a:solidFill>
                  <a:srgbClr val="FFF6E8"/>
                </a:solidFill>
              </a:defRPr>
            </a:lvl5pPr>
            <a:lvl6pPr algn="l">
              <a:defRPr sz="5625" b="1">
                <a:solidFill>
                  <a:srgbClr val="FFF6E8"/>
                </a:solidFill>
              </a:defRPr>
            </a:lvl6pPr>
            <a:lvl7pPr algn="l">
              <a:defRPr sz="5625" b="1">
                <a:solidFill>
                  <a:srgbClr val="FFF6E8"/>
                </a:solidFill>
              </a:defRPr>
            </a:lvl7pPr>
            <a:lvl8pPr algn="l">
              <a:defRPr sz="5625" b="1">
                <a:solidFill>
                  <a:srgbClr val="FFF6E8"/>
                </a:solidFill>
              </a:defRPr>
            </a:lvl8pPr>
            <a:lvl9pPr algn="l">
              <a:defRPr sz="5625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5625" b="1">
                <a:solidFill>
                  <a:srgbClr val="FFF6E8"/>
                </a:solidFill>
              </a:defRPr>
            </a:pPr>
            <a:r>
              <a:rPr sz="5625" b="1">
                <a:solidFill>
                  <a:srgbClr val="FFF6E8"/>
                </a:solidFill>
              </a:rPr>
              <a:t>LA CITADELLE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7451C-5008-4915-8C41-555659E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850" b="1">
                <a:solidFill>
                  <a:srgbClr val="A9F5D8"/>
                </a:solidFill>
              </a:defRPr>
            </a:defPPr>
            <a:lvl1pPr algn="l">
              <a:defRPr sz="5850" b="1">
                <a:solidFill>
                  <a:srgbClr val="A9F5D8"/>
                </a:solidFill>
              </a:defRPr>
            </a:lvl1pPr>
            <a:lvl2pPr algn="l">
              <a:defRPr sz="5850" b="1">
                <a:solidFill>
                  <a:srgbClr val="A9F5D8"/>
                </a:solidFill>
              </a:defRPr>
            </a:lvl2pPr>
            <a:lvl3pPr algn="l">
              <a:defRPr sz="5850" b="1">
                <a:solidFill>
                  <a:srgbClr val="A9F5D8"/>
                </a:solidFill>
              </a:defRPr>
            </a:lvl3pPr>
            <a:lvl4pPr algn="l">
              <a:defRPr sz="5850" b="1">
                <a:solidFill>
                  <a:srgbClr val="A9F5D8"/>
                </a:solidFill>
              </a:defRPr>
            </a:lvl4pPr>
            <a:lvl5pPr algn="l">
              <a:defRPr sz="5850" b="1">
                <a:solidFill>
                  <a:srgbClr val="A9F5D8"/>
                </a:solidFill>
              </a:defRPr>
            </a:lvl5pPr>
            <a:lvl6pPr algn="l">
              <a:defRPr sz="5850" b="1">
                <a:solidFill>
                  <a:srgbClr val="A9F5D8"/>
                </a:solidFill>
              </a:defRPr>
            </a:lvl6pPr>
            <a:lvl7pPr algn="l">
              <a:defRPr sz="5850" b="1">
                <a:solidFill>
                  <a:srgbClr val="A9F5D8"/>
                </a:solidFill>
              </a:defRPr>
            </a:lvl7pPr>
            <a:lvl8pPr algn="l">
              <a:defRPr sz="5850" b="1">
                <a:solidFill>
                  <a:srgbClr val="A9F5D8"/>
                </a:solidFill>
              </a:defRPr>
            </a:lvl8pPr>
            <a:lvl9pPr algn="l">
              <a:defRPr sz="585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A9F5D8"/>
                </a:solidFill>
              </a:defRPr>
            </a:pPr>
            <a:r>
              <a:rPr sz="5850" b="1">
                <a:solidFill>
                  <a:srgbClr val="A9F5D8"/>
                </a:solidFill>
              </a:rPr>
              <a:t>DE LILLE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A312C-DE9D-4A07-BC91-71A121D3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FFF6E8"/>
                </a:solidFill>
              </a:defRPr>
            </a:defPPr>
            <a:lvl1pPr algn="l">
              <a:defRPr sz="2550" b="0">
                <a:solidFill>
                  <a:srgbClr val="FFF6E8"/>
                </a:solidFill>
              </a:defRPr>
            </a:lvl1pPr>
            <a:lvl2pPr algn="l">
              <a:defRPr sz="2550" b="0">
                <a:solidFill>
                  <a:srgbClr val="FFF6E8"/>
                </a:solidFill>
              </a:defRPr>
            </a:lvl2pPr>
            <a:lvl3pPr algn="l">
              <a:defRPr sz="2550" b="0">
                <a:solidFill>
                  <a:srgbClr val="FFF6E8"/>
                </a:solidFill>
              </a:defRPr>
            </a:lvl3pPr>
            <a:lvl4pPr algn="l">
              <a:defRPr sz="2550" b="0">
                <a:solidFill>
                  <a:srgbClr val="FFF6E8"/>
                </a:solidFill>
              </a:defRPr>
            </a:lvl4pPr>
            <a:lvl5pPr algn="l">
              <a:defRPr sz="2550" b="0">
                <a:solidFill>
                  <a:srgbClr val="FFF6E8"/>
                </a:solidFill>
              </a:defRPr>
            </a:lvl5pPr>
            <a:lvl6pPr algn="l">
              <a:defRPr sz="2550" b="0">
                <a:solidFill>
                  <a:srgbClr val="FFF6E8"/>
                </a:solidFill>
              </a:defRPr>
            </a:lvl6pPr>
            <a:lvl7pPr algn="l">
              <a:defRPr sz="2550" b="0">
                <a:solidFill>
                  <a:srgbClr val="FFF6E8"/>
                </a:solidFill>
              </a:defRPr>
            </a:lvl7pPr>
            <a:lvl8pPr algn="l">
              <a:defRPr sz="2550" b="0">
                <a:solidFill>
                  <a:srgbClr val="FFF6E8"/>
                </a:solidFill>
              </a:defRPr>
            </a:lvl8pPr>
            <a:lvl9pPr algn="l">
              <a:defRPr sz="2550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6E8"/>
                </a:solidFill>
              </a:defRPr>
            </a:pPr>
            <a:r>
              <a:rPr sz="2550" b="0">
                <a:solidFill>
                  <a:srgbClr val="FFF6E8"/>
                </a:solidFill>
              </a:rPr>
              <a:t>De la forteresse de Vauban au parc d’aujourd’hui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0C9ED-8842-49A0-B1D8-591CA794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A8EF9-5E79-4E6E-9915-D4934070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869739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E0920-EA5B-46EB-9644-31BA52D74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760bdca83483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DB428-FD5C-47EF-AD0F-551EBBC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91FFE-ACDB-4203-9444-7C23EB0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927EF-4681-49B7-ACD3-34EA40BA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DBC6E-D490-4388-B9D3-2D9A8FC1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EA563-D869-4E7B-8B38-4E92B15F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1667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A1350-C5C6-4F41-B5DA-925EE673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F6E8"/>
                </a:solidFill>
              </a:defRPr>
            </a:defPPr>
            <a:lvl1pPr algn="l">
              <a:defRPr sz="4875" b="1">
                <a:solidFill>
                  <a:srgbClr val="FFF6E8"/>
                </a:solidFill>
              </a:defRPr>
            </a:lvl1pPr>
            <a:lvl2pPr algn="l">
              <a:defRPr sz="4875" b="1">
                <a:solidFill>
                  <a:srgbClr val="FFF6E8"/>
                </a:solidFill>
              </a:defRPr>
            </a:lvl2pPr>
            <a:lvl3pPr algn="l">
              <a:defRPr sz="4875" b="1">
                <a:solidFill>
                  <a:srgbClr val="FFF6E8"/>
                </a:solidFill>
              </a:defRPr>
            </a:lvl3pPr>
            <a:lvl4pPr algn="l">
              <a:defRPr sz="4875" b="1">
                <a:solidFill>
                  <a:srgbClr val="FFF6E8"/>
                </a:solidFill>
              </a:defRPr>
            </a:lvl4pPr>
            <a:lvl5pPr algn="l">
              <a:defRPr sz="4875" b="1">
                <a:solidFill>
                  <a:srgbClr val="FFF6E8"/>
                </a:solidFill>
              </a:defRPr>
            </a:lvl5pPr>
            <a:lvl6pPr algn="l">
              <a:defRPr sz="4875" b="1">
                <a:solidFill>
                  <a:srgbClr val="FFF6E8"/>
                </a:solidFill>
              </a:defRPr>
            </a:lvl6pPr>
            <a:lvl7pPr algn="l">
              <a:defRPr sz="4875" b="1">
                <a:solidFill>
                  <a:srgbClr val="FFF6E8"/>
                </a:solidFill>
              </a:defRPr>
            </a:lvl7pPr>
            <a:lvl8pPr algn="l">
              <a:defRPr sz="4875" b="1">
                <a:solidFill>
                  <a:srgbClr val="FFF6E8"/>
                </a:solidFill>
              </a:defRPr>
            </a:lvl8pPr>
            <a:lvl9pPr algn="l">
              <a:defRPr sz="4875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6E8"/>
                </a:solidFill>
              </a:defRPr>
            </a:pPr>
            <a:r>
              <a:rPr sz="4875" b="1">
                <a:solidFill>
                  <a:srgbClr val="FFF6E8"/>
                </a:solidFill>
              </a:rPr>
              <a:t>LILLE DEVIENT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69775-7B70-47EE-947E-C58B954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00" b="1">
                <a:solidFill>
                  <a:srgbClr val="FF705B"/>
                </a:solidFill>
              </a:defRPr>
            </a:defPPr>
            <a:lvl1pPr algn="l">
              <a:defRPr sz="5100" b="1">
                <a:solidFill>
                  <a:srgbClr val="FF705B"/>
                </a:solidFill>
              </a:defRPr>
            </a:lvl1pPr>
            <a:lvl2pPr algn="l">
              <a:defRPr sz="5100" b="1">
                <a:solidFill>
                  <a:srgbClr val="FF705B"/>
                </a:solidFill>
              </a:defRPr>
            </a:lvl2pPr>
            <a:lvl3pPr algn="l">
              <a:defRPr sz="5100" b="1">
                <a:solidFill>
                  <a:srgbClr val="FF705B"/>
                </a:solidFill>
              </a:defRPr>
            </a:lvl3pPr>
            <a:lvl4pPr algn="l">
              <a:defRPr sz="5100" b="1">
                <a:solidFill>
                  <a:srgbClr val="FF705B"/>
                </a:solidFill>
              </a:defRPr>
            </a:lvl4pPr>
            <a:lvl5pPr algn="l">
              <a:defRPr sz="5100" b="1">
                <a:solidFill>
                  <a:srgbClr val="FF705B"/>
                </a:solidFill>
              </a:defRPr>
            </a:lvl5pPr>
            <a:lvl6pPr algn="l">
              <a:defRPr sz="5100" b="1">
                <a:solidFill>
                  <a:srgbClr val="FF705B"/>
                </a:solidFill>
              </a:defRPr>
            </a:lvl6pPr>
            <a:lvl7pPr algn="l">
              <a:defRPr sz="5100" b="1">
                <a:solidFill>
                  <a:srgbClr val="FF705B"/>
                </a:solidFill>
              </a:defRPr>
            </a:lvl7pPr>
            <a:lvl8pPr algn="l">
              <a:defRPr sz="5100" b="1">
                <a:solidFill>
                  <a:srgbClr val="FF705B"/>
                </a:solidFill>
              </a:defRPr>
            </a:lvl8pPr>
            <a:lvl9pPr algn="l">
              <a:defRPr sz="5100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F705B"/>
                </a:solidFill>
              </a:defRPr>
            </a:pPr>
            <a:r>
              <a:rPr sz="5100" b="1">
                <a:solidFill>
                  <a:srgbClr val="FF705B"/>
                </a:solidFill>
              </a:rPr>
              <a:t>FRANÇAISE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F0EAE-D1F1-4565-A190-CCEC5956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FFF6E8"/>
                </a:solidFill>
              </a:defRPr>
            </a:defPPr>
            <a:lvl1pPr algn="l">
              <a:defRPr sz="2250" b="0">
                <a:solidFill>
                  <a:srgbClr val="FFF6E8"/>
                </a:solidFill>
              </a:defRPr>
            </a:lvl1pPr>
            <a:lvl2pPr algn="l">
              <a:defRPr sz="2250" b="0">
                <a:solidFill>
                  <a:srgbClr val="FFF6E8"/>
                </a:solidFill>
              </a:defRPr>
            </a:lvl2pPr>
            <a:lvl3pPr algn="l">
              <a:defRPr sz="2250" b="0">
                <a:solidFill>
                  <a:srgbClr val="FFF6E8"/>
                </a:solidFill>
              </a:defRPr>
            </a:lvl3pPr>
            <a:lvl4pPr algn="l">
              <a:defRPr sz="2250" b="0">
                <a:solidFill>
                  <a:srgbClr val="FFF6E8"/>
                </a:solidFill>
              </a:defRPr>
            </a:lvl4pPr>
            <a:lvl5pPr algn="l">
              <a:defRPr sz="2250" b="0">
                <a:solidFill>
                  <a:srgbClr val="FFF6E8"/>
                </a:solidFill>
              </a:defRPr>
            </a:lvl5pPr>
            <a:lvl6pPr algn="l">
              <a:defRPr sz="2250" b="0">
                <a:solidFill>
                  <a:srgbClr val="FFF6E8"/>
                </a:solidFill>
              </a:defRPr>
            </a:lvl6pPr>
            <a:lvl7pPr algn="l">
              <a:defRPr sz="2250" b="0">
                <a:solidFill>
                  <a:srgbClr val="FFF6E8"/>
                </a:solidFill>
              </a:defRPr>
            </a:lvl7pPr>
            <a:lvl8pPr algn="l">
              <a:defRPr sz="2250" b="0">
                <a:solidFill>
                  <a:srgbClr val="FFF6E8"/>
                </a:solidFill>
              </a:defRPr>
            </a:lvl8pPr>
            <a:lvl9pPr algn="l">
              <a:defRPr sz="2250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6E8"/>
                </a:solidFill>
              </a:defRPr>
            </a:pPr>
            <a:r>
              <a:rPr sz="2250" b="0">
                <a:solidFill>
                  <a:srgbClr val="FFF6E8"/>
                </a:solidFill>
              </a:rPr>
              <a:t>Après neuf jours de siège, Louis XIV prend la ville au royaume d’Espagne.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52E86-6186-4B3C-B7C5-466BCB91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A9F5D8"/>
                </a:solidFill>
              </a:defRPr>
            </a:defPPr>
            <a:lvl1pPr algn="l">
              <a:defRPr sz="2175" b="1">
                <a:solidFill>
                  <a:srgbClr val="A9F5D8"/>
                </a:solidFill>
              </a:defRPr>
            </a:lvl1pPr>
            <a:lvl2pPr algn="l">
              <a:defRPr sz="2175" b="1">
                <a:solidFill>
                  <a:srgbClr val="A9F5D8"/>
                </a:solidFill>
              </a:defRPr>
            </a:lvl2pPr>
            <a:lvl3pPr algn="l">
              <a:defRPr sz="2175" b="1">
                <a:solidFill>
                  <a:srgbClr val="A9F5D8"/>
                </a:solidFill>
              </a:defRPr>
            </a:lvl3pPr>
            <a:lvl4pPr algn="l">
              <a:defRPr sz="2175" b="1">
                <a:solidFill>
                  <a:srgbClr val="A9F5D8"/>
                </a:solidFill>
              </a:defRPr>
            </a:lvl4pPr>
            <a:lvl5pPr algn="l">
              <a:defRPr sz="2175" b="1">
                <a:solidFill>
                  <a:srgbClr val="A9F5D8"/>
                </a:solidFill>
              </a:defRPr>
            </a:lvl5pPr>
            <a:lvl6pPr algn="l">
              <a:defRPr sz="2175" b="1">
                <a:solidFill>
                  <a:srgbClr val="A9F5D8"/>
                </a:solidFill>
              </a:defRPr>
            </a:lvl6pPr>
            <a:lvl7pPr algn="l">
              <a:defRPr sz="2175" b="1">
                <a:solidFill>
                  <a:srgbClr val="A9F5D8"/>
                </a:solidFill>
              </a:defRPr>
            </a:lvl7pPr>
            <a:lvl8pPr algn="l">
              <a:defRPr sz="2175" b="1">
                <a:solidFill>
                  <a:srgbClr val="A9F5D8"/>
                </a:solidFill>
              </a:defRPr>
            </a:lvl8pPr>
            <a:lvl9pPr algn="l">
              <a:defRPr sz="217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9F5D8"/>
                </a:solidFill>
              </a:defRPr>
            </a:pPr>
            <a:r>
              <a:rPr sz="2175" b="1">
                <a:solidFill>
                  <a:srgbClr val="A9F5D8"/>
                </a:solidFill>
              </a:rPr>
              <a:t>La construction d’une nouvelle forteresse est décidée.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A404C-5295-44CA-9362-4EFB5020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56196-16A2-4B21-9826-C3C41958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675CC-E383-4DCA-A7EE-C40984AE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BC96A-BDC2-4BE6-A4FB-994FC71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16017980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8F97A-9C62-448B-A9D6-8A33A82EE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1e0b7938e4a6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08154-0EDF-4019-9EE6-40887B9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26A32-D886-4E17-9D2A-96E8ED3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C53B8-1EEE-456D-BED6-F1C7F21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4FA78-586E-4E45-A6D0-E2BBDF3F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3E85E-A822-4157-A46A-39EA1F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17 JUIN 1668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F3B44-9CF2-43CB-BA47-55A3281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FFF6E8"/>
                </a:solidFill>
              </a:defRPr>
            </a:defPPr>
            <a:lvl1pPr algn="l">
              <a:defRPr sz="4575" b="1">
                <a:solidFill>
                  <a:srgbClr val="FFF6E8"/>
                </a:solidFill>
              </a:defRPr>
            </a:lvl1pPr>
            <a:lvl2pPr algn="l">
              <a:defRPr sz="4575" b="1">
                <a:solidFill>
                  <a:srgbClr val="FFF6E8"/>
                </a:solidFill>
              </a:defRPr>
            </a:lvl2pPr>
            <a:lvl3pPr algn="l">
              <a:defRPr sz="4575" b="1">
                <a:solidFill>
                  <a:srgbClr val="FFF6E8"/>
                </a:solidFill>
              </a:defRPr>
            </a:lvl3pPr>
            <a:lvl4pPr algn="l">
              <a:defRPr sz="4575" b="1">
                <a:solidFill>
                  <a:srgbClr val="FFF6E8"/>
                </a:solidFill>
              </a:defRPr>
            </a:lvl4pPr>
            <a:lvl5pPr algn="l">
              <a:defRPr sz="4575" b="1">
                <a:solidFill>
                  <a:srgbClr val="FFF6E8"/>
                </a:solidFill>
              </a:defRPr>
            </a:lvl5pPr>
            <a:lvl6pPr algn="l">
              <a:defRPr sz="4575" b="1">
                <a:solidFill>
                  <a:srgbClr val="FFF6E8"/>
                </a:solidFill>
              </a:defRPr>
            </a:lvl6pPr>
            <a:lvl7pPr algn="l">
              <a:defRPr sz="4575" b="1">
                <a:solidFill>
                  <a:srgbClr val="FFF6E8"/>
                </a:solidFill>
              </a:defRPr>
            </a:lvl7pPr>
            <a:lvl8pPr algn="l">
              <a:defRPr sz="4575" b="1">
                <a:solidFill>
                  <a:srgbClr val="FFF6E8"/>
                </a:solidFill>
              </a:defRPr>
            </a:lvl8pPr>
            <a:lvl9pPr algn="l">
              <a:defRPr sz="4575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FFF6E8"/>
                </a:solidFill>
              </a:defRPr>
            </a:pPr>
            <a:r>
              <a:rPr sz="4575" b="1">
                <a:solidFill>
                  <a:srgbClr val="FFF6E8"/>
                </a:solidFill>
              </a:rPr>
              <a:t>LA PREMIÈRE PIERRE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69823-8E43-452B-86AA-D96BA85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705B"/>
                </a:solidFill>
              </a:defRPr>
            </a:defPPr>
            <a:lvl1pPr algn="l">
              <a:defRPr sz="4875" b="1">
                <a:solidFill>
                  <a:srgbClr val="FF705B"/>
                </a:solidFill>
              </a:defRPr>
            </a:lvl1pPr>
            <a:lvl2pPr algn="l">
              <a:defRPr sz="4875" b="1">
                <a:solidFill>
                  <a:srgbClr val="FF705B"/>
                </a:solidFill>
              </a:defRPr>
            </a:lvl2pPr>
            <a:lvl3pPr algn="l">
              <a:defRPr sz="4875" b="1">
                <a:solidFill>
                  <a:srgbClr val="FF705B"/>
                </a:solidFill>
              </a:defRPr>
            </a:lvl3pPr>
            <a:lvl4pPr algn="l">
              <a:defRPr sz="4875" b="1">
                <a:solidFill>
                  <a:srgbClr val="FF705B"/>
                </a:solidFill>
              </a:defRPr>
            </a:lvl4pPr>
            <a:lvl5pPr algn="l">
              <a:defRPr sz="4875" b="1">
                <a:solidFill>
                  <a:srgbClr val="FF705B"/>
                </a:solidFill>
              </a:defRPr>
            </a:lvl5pPr>
            <a:lvl6pPr algn="l">
              <a:defRPr sz="4875" b="1">
                <a:solidFill>
                  <a:srgbClr val="FF705B"/>
                </a:solidFill>
              </a:defRPr>
            </a:lvl6pPr>
            <a:lvl7pPr algn="l">
              <a:defRPr sz="4875" b="1">
                <a:solidFill>
                  <a:srgbClr val="FF705B"/>
                </a:solidFill>
              </a:defRPr>
            </a:lvl7pPr>
            <a:lvl8pPr algn="l">
              <a:defRPr sz="4875" b="1">
                <a:solidFill>
                  <a:srgbClr val="FF705B"/>
                </a:solidFill>
              </a:defRPr>
            </a:lvl8pPr>
            <a:lvl9pPr algn="l">
              <a:defRPr sz="4875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705B"/>
                </a:solidFill>
              </a:defRPr>
            </a:pPr>
            <a:r>
              <a:rPr sz="4875" b="1">
                <a:solidFill>
                  <a:srgbClr val="FF705B"/>
                </a:solidFill>
              </a:rPr>
              <a:t>EST POSÉE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0A3B4-2AC5-437C-A8DD-A272B43C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FFF6E8"/>
                </a:solidFill>
              </a:defRPr>
            </a:defPPr>
            <a:lvl1pPr algn="l">
              <a:defRPr sz="2025" b="0">
                <a:solidFill>
                  <a:srgbClr val="FFF6E8"/>
                </a:solidFill>
              </a:defRPr>
            </a:lvl1pPr>
            <a:lvl2pPr algn="l">
              <a:defRPr sz="2025" b="0">
                <a:solidFill>
                  <a:srgbClr val="FFF6E8"/>
                </a:solidFill>
              </a:defRPr>
            </a:lvl2pPr>
            <a:lvl3pPr algn="l">
              <a:defRPr sz="2025" b="0">
                <a:solidFill>
                  <a:srgbClr val="FFF6E8"/>
                </a:solidFill>
              </a:defRPr>
            </a:lvl3pPr>
            <a:lvl4pPr algn="l">
              <a:defRPr sz="2025" b="0">
                <a:solidFill>
                  <a:srgbClr val="FFF6E8"/>
                </a:solidFill>
              </a:defRPr>
            </a:lvl4pPr>
            <a:lvl5pPr algn="l">
              <a:defRPr sz="2025" b="0">
                <a:solidFill>
                  <a:srgbClr val="FFF6E8"/>
                </a:solidFill>
              </a:defRPr>
            </a:lvl5pPr>
            <a:lvl6pPr algn="l">
              <a:defRPr sz="2025" b="0">
                <a:solidFill>
                  <a:srgbClr val="FFF6E8"/>
                </a:solidFill>
              </a:defRPr>
            </a:lvl6pPr>
            <a:lvl7pPr algn="l">
              <a:defRPr sz="2025" b="0">
                <a:solidFill>
                  <a:srgbClr val="FFF6E8"/>
                </a:solidFill>
              </a:defRPr>
            </a:lvl7pPr>
            <a:lvl8pPr algn="l">
              <a:defRPr sz="2025" b="0">
                <a:solidFill>
                  <a:srgbClr val="FFF6E8"/>
                </a:solidFill>
              </a:defRPr>
            </a:lvl8pPr>
            <a:lvl9pPr algn="l">
              <a:defRPr sz="2025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6E8"/>
                </a:solidFill>
              </a:defRPr>
            </a:pPr>
            <a:r>
              <a:rPr sz="2025" b="0">
                <a:solidFill>
                  <a:srgbClr val="FFF6E8"/>
                </a:solidFill>
              </a:rPr>
              <a:t>Le chantier mobilise des quantités immenses de matériaux pendant seulement trois ans.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FFCAF-EDD0-4820-BB04-91A7D55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A9F5D8"/>
                </a:solidFill>
              </a:defRPr>
            </a:defPPr>
            <a:lvl1pPr algn="l">
              <a:defRPr sz="3600" b="1">
                <a:solidFill>
                  <a:srgbClr val="A9F5D8"/>
                </a:solidFill>
              </a:defRPr>
            </a:lvl1pPr>
            <a:lvl2pPr algn="l">
              <a:defRPr sz="3600" b="1">
                <a:solidFill>
                  <a:srgbClr val="A9F5D8"/>
                </a:solidFill>
              </a:defRPr>
            </a:lvl2pPr>
            <a:lvl3pPr algn="l">
              <a:defRPr sz="3600" b="1">
                <a:solidFill>
                  <a:srgbClr val="A9F5D8"/>
                </a:solidFill>
              </a:defRPr>
            </a:lvl3pPr>
            <a:lvl4pPr algn="l">
              <a:defRPr sz="3600" b="1">
                <a:solidFill>
                  <a:srgbClr val="A9F5D8"/>
                </a:solidFill>
              </a:defRPr>
            </a:lvl4pPr>
            <a:lvl5pPr algn="l">
              <a:defRPr sz="3600" b="1">
                <a:solidFill>
                  <a:srgbClr val="A9F5D8"/>
                </a:solidFill>
              </a:defRPr>
            </a:lvl5pPr>
            <a:lvl6pPr algn="l">
              <a:defRPr sz="3600" b="1">
                <a:solidFill>
                  <a:srgbClr val="A9F5D8"/>
                </a:solidFill>
              </a:defRPr>
            </a:lvl6pPr>
            <a:lvl7pPr algn="l">
              <a:defRPr sz="3600" b="1">
                <a:solidFill>
                  <a:srgbClr val="A9F5D8"/>
                </a:solidFill>
              </a:defRPr>
            </a:lvl7pPr>
            <a:lvl8pPr algn="l">
              <a:defRPr sz="3600" b="1">
                <a:solidFill>
                  <a:srgbClr val="A9F5D8"/>
                </a:solidFill>
              </a:defRPr>
            </a:lvl8pPr>
            <a:lvl9pPr algn="l">
              <a:defRPr sz="360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A9F5D8"/>
                </a:solidFill>
              </a:defRPr>
            </a:pPr>
            <a:r>
              <a:rPr sz="3600" b="1">
                <a:solidFill>
                  <a:srgbClr val="A9F5D8"/>
                </a:solidFill>
              </a:rPr>
              <a:t>3 MILLIONS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ECCDF-FBBF-4069-9294-26508A3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6E8"/>
                </a:solidFill>
              </a:defRPr>
            </a:defPPr>
            <a:lvl1pPr algn="l">
              <a:defRPr sz="1650" b="1">
                <a:solidFill>
                  <a:srgbClr val="FFF6E8"/>
                </a:solidFill>
              </a:defRPr>
            </a:lvl1pPr>
            <a:lvl2pPr algn="l">
              <a:defRPr sz="1650" b="1">
                <a:solidFill>
                  <a:srgbClr val="FFF6E8"/>
                </a:solidFill>
              </a:defRPr>
            </a:lvl2pPr>
            <a:lvl3pPr algn="l">
              <a:defRPr sz="1650" b="1">
                <a:solidFill>
                  <a:srgbClr val="FFF6E8"/>
                </a:solidFill>
              </a:defRPr>
            </a:lvl3pPr>
            <a:lvl4pPr algn="l">
              <a:defRPr sz="1650" b="1">
                <a:solidFill>
                  <a:srgbClr val="FFF6E8"/>
                </a:solidFill>
              </a:defRPr>
            </a:lvl4pPr>
            <a:lvl5pPr algn="l">
              <a:defRPr sz="1650" b="1">
                <a:solidFill>
                  <a:srgbClr val="FFF6E8"/>
                </a:solidFill>
              </a:defRPr>
            </a:lvl5pPr>
            <a:lvl6pPr algn="l">
              <a:defRPr sz="1650" b="1">
                <a:solidFill>
                  <a:srgbClr val="FFF6E8"/>
                </a:solidFill>
              </a:defRPr>
            </a:lvl6pPr>
            <a:lvl7pPr algn="l">
              <a:defRPr sz="1650" b="1">
                <a:solidFill>
                  <a:srgbClr val="FFF6E8"/>
                </a:solidFill>
              </a:defRPr>
            </a:lvl7pPr>
            <a:lvl8pPr algn="l">
              <a:defRPr sz="1650" b="1">
                <a:solidFill>
                  <a:srgbClr val="FFF6E8"/>
                </a:solidFill>
              </a:defRPr>
            </a:lvl8pPr>
            <a:lvl9pPr algn="l">
              <a:defRPr sz="16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6E8"/>
                </a:solidFill>
              </a:defRPr>
            </a:pPr>
            <a:r>
              <a:rPr sz="1650" b="1">
                <a:solidFill>
                  <a:srgbClr val="FFF6E8"/>
                </a:solidFill>
              </a:rPr>
              <a:t>DE BLOCS DE PIERRE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AB8A7-C10C-45F0-9126-64827DF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A9F5D8"/>
                </a:solidFill>
              </a:defRPr>
            </a:defPPr>
            <a:lvl1pPr algn="l">
              <a:defRPr sz="3600" b="1">
                <a:solidFill>
                  <a:srgbClr val="A9F5D8"/>
                </a:solidFill>
              </a:defRPr>
            </a:lvl1pPr>
            <a:lvl2pPr algn="l">
              <a:defRPr sz="3600" b="1">
                <a:solidFill>
                  <a:srgbClr val="A9F5D8"/>
                </a:solidFill>
              </a:defRPr>
            </a:lvl2pPr>
            <a:lvl3pPr algn="l">
              <a:defRPr sz="3600" b="1">
                <a:solidFill>
                  <a:srgbClr val="A9F5D8"/>
                </a:solidFill>
              </a:defRPr>
            </a:lvl3pPr>
            <a:lvl4pPr algn="l">
              <a:defRPr sz="3600" b="1">
                <a:solidFill>
                  <a:srgbClr val="A9F5D8"/>
                </a:solidFill>
              </a:defRPr>
            </a:lvl4pPr>
            <a:lvl5pPr algn="l">
              <a:defRPr sz="3600" b="1">
                <a:solidFill>
                  <a:srgbClr val="A9F5D8"/>
                </a:solidFill>
              </a:defRPr>
            </a:lvl5pPr>
            <a:lvl6pPr algn="l">
              <a:defRPr sz="3600" b="1">
                <a:solidFill>
                  <a:srgbClr val="A9F5D8"/>
                </a:solidFill>
              </a:defRPr>
            </a:lvl6pPr>
            <a:lvl7pPr algn="l">
              <a:defRPr sz="3600" b="1">
                <a:solidFill>
                  <a:srgbClr val="A9F5D8"/>
                </a:solidFill>
              </a:defRPr>
            </a:lvl7pPr>
            <a:lvl8pPr algn="l">
              <a:defRPr sz="3600" b="1">
                <a:solidFill>
                  <a:srgbClr val="A9F5D8"/>
                </a:solidFill>
              </a:defRPr>
            </a:lvl8pPr>
            <a:lvl9pPr algn="l">
              <a:defRPr sz="360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A9F5D8"/>
                </a:solidFill>
              </a:defRPr>
            </a:pPr>
            <a:r>
              <a:rPr sz="3600" b="1">
                <a:solidFill>
                  <a:srgbClr val="A9F5D8"/>
                </a:solidFill>
              </a:rPr>
              <a:t>60 MILLIONS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AC7E8-F0A5-4ACE-9A77-048C48B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6E8"/>
                </a:solidFill>
              </a:defRPr>
            </a:defPPr>
            <a:lvl1pPr algn="l">
              <a:defRPr sz="1650" b="1">
                <a:solidFill>
                  <a:srgbClr val="FFF6E8"/>
                </a:solidFill>
              </a:defRPr>
            </a:lvl1pPr>
            <a:lvl2pPr algn="l">
              <a:defRPr sz="1650" b="1">
                <a:solidFill>
                  <a:srgbClr val="FFF6E8"/>
                </a:solidFill>
              </a:defRPr>
            </a:lvl2pPr>
            <a:lvl3pPr algn="l">
              <a:defRPr sz="1650" b="1">
                <a:solidFill>
                  <a:srgbClr val="FFF6E8"/>
                </a:solidFill>
              </a:defRPr>
            </a:lvl3pPr>
            <a:lvl4pPr algn="l">
              <a:defRPr sz="1650" b="1">
                <a:solidFill>
                  <a:srgbClr val="FFF6E8"/>
                </a:solidFill>
              </a:defRPr>
            </a:lvl4pPr>
            <a:lvl5pPr algn="l">
              <a:defRPr sz="1650" b="1">
                <a:solidFill>
                  <a:srgbClr val="FFF6E8"/>
                </a:solidFill>
              </a:defRPr>
            </a:lvl5pPr>
            <a:lvl6pPr algn="l">
              <a:defRPr sz="1650" b="1">
                <a:solidFill>
                  <a:srgbClr val="FFF6E8"/>
                </a:solidFill>
              </a:defRPr>
            </a:lvl6pPr>
            <a:lvl7pPr algn="l">
              <a:defRPr sz="1650" b="1">
                <a:solidFill>
                  <a:srgbClr val="FFF6E8"/>
                </a:solidFill>
              </a:defRPr>
            </a:lvl7pPr>
            <a:lvl8pPr algn="l">
              <a:defRPr sz="1650" b="1">
                <a:solidFill>
                  <a:srgbClr val="FFF6E8"/>
                </a:solidFill>
              </a:defRPr>
            </a:lvl8pPr>
            <a:lvl9pPr algn="l">
              <a:defRPr sz="16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6E8"/>
                </a:solidFill>
              </a:defRPr>
            </a:pPr>
            <a:r>
              <a:rPr sz="1650" b="1">
                <a:solidFill>
                  <a:srgbClr val="FFF6E8"/>
                </a:solidFill>
              </a:rPr>
              <a:t>DE BRIQUES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8FC01-E161-4621-8F6A-89FF364B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6DD84-936C-4955-8F9C-F3AB8064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9D971-8269-4506-A690-AC22AEE9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EBE08-CB0D-426E-A077-81E2442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563102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A9511-79D5-412C-8770-89CF8861D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1273ea80c445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98565-6479-4D3B-AE85-295CD6E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92AD5-E01E-4FB3-B0EB-5D1454A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D4029-86D5-41C7-8224-41594D01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BF42F-E416-4B66-9959-131EC14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D8EFF-3800-4B10-B531-8C99E8F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LE PLAN DE VAUBAN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295FE-7692-4A98-84C2-BCDA684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F6E8"/>
                </a:solidFill>
              </a:defRPr>
            </a:defPPr>
            <a:lvl1pPr algn="l">
              <a:defRPr sz="4875" b="1">
                <a:solidFill>
                  <a:srgbClr val="FFF6E8"/>
                </a:solidFill>
              </a:defRPr>
            </a:lvl1pPr>
            <a:lvl2pPr algn="l">
              <a:defRPr sz="4875" b="1">
                <a:solidFill>
                  <a:srgbClr val="FFF6E8"/>
                </a:solidFill>
              </a:defRPr>
            </a:lvl2pPr>
            <a:lvl3pPr algn="l">
              <a:defRPr sz="4875" b="1">
                <a:solidFill>
                  <a:srgbClr val="FFF6E8"/>
                </a:solidFill>
              </a:defRPr>
            </a:lvl3pPr>
            <a:lvl4pPr algn="l">
              <a:defRPr sz="4875" b="1">
                <a:solidFill>
                  <a:srgbClr val="FFF6E8"/>
                </a:solidFill>
              </a:defRPr>
            </a:lvl4pPr>
            <a:lvl5pPr algn="l">
              <a:defRPr sz="4875" b="1">
                <a:solidFill>
                  <a:srgbClr val="FFF6E8"/>
                </a:solidFill>
              </a:defRPr>
            </a:lvl5pPr>
            <a:lvl6pPr algn="l">
              <a:defRPr sz="4875" b="1">
                <a:solidFill>
                  <a:srgbClr val="FFF6E8"/>
                </a:solidFill>
              </a:defRPr>
            </a:lvl6pPr>
            <a:lvl7pPr algn="l">
              <a:defRPr sz="4875" b="1">
                <a:solidFill>
                  <a:srgbClr val="FFF6E8"/>
                </a:solidFill>
              </a:defRPr>
            </a:lvl7pPr>
            <a:lvl8pPr algn="l">
              <a:defRPr sz="4875" b="1">
                <a:solidFill>
                  <a:srgbClr val="FFF6E8"/>
                </a:solidFill>
              </a:defRPr>
            </a:lvl8pPr>
            <a:lvl9pPr algn="l">
              <a:defRPr sz="4875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6E8"/>
                </a:solidFill>
              </a:defRPr>
            </a:pPr>
            <a:r>
              <a:rPr sz="4875" b="1">
                <a:solidFill>
                  <a:srgbClr val="FFF6E8"/>
                </a:solidFill>
              </a:rPr>
              <a:t>CINQ BASTIONS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8FC3B-1439-47CE-A474-8CBD895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A9F5D8"/>
                </a:solidFill>
              </a:defRPr>
            </a:defPPr>
            <a:lvl1pPr algn="l">
              <a:defRPr sz="4125" b="1">
                <a:solidFill>
                  <a:srgbClr val="A9F5D8"/>
                </a:solidFill>
              </a:defRPr>
            </a:lvl1pPr>
            <a:lvl2pPr algn="l">
              <a:defRPr sz="4125" b="1">
                <a:solidFill>
                  <a:srgbClr val="A9F5D8"/>
                </a:solidFill>
              </a:defRPr>
            </a:lvl2pPr>
            <a:lvl3pPr algn="l">
              <a:defRPr sz="4125" b="1">
                <a:solidFill>
                  <a:srgbClr val="A9F5D8"/>
                </a:solidFill>
              </a:defRPr>
            </a:lvl3pPr>
            <a:lvl4pPr algn="l">
              <a:defRPr sz="4125" b="1">
                <a:solidFill>
                  <a:srgbClr val="A9F5D8"/>
                </a:solidFill>
              </a:defRPr>
            </a:lvl4pPr>
            <a:lvl5pPr algn="l">
              <a:defRPr sz="4125" b="1">
                <a:solidFill>
                  <a:srgbClr val="A9F5D8"/>
                </a:solidFill>
              </a:defRPr>
            </a:lvl5pPr>
            <a:lvl6pPr algn="l">
              <a:defRPr sz="4125" b="1">
                <a:solidFill>
                  <a:srgbClr val="A9F5D8"/>
                </a:solidFill>
              </a:defRPr>
            </a:lvl6pPr>
            <a:lvl7pPr algn="l">
              <a:defRPr sz="4125" b="1">
                <a:solidFill>
                  <a:srgbClr val="A9F5D8"/>
                </a:solidFill>
              </a:defRPr>
            </a:lvl7pPr>
            <a:lvl8pPr algn="l">
              <a:defRPr sz="4125" b="1">
                <a:solidFill>
                  <a:srgbClr val="A9F5D8"/>
                </a:solidFill>
              </a:defRPr>
            </a:lvl8pPr>
            <a:lvl9pPr algn="l">
              <a:defRPr sz="412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A9F5D8"/>
                </a:solidFill>
              </a:defRPr>
            </a:pPr>
            <a:r>
              <a:rPr sz="4125" b="1">
                <a:solidFill>
                  <a:srgbClr val="A9F5D8"/>
                </a:solidFill>
              </a:rPr>
              <a:t>ET L’EAU COMME DÉFENSE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13548-51AE-415F-A415-D4452E60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FFF6E8"/>
                </a:solidFill>
              </a:defRPr>
            </a:defPPr>
            <a:lvl1pPr algn="l">
              <a:defRPr sz="2175" b="0">
                <a:solidFill>
                  <a:srgbClr val="FFF6E8"/>
                </a:solidFill>
              </a:defRPr>
            </a:lvl1pPr>
            <a:lvl2pPr algn="l">
              <a:defRPr sz="2175" b="0">
                <a:solidFill>
                  <a:srgbClr val="FFF6E8"/>
                </a:solidFill>
              </a:defRPr>
            </a:lvl2pPr>
            <a:lvl3pPr algn="l">
              <a:defRPr sz="2175" b="0">
                <a:solidFill>
                  <a:srgbClr val="FFF6E8"/>
                </a:solidFill>
              </a:defRPr>
            </a:lvl3pPr>
            <a:lvl4pPr algn="l">
              <a:defRPr sz="2175" b="0">
                <a:solidFill>
                  <a:srgbClr val="FFF6E8"/>
                </a:solidFill>
              </a:defRPr>
            </a:lvl4pPr>
            <a:lvl5pPr algn="l">
              <a:defRPr sz="2175" b="0">
                <a:solidFill>
                  <a:srgbClr val="FFF6E8"/>
                </a:solidFill>
              </a:defRPr>
            </a:lvl5pPr>
            <a:lvl6pPr algn="l">
              <a:defRPr sz="2175" b="0">
                <a:solidFill>
                  <a:srgbClr val="FFF6E8"/>
                </a:solidFill>
              </a:defRPr>
            </a:lvl6pPr>
            <a:lvl7pPr algn="l">
              <a:defRPr sz="2175" b="0">
                <a:solidFill>
                  <a:srgbClr val="FFF6E8"/>
                </a:solidFill>
              </a:defRPr>
            </a:lvl7pPr>
            <a:lvl8pPr algn="l">
              <a:defRPr sz="2175" b="0">
                <a:solidFill>
                  <a:srgbClr val="FFF6E8"/>
                </a:solidFill>
              </a:defRPr>
            </a:lvl8pPr>
            <a:lvl9pPr algn="l">
              <a:defRPr sz="2175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6E8"/>
                </a:solidFill>
              </a:defRPr>
            </a:pPr>
            <a:r>
              <a:rPr sz="2175" b="0">
                <a:solidFill>
                  <a:srgbClr val="FFF6E8"/>
                </a:solidFill>
              </a:rPr>
              <a:t>Fossés, tenailles et demi-lunes multiplient les obstacles autour de la place forte.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88F6-2BC7-4794-BCBF-D24DA73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705B"/>
                </a:solidFill>
              </a:defRPr>
            </a:defPPr>
            <a:lvl1pPr algn="l">
              <a:defRPr sz="2100" b="1">
                <a:solidFill>
                  <a:srgbClr val="FF705B"/>
                </a:solidFill>
              </a:defRPr>
            </a:lvl1pPr>
            <a:lvl2pPr algn="l">
              <a:defRPr sz="2100" b="1">
                <a:solidFill>
                  <a:srgbClr val="FF705B"/>
                </a:solidFill>
              </a:defRPr>
            </a:lvl2pPr>
            <a:lvl3pPr algn="l">
              <a:defRPr sz="2100" b="1">
                <a:solidFill>
                  <a:srgbClr val="FF705B"/>
                </a:solidFill>
              </a:defRPr>
            </a:lvl3pPr>
            <a:lvl4pPr algn="l">
              <a:defRPr sz="2100" b="1">
                <a:solidFill>
                  <a:srgbClr val="FF705B"/>
                </a:solidFill>
              </a:defRPr>
            </a:lvl4pPr>
            <a:lvl5pPr algn="l">
              <a:defRPr sz="2100" b="1">
                <a:solidFill>
                  <a:srgbClr val="FF705B"/>
                </a:solidFill>
              </a:defRPr>
            </a:lvl5pPr>
            <a:lvl6pPr algn="l">
              <a:defRPr sz="2100" b="1">
                <a:solidFill>
                  <a:srgbClr val="FF705B"/>
                </a:solidFill>
              </a:defRPr>
            </a:lvl6pPr>
            <a:lvl7pPr algn="l">
              <a:defRPr sz="2100" b="1">
                <a:solidFill>
                  <a:srgbClr val="FF705B"/>
                </a:solidFill>
              </a:defRPr>
            </a:lvl7pPr>
            <a:lvl8pPr algn="l">
              <a:defRPr sz="2100" b="1">
                <a:solidFill>
                  <a:srgbClr val="FF705B"/>
                </a:solidFill>
              </a:defRPr>
            </a:lvl8pPr>
            <a:lvl9pPr algn="l">
              <a:defRPr sz="2100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705B"/>
                </a:solidFill>
              </a:defRPr>
            </a:pPr>
            <a:r>
              <a:rPr sz="2100" b="1">
                <a:solidFill>
                  <a:srgbClr val="FF705B"/>
                </a:solidFill>
              </a:rPr>
              <a:t>Vauban exploite les terrains marécageux pour renforcer la défense.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FB546-2B31-49D8-AE6D-9EDE31E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98D0-0C7D-47E2-975D-E088F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0C6D8-FEF2-4098-9497-C0FDD61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BC283-22E8-4416-A7A3-7C5D3FC0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8516616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E99E-9BA8-401F-8CF1-F3544360A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02f69dab34e7e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471E9-7325-4F36-A3EA-7DBCB85B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A435D-9741-4E16-A55D-7E6F182F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E88C9-A62E-430F-92D1-50B10DF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134C5-857F-4AB8-A565-8162D453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714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3BFD-1C34-421A-A891-ECCCEA62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LE PRÉ CARRÉ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22AB6-DD23-4691-B677-24F22A04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FFF6E8"/>
                </a:solidFill>
              </a:defRPr>
            </a:defPPr>
            <a:lvl1pPr algn="l">
              <a:defRPr sz="4800" b="1">
                <a:solidFill>
                  <a:srgbClr val="FFF6E8"/>
                </a:solidFill>
              </a:defRPr>
            </a:lvl1pPr>
            <a:lvl2pPr algn="l">
              <a:defRPr sz="4800" b="1">
                <a:solidFill>
                  <a:srgbClr val="FFF6E8"/>
                </a:solidFill>
              </a:defRPr>
            </a:lvl2pPr>
            <a:lvl3pPr algn="l">
              <a:defRPr sz="4800" b="1">
                <a:solidFill>
                  <a:srgbClr val="FFF6E8"/>
                </a:solidFill>
              </a:defRPr>
            </a:lvl3pPr>
            <a:lvl4pPr algn="l">
              <a:defRPr sz="4800" b="1">
                <a:solidFill>
                  <a:srgbClr val="FFF6E8"/>
                </a:solidFill>
              </a:defRPr>
            </a:lvl4pPr>
            <a:lvl5pPr algn="l">
              <a:defRPr sz="4800" b="1">
                <a:solidFill>
                  <a:srgbClr val="FFF6E8"/>
                </a:solidFill>
              </a:defRPr>
            </a:lvl5pPr>
            <a:lvl6pPr algn="l">
              <a:defRPr sz="4800" b="1">
                <a:solidFill>
                  <a:srgbClr val="FFF6E8"/>
                </a:solidFill>
              </a:defRPr>
            </a:lvl6pPr>
            <a:lvl7pPr algn="l">
              <a:defRPr sz="4800" b="1">
                <a:solidFill>
                  <a:srgbClr val="FFF6E8"/>
                </a:solidFill>
              </a:defRPr>
            </a:lvl7pPr>
            <a:lvl8pPr algn="l">
              <a:defRPr sz="4800" b="1">
                <a:solidFill>
                  <a:srgbClr val="FFF6E8"/>
                </a:solidFill>
              </a:defRPr>
            </a:lvl8pPr>
            <a:lvl9pPr algn="l">
              <a:defRPr sz="480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6E8"/>
                </a:solidFill>
              </a:defRPr>
            </a:pPr>
            <a:r>
              <a:rPr sz="4800" b="1">
                <a:solidFill>
                  <a:srgbClr val="FFF6E8"/>
                </a:solidFill>
              </a:rPr>
              <a:t>LILLE AU CŒUR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266C2-A8FA-4471-BF69-B3D9FEC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A9F5D8"/>
                </a:solidFill>
              </a:defRPr>
            </a:defPPr>
            <a:lvl1pPr algn="l">
              <a:defRPr sz="4800" b="1">
                <a:solidFill>
                  <a:srgbClr val="A9F5D8"/>
                </a:solidFill>
              </a:defRPr>
            </a:lvl1pPr>
            <a:lvl2pPr algn="l">
              <a:defRPr sz="4800" b="1">
                <a:solidFill>
                  <a:srgbClr val="A9F5D8"/>
                </a:solidFill>
              </a:defRPr>
            </a:lvl2pPr>
            <a:lvl3pPr algn="l">
              <a:defRPr sz="4800" b="1">
                <a:solidFill>
                  <a:srgbClr val="A9F5D8"/>
                </a:solidFill>
              </a:defRPr>
            </a:lvl3pPr>
            <a:lvl4pPr algn="l">
              <a:defRPr sz="4800" b="1">
                <a:solidFill>
                  <a:srgbClr val="A9F5D8"/>
                </a:solidFill>
              </a:defRPr>
            </a:lvl4pPr>
            <a:lvl5pPr algn="l">
              <a:defRPr sz="4800" b="1">
                <a:solidFill>
                  <a:srgbClr val="A9F5D8"/>
                </a:solidFill>
              </a:defRPr>
            </a:lvl5pPr>
            <a:lvl6pPr algn="l">
              <a:defRPr sz="4800" b="1">
                <a:solidFill>
                  <a:srgbClr val="A9F5D8"/>
                </a:solidFill>
              </a:defRPr>
            </a:lvl6pPr>
            <a:lvl7pPr algn="l">
              <a:defRPr sz="4800" b="1">
                <a:solidFill>
                  <a:srgbClr val="A9F5D8"/>
                </a:solidFill>
              </a:defRPr>
            </a:lvl7pPr>
            <a:lvl8pPr algn="l">
              <a:defRPr sz="4800" b="1">
                <a:solidFill>
                  <a:srgbClr val="A9F5D8"/>
                </a:solidFill>
              </a:defRPr>
            </a:lvl8pPr>
            <a:lvl9pPr algn="l">
              <a:defRPr sz="480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A9F5D8"/>
                </a:solidFill>
              </a:defRPr>
            </a:pPr>
            <a:r>
              <a:rPr sz="4800" b="1">
                <a:solidFill>
                  <a:srgbClr val="A9F5D8"/>
                </a:solidFill>
              </a:rPr>
              <a:t>D’UNE FRONTIÈRE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29FA3-8672-46FF-BD3A-738B076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FF705B"/>
                </a:solidFill>
              </a:defRPr>
            </a:defPPr>
            <a:lvl1pPr algn="l">
              <a:defRPr sz="5025" b="1">
                <a:solidFill>
                  <a:srgbClr val="FF705B"/>
                </a:solidFill>
              </a:defRPr>
            </a:lvl1pPr>
            <a:lvl2pPr algn="l">
              <a:defRPr sz="5025" b="1">
                <a:solidFill>
                  <a:srgbClr val="FF705B"/>
                </a:solidFill>
              </a:defRPr>
            </a:lvl2pPr>
            <a:lvl3pPr algn="l">
              <a:defRPr sz="5025" b="1">
                <a:solidFill>
                  <a:srgbClr val="FF705B"/>
                </a:solidFill>
              </a:defRPr>
            </a:lvl3pPr>
            <a:lvl4pPr algn="l">
              <a:defRPr sz="5025" b="1">
                <a:solidFill>
                  <a:srgbClr val="FF705B"/>
                </a:solidFill>
              </a:defRPr>
            </a:lvl4pPr>
            <a:lvl5pPr algn="l">
              <a:defRPr sz="5025" b="1">
                <a:solidFill>
                  <a:srgbClr val="FF705B"/>
                </a:solidFill>
              </a:defRPr>
            </a:lvl5pPr>
            <a:lvl6pPr algn="l">
              <a:defRPr sz="5025" b="1">
                <a:solidFill>
                  <a:srgbClr val="FF705B"/>
                </a:solidFill>
              </a:defRPr>
            </a:lvl6pPr>
            <a:lvl7pPr algn="l">
              <a:defRPr sz="5025" b="1">
                <a:solidFill>
                  <a:srgbClr val="FF705B"/>
                </a:solidFill>
              </a:defRPr>
            </a:lvl7pPr>
            <a:lvl8pPr algn="l">
              <a:defRPr sz="5025" b="1">
                <a:solidFill>
                  <a:srgbClr val="FF705B"/>
                </a:solidFill>
              </a:defRPr>
            </a:lvl8pPr>
            <a:lvl9pPr algn="l">
              <a:defRPr sz="5025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FF705B"/>
                </a:solidFill>
              </a:defRPr>
            </a:pPr>
            <a:r>
              <a:rPr sz="5025" b="1">
                <a:solidFill>
                  <a:srgbClr val="FF705B"/>
                </a:solidFill>
              </a:rPr>
              <a:t>FORTIFIÉE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C338D-C023-43DF-9095-E6FEA41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FFF6E8"/>
                </a:solidFill>
              </a:defRPr>
            </a:defPPr>
            <a:lvl1pPr algn="l">
              <a:defRPr sz="2175" b="0">
                <a:solidFill>
                  <a:srgbClr val="FFF6E8"/>
                </a:solidFill>
              </a:defRPr>
            </a:lvl1pPr>
            <a:lvl2pPr algn="l">
              <a:defRPr sz="2175" b="0">
                <a:solidFill>
                  <a:srgbClr val="FFF6E8"/>
                </a:solidFill>
              </a:defRPr>
            </a:lvl2pPr>
            <a:lvl3pPr algn="l">
              <a:defRPr sz="2175" b="0">
                <a:solidFill>
                  <a:srgbClr val="FFF6E8"/>
                </a:solidFill>
              </a:defRPr>
            </a:lvl3pPr>
            <a:lvl4pPr algn="l">
              <a:defRPr sz="2175" b="0">
                <a:solidFill>
                  <a:srgbClr val="FFF6E8"/>
                </a:solidFill>
              </a:defRPr>
            </a:lvl4pPr>
            <a:lvl5pPr algn="l">
              <a:defRPr sz="2175" b="0">
                <a:solidFill>
                  <a:srgbClr val="FFF6E8"/>
                </a:solidFill>
              </a:defRPr>
            </a:lvl5pPr>
            <a:lvl6pPr algn="l">
              <a:defRPr sz="2175" b="0">
                <a:solidFill>
                  <a:srgbClr val="FFF6E8"/>
                </a:solidFill>
              </a:defRPr>
            </a:lvl6pPr>
            <a:lvl7pPr algn="l">
              <a:defRPr sz="2175" b="0">
                <a:solidFill>
                  <a:srgbClr val="FFF6E8"/>
                </a:solidFill>
              </a:defRPr>
            </a:lvl7pPr>
            <a:lvl8pPr algn="l">
              <a:defRPr sz="2175" b="0">
                <a:solidFill>
                  <a:srgbClr val="FFF6E8"/>
                </a:solidFill>
              </a:defRPr>
            </a:lvl8pPr>
            <a:lvl9pPr algn="l">
              <a:defRPr sz="2175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6E8"/>
                </a:solidFill>
              </a:defRPr>
            </a:pPr>
            <a:r>
              <a:rPr sz="2175" b="0">
                <a:solidFill>
                  <a:srgbClr val="FFF6E8"/>
                </a:solidFill>
              </a:rPr>
              <a:t>La citadelle s’intègre au réseau de 28 villes fortifiées conçu par Vauban.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A432B-BC91-4597-BBBC-5F4AABFB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36E8E-0C19-4800-B573-4295491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DB171-9D25-4519-BD04-790F2AE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76406-4CE9-4655-8547-277F9CF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20587354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DD862-C657-4FAB-B8DC-7BAEEDE32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6038cd889406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19276-121A-4459-888F-3F4F60B9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65137-3F9D-459A-9073-0F17128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347A5-4BB4-46F5-8E47-DCF97A8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88F37-EAC6-4AD0-A80D-FE47E50E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905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70FA1-57D5-4699-A2E3-436478F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1708 ET 1792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08741-DDC2-4F96-BEFB-F6B02E40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FF6E8"/>
                </a:solidFill>
              </a:defRPr>
            </a:defPPr>
            <a:lvl1pPr algn="l">
              <a:defRPr sz="4950" b="1">
                <a:solidFill>
                  <a:srgbClr val="FFF6E8"/>
                </a:solidFill>
              </a:defRPr>
            </a:lvl1pPr>
            <a:lvl2pPr algn="l">
              <a:defRPr sz="4950" b="1">
                <a:solidFill>
                  <a:srgbClr val="FFF6E8"/>
                </a:solidFill>
              </a:defRPr>
            </a:lvl2pPr>
            <a:lvl3pPr algn="l">
              <a:defRPr sz="4950" b="1">
                <a:solidFill>
                  <a:srgbClr val="FFF6E8"/>
                </a:solidFill>
              </a:defRPr>
            </a:lvl3pPr>
            <a:lvl4pPr algn="l">
              <a:defRPr sz="4950" b="1">
                <a:solidFill>
                  <a:srgbClr val="FFF6E8"/>
                </a:solidFill>
              </a:defRPr>
            </a:lvl4pPr>
            <a:lvl5pPr algn="l">
              <a:defRPr sz="4950" b="1">
                <a:solidFill>
                  <a:srgbClr val="FFF6E8"/>
                </a:solidFill>
              </a:defRPr>
            </a:lvl5pPr>
            <a:lvl6pPr algn="l">
              <a:defRPr sz="4950" b="1">
                <a:solidFill>
                  <a:srgbClr val="FFF6E8"/>
                </a:solidFill>
              </a:defRPr>
            </a:lvl6pPr>
            <a:lvl7pPr algn="l">
              <a:defRPr sz="4950" b="1">
                <a:solidFill>
                  <a:srgbClr val="FFF6E8"/>
                </a:solidFill>
              </a:defRPr>
            </a:lvl7pPr>
            <a:lvl8pPr algn="l">
              <a:defRPr sz="4950" b="1">
                <a:solidFill>
                  <a:srgbClr val="FFF6E8"/>
                </a:solidFill>
              </a:defRPr>
            </a:lvl8pPr>
            <a:lvl9pPr algn="l">
              <a:defRPr sz="49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6E8"/>
                </a:solidFill>
              </a:defRPr>
            </a:pPr>
            <a:r>
              <a:rPr sz="4950" b="1">
                <a:solidFill>
                  <a:srgbClr val="FFF6E8"/>
                </a:solidFill>
              </a:rPr>
              <a:t>LA CITADELLE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7C104-A2D5-427C-A2AD-5B65DC0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705B"/>
                </a:solidFill>
              </a:defRPr>
            </a:defPPr>
            <a:lvl1pPr algn="l">
              <a:defRPr sz="4875" b="1">
                <a:solidFill>
                  <a:srgbClr val="FF705B"/>
                </a:solidFill>
              </a:defRPr>
            </a:lvl1pPr>
            <a:lvl2pPr algn="l">
              <a:defRPr sz="4875" b="1">
                <a:solidFill>
                  <a:srgbClr val="FF705B"/>
                </a:solidFill>
              </a:defRPr>
            </a:lvl2pPr>
            <a:lvl3pPr algn="l">
              <a:defRPr sz="4875" b="1">
                <a:solidFill>
                  <a:srgbClr val="FF705B"/>
                </a:solidFill>
              </a:defRPr>
            </a:lvl3pPr>
            <a:lvl4pPr algn="l">
              <a:defRPr sz="4875" b="1">
                <a:solidFill>
                  <a:srgbClr val="FF705B"/>
                </a:solidFill>
              </a:defRPr>
            </a:lvl4pPr>
            <a:lvl5pPr algn="l">
              <a:defRPr sz="4875" b="1">
                <a:solidFill>
                  <a:srgbClr val="FF705B"/>
                </a:solidFill>
              </a:defRPr>
            </a:lvl5pPr>
            <a:lvl6pPr algn="l">
              <a:defRPr sz="4875" b="1">
                <a:solidFill>
                  <a:srgbClr val="FF705B"/>
                </a:solidFill>
              </a:defRPr>
            </a:lvl6pPr>
            <a:lvl7pPr algn="l">
              <a:defRPr sz="4875" b="1">
                <a:solidFill>
                  <a:srgbClr val="FF705B"/>
                </a:solidFill>
              </a:defRPr>
            </a:lvl7pPr>
            <a:lvl8pPr algn="l">
              <a:defRPr sz="4875" b="1">
                <a:solidFill>
                  <a:srgbClr val="FF705B"/>
                </a:solidFill>
              </a:defRPr>
            </a:lvl8pPr>
            <a:lvl9pPr algn="l">
              <a:defRPr sz="4875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705B"/>
                </a:solidFill>
              </a:defRPr>
            </a:pPr>
            <a:r>
              <a:rPr sz="4875" b="1">
                <a:solidFill>
                  <a:srgbClr val="FF705B"/>
                </a:solidFill>
              </a:rPr>
              <a:t>FACE AUX SIÈGES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29898-DBD0-44E8-B918-13E562D4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62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FFF6E8"/>
                </a:solidFill>
              </a:defRPr>
            </a:defPPr>
            <a:lvl1pPr algn="l">
              <a:defRPr sz="2100" b="0">
                <a:solidFill>
                  <a:srgbClr val="FFF6E8"/>
                </a:solidFill>
              </a:defRPr>
            </a:lvl1pPr>
            <a:lvl2pPr algn="l">
              <a:defRPr sz="2100" b="0">
                <a:solidFill>
                  <a:srgbClr val="FFF6E8"/>
                </a:solidFill>
              </a:defRPr>
            </a:lvl2pPr>
            <a:lvl3pPr algn="l">
              <a:defRPr sz="2100" b="0">
                <a:solidFill>
                  <a:srgbClr val="FFF6E8"/>
                </a:solidFill>
              </a:defRPr>
            </a:lvl3pPr>
            <a:lvl4pPr algn="l">
              <a:defRPr sz="2100" b="0">
                <a:solidFill>
                  <a:srgbClr val="FFF6E8"/>
                </a:solidFill>
              </a:defRPr>
            </a:lvl4pPr>
            <a:lvl5pPr algn="l">
              <a:defRPr sz="2100" b="0">
                <a:solidFill>
                  <a:srgbClr val="FFF6E8"/>
                </a:solidFill>
              </a:defRPr>
            </a:lvl5pPr>
            <a:lvl6pPr algn="l">
              <a:defRPr sz="2100" b="0">
                <a:solidFill>
                  <a:srgbClr val="FFF6E8"/>
                </a:solidFill>
              </a:defRPr>
            </a:lvl6pPr>
            <a:lvl7pPr algn="l">
              <a:defRPr sz="2100" b="0">
                <a:solidFill>
                  <a:srgbClr val="FFF6E8"/>
                </a:solidFill>
              </a:defRPr>
            </a:lvl7pPr>
            <a:lvl8pPr algn="l">
              <a:defRPr sz="2100" b="0">
                <a:solidFill>
                  <a:srgbClr val="FFF6E8"/>
                </a:solidFill>
              </a:defRPr>
            </a:lvl8pPr>
            <a:lvl9pPr algn="l">
              <a:defRPr sz="2100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6E8"/>
                </a:solidFill>
              </a:defRPr>
            </a:pPr>
            <a:r>
              <a:rPr sz="2100" b="0">
                <a:solidFill>
                  <a:srgbClr val="FFF6E8"/>
                </a:solidFill>
              </a:rPr>
              <a:t>En 1708, les troupes alliées assiègent Lille pendant la guerre de Succession d’Espagne.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74DCE-1116-44FD-B2DB-7C3D936A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A9F5D8"/>
                </a:solidFill>
              </a:defRPr>
            </a:defPPr>
            <a:lvl1pPr algn="l">
              <a:defRPr sz="2175" b="1">
                <a:solidFill>
                  <a:srgbClr val="A9F5D8"/>
                </a:solidFill>
              </a:defRPr>
            </a:lvl1pPr>
            <a:lvl2pPr algn="l">
              <a:defRPr sz="2175" b="1">
                <a:solidFill>
                  <a:srgbClr val="A9F5D8"/>
                </a:solidFill>
              </a:defRPr>
            </a:lvl2pPr>
            <a:lvl3pPr algn="l">
              <a:defRPr sz="2175" b="1">
                <a:solidFill>
                  <a:srgbClr val="A9F5D8"/>
                </a:solidFill>
              </a:defRPr>
            </a:lvl3pPr>
            <a:lvl4pPr algn="l">
              <a:defRPr sz="2175" b="1">
                <a:solidFill>
                  <a:srgbClr val="A9F5D8"/>
                </a:solidFill>
              </a:defRPr>
            </a:lvl4pPr>
            <a:lvl5pPr algn="l">
              <a:defRPr sz="2175" b="1">
                <a:solidFill>
                  <a:srgbClr val="A9F5D8"/>
                </a:solidFill>
              </a:defRPr>
            </a:lvl5pPr>
            <a:lvl6pPr algn="l">
              <a:defRPr sz="2175" b="1">
                <a:solidFill>
                  <a:srgbClr val="A9F5D8"/>
                </a:solidFill>
              </a:defRPr>
            </a:lvl6pPr>
            <a:lvl7pPr algn="l">
              <a:defRPr sz="2175" b="1">
                <a:solidFill>
                  <a:srgbClr val="A9F5D8"/>
                </a:solidFill>
              </a:defRPr>
            </a:lvl7pPr>
            <a:lvl8pPr algn="l">
              <a:defRPr sz="2175" b="1">
                <a:solidFill>
                  <a:srgbClr val="A9F5D8"/>
                </a:solidFill>
              </a:defRPr>
            </a:lvl8pPr>
            <a:lvl9pPr algn="l">
              <a:defRPr sz="217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9F5D8"/>
                </a:solidFill>
              </a:defRPr>
            </a:pPr>
            <a:r>
              <a:rPr sz="2175" b="1">
                <a:solidFill>
                  <a:srgbClr val="A9F5D8"/>
                </a:solidFill>
              </a:rPr>
              <a:t>En 1792, la ville résiste aux bombardements autrichiens.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8F132-DBAC-433D-949D-0F0E39D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2C399-0D47-4A86-8F76-876C2D44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A9442-7BCF-49BA-898A-CB08CA0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6EF14-9CE4-47DD-B423-B1797A2D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4421364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ADF57-FE9D-4749-9180-7261A4E4A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3c294b40c45c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E4689-0F34-41B9-84E6-874B187F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9A9D5-99BA-4458-9746-CC6481F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763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31365-EAE9-45D8-90FF-E421D7D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EE103-1E8A-4345-89EF-27D13468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286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756BD-81E6-40AE-B7FE-79F93A92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À PARTIR DE 1751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15EEA-3002-484A-AD9C-629A654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6E8"/>
                </a:solidFill>
              </a:defRPr>
            </a:defPPr>
            <a:lvl1pPr algn="l">
              <a:defRPr sz="4050" b="1">
                <a:solidFill>
                  <a:srgbClr val="FFF6E8"/>
                </a:solidFill>
              </a:defRPr>
            </a:lvl1pPr>
            <a:lvl2pPr algn="l">
              <a:defRPr sz="4050" b="1">
                <a:solidFill>
                  <a:srgbClr val="FFF6E8"/>
                </a:solidFill>
              </a:defRPr>
            </a:lvl2pPr>
            <a:lvl3pPr algn="l">
              <a:defRPr sz="4050" b="1">
                <a:solidFill>
                  <a:srgbClr val="FFF6E8"/>
                </a:solidFill>
              </a:defRPr>
            </a:lvl3pPr>
            <a:lvl4pPr algn="l">
              <a:defRPr sz="4050" b="1">
                <a:solidFill>
                  <a:srgbClr val="FFF6E8"/>
                </a:solidFill>
              </a:defRPr>
            </a:lvl4pPr>
            <a:lvl5pPr algn="l">
              <a:defRPr sz="4050" b="1">
                <a:solidFill>
                  <a:srgbClr val="FFF6E8"/>
                </a:solidFill>
              </a:defRPr>
            </a:lvl5pPr>
            <a:lvl6pPr algn="l">
              <a:defRPr sz="4050" b="1">
                <a:solidFill>
                  <a:srgbClr val="FFF6E8"/>
                </a:solidFill>
              </a:defRPr>
            </a:lvl6pPr>
            <a:lvl7pPr algn="l">
              <a:defRPr sz="4050" b="1">
                <a:solidFill>
                  <a:srgbClr val="FFF6E8"/>
                </a:solidFill>
              </a:defRPr>
            </a:lvl7pPr>
            <a:lvl8pPr algn="l">
              <a:defRPr sz="4050" b="1">
                <a:solidFill>
                  <a:srgbClr val="FFF6E8"/>
                </a:solidFill>
              </a:defRPr>
            </a:lvl8pPr>
            <a:lvl9pPr algn="l">
              <a:defRPr sz="40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6E8"/>
                </a:solidFill>
              </a:defRPr>
            </a:pPr>
            <a:r>
              <a:rPr sz="4050" b="1">
                <a:solidFill>
                  <a:srgbClr val="FFF6E8"/>
                </a:solidFill>
              </a:rPr>
              <a:t>LES ABORDS DEVIENNENT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BCE59-04FF-430B-9CB9-C393F35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00" b="1">
                <a:solidFill>
                  <a:srgbClr val="A9F5D8"/>
                </a:solidFill>
              </a:defRPr>
            </a:defPPr>
            <a:lvl1pPr algn="l">
              <a:defRPr sz="4500" b="1">
                <a:solidFill>
                  <a:srgbClr val="A9F5D8"/>
                </a:solidFill>
              </a:defRPr>
            </a:lvl1pPr>
            <a:lvl2pPr algn="l">
              <a:defRPr sz="4500" b="1">
                <a:solidFill>
                  <a:srgbClr val="A9F5D8"/>
                </a:solidFill>
              </a:defRPr>
            </a:lvl2pPr>
            <a:lvl3pPr algn="l">
              <a:defRPr sz="4500" b="1">
                <a:solidFill>
                  <a:srgbClr val="A9F5D8"/>
                </a:solidFill>
              </a:defRPr>
            </a:lvl3pPr>
            <a:lvl4pPr algn="l">
              <a:defRPr sz="4500" b="1">
                <a:solidFill>
                  <a:srgbClr val="A9F5D8"/>
                </a:solidFill>
              </a:defRPr>
            </a:lvl4pPr>
            <a:lvl5pPr algn="l">
              <a:defRPr sz="4500" b="1">
                <a:solidFill>
                  <a:srgbClr val="A9F5D8"/>
                </a:solidFill>
              </a:defRPr>
            </a:lvl5pPr>
            <a:lvl6pPr algn="l">
              <a:defRPr sz="4500" b="1">
                <a:solidFill>
                  <a:srgbClr val="A9F5D8"/>
                </a:solidFill>
              </a:defRPr>
            </a:lvl6pPr>
            <a:lvl7pPr algn="l">
              <a:defRPr sz="4500" b="1">
                <a:solidFill>
                  <a:srgbClr val="A9F5D8"/>
                </a:solidFill>
              </a:defRPr>
            </a:lvl7pPr>
            <a:lvl8pPr algn="l">
              <a:defRPr sz="4500" b="1">
                <a:solidFill>
                  <a:srgbClr val="A9F5D8"/>
                </a:solidFill>
              </a:defRPr>
            </a:lvl8pPr>
            <a:lvl9pPr algn="l">
              <a:defRPr sz="450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9F5D8"/>
                </a:solidFill>
              </a:defRPr>
            </a:pPr>
            <a:r>
              <a:rPr sz="4500" b="1">
                <a:solidFill>
                  <a:srgbClr val="A9F5D8"/>
                </a:solidFill>
              </a:rPr>
              <a:t>AUSSI UN LIEU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DCE54-0E6C-46B8-B240-1FA656E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FF705B"/>
                </a:solidFill>
              </a:defRPr>
            </a:defPPr>
            <a:lvl1pPr algn="l">
              <a:defRPr sz="4575" b="1">
                <a:solidFill>
                  <a:srgbClr val="FF705B"/>
                </a:solidFill>
              </a:defRPr>
            </a:lvl1pPr>
            <a:lvl2pPr algn="l">
              <a:defRPr sz="4575" b="1">
                <a:solidFill>
                  <a:srgbClr val="FF705B"/>
                </a:solidFill>
              </a:defRPr>
            </a:lvl2pPr>
            <a:lvl3pPr algn="l">
              <a:defRPr sz="4575" b="1">
                <a:solidFill>
                  <a:srgbClr val="FF705B"/>
                </a:solidFill>
              </a:defRPr>
            </a:lvl3pPr>
            <a:lvl4pPr algn="l">
              <a:defRPr sz="4575" b="1">
                <a:solidFill>
                  <a:srgbClr val="FF705B"/>
                </a:solidFill>
              </a:defRPr>
            </a:lvl4pPr>
            <a:lvl5pPr algn="l">
              <a:defRPr sz="4575" b="1">
                <a:solidFill>
                  <a:srgbClr val="FF705B"/>
                </a:solidFill>
              </a:defRPr>
            </a:lvl5pPr>
            <a:lvl6pPr algn="l">
              <a:defRPr sz="4575" b="1">
                <a:solidFill>
                  <a:srgbClr val="FF705B"/>
                </a:solidFill>
              </a:defRPr>
            </a:lvl6pPr>
            <a:lvl7pPr algn="l">
              <a:defRPr sz="4575" b="1">
                <a:solidFill>
                  <a:srgbClr val="FF705B"/>
                </a:solidFill>
              </a:defRPr>
            </a:lvl7pPr>
            <a:lvl8pPr algn="l">
              <a:defRPr sz="4575" b="1">
                <a:solidFill>
                  <a:srgbClr val="FF705B"/>
                </a:solidFill>
              </a:defRPr>
            </a:lvl8pPr>
            <a:lvl9pPr algn="l">
              <a:defRPr sz="4575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FF705B"/>
                </a:solidFill>
              </a:defRPr>
            </a:pPr>
            <a:r>
              <a:rPr sz="4575" b="1">
                <a:solidFill>
                  <a:srgbClr val="FF705B"/>
                </a:solidFill>
              </a:rPr>
              <a:t>DE PROMENADE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7003B-557B-469C-85AF-2AC169C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FFF6E8"/>
                </a:solidFill>
              </a:defRPr>
            </a:defPPr>
            <a:lvl1pPr algn="l">
              <a:defRPr sz="2100" b="0">
                <a:solidFill>
                  <a:srgbClr val="FFF6E8"/>
                </a:solidFill>
              </a:defRPr>
            </a:lvl1pPr>
            <a:lvl2pPr algn="l">
              <a:defRPr sz="2100" b="0">
                <a:solidFill>
                  <a:srgbClr val="FFF6E8"/>
                </a:solidFill>
              </a:defRPr>
            </a:lvl2pPr>
            <a:lvl3pPr algn="l">
              <a:defRPr sz="2100" b="0">
                <a:solidFill>
                  <a:srgbClr val="FFF6E8"/>
                </a:solidFill>
              </a:defRPr>
            </a:lvl3pPr>
            <a:lvl4pPr algn="l">
              <a:defRPr sz="2100" b="0">
                <a:solidFill>
                  <a:srgbClr val="FFF6E8"/>
                </a:solidFill>
              </a:defRPr>
            </a:lvl4pPr>
            <a:lvl5pPr algn="l">
              <a:defRPr sz="2100" b="0">
                <a:solidFill>
                  <a:srgbClr val="FFF6E8"/>
                </a:solidFill>
              </a:defRPr>
            </a:lvl5pPr>
            <a:lvl6pPr algn="l">
              <a:defRPr sz="2100" b="0">
                <a:solidFill>
                  <a:srgbClr val="FFF6E8"/>
                </a:solidFill>
              </a:defRPr>
            </a:lvl6pPr>
            <a:lvl7pPr algn="l">
              <a:defRPr sz="2100" b="0">
                <a:solidFill>
                  <a:srgbClr val="FFF6E8"/>
                </a:solidFill>
              </a:defRPr>
            </a:lvl7pPr>
            <a:lvl8pPr algn="l">
              <a:defRPr sz="2100" b="0">
                <a:solidFill>
                  <a:srgbClr val="FFF6E8"/>
                </a:solidFill>
              </a:defRPr>
            </a:lvl8pPr>
            <a:lvl9pPr algn="l">
              <a:defRPr sz="2100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6E8"/>
                </a:solidFill>
              </a:defRPr>
            </a:pPr>
            <a:r>
              <a:rPr sz="2100" b="0">
                <a:solidFill>
                  <a:srgbClr val="FFF6E8"/>
                </a:solidFill>
              </a:rPr>
              <a:t>Le canal de la Moyenne-Deûle accompagne l’ouverture progressive du Champ de Mars aux promeneurs.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EBDE6-81F5-4DE0-8D14-E43254F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96750"/>
            <a:ext cx="3000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2A654-8F92-48A6-8493-38D117F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15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RECONSTITUTION ILLUSTRÉE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BAA43-366F-40A5-9BC7-F597BD9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0B8CE-CAD3-45A0-A9A9-BB4FBD4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7809617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AE2D6-7AAB-40A6-9E59-48F28C626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dcd42420c442f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6CB6-76FC-4C84-AA47-92186B68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F9A-2F2A-491A-B966-A96E8D8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572875"/>
            <a:ext cx="1028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D81D6-AB1C-476C-BCC3-211F6C80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9FC95-7EA6-421F-8CEB-87081860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6BBE-F7D0-4202-8730-2BBCF4F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DE 2015 À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AC448-1A74-48D7-8B88-9A51B609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6E8"/>
                </a:solidFill>
              </a:defRPr>
            </a:defPPr>
            <a:lvl1pPr algn="l">
              <a:defRPr sz="4350" b="1">
                <a:solidFill>
                  <a:srgbClr val="FFF6E8"/>
                </a:solidFill>
              </a:defRPr>
            </a:lvl1pPr>
            <a:lvl2pPr algn="l">
              <a:defRPr sz="4350" b="1">
                <a:solidFill>
                  <a:srgbClr val="FFF6E8"/>
                </a:solidFill>
              </a:defRPr>
            </a:lvl2pPr>
            <a:lvl3pPr algn="l">
              <a:defRPr sz="4350" b="1">
                <a:solidFill>
                  <a:srgbClr val="FFF6E8"/>
                </a:solidFill>
              </a:defRPr>
            </a:lvl3pPr>
            <a:lvl4pPr algn="l">
              <a:defRPr sz="4350" b="1">
                <a:solidFill>
                  <a:srgbClr val="FFF6E8"/>
                </a:solidFill>
              </a:defRPr>
            </a:lvl4pPr>
            <a:lvl5pPr algn="l">
              <a:defRPr sz="4350" b="1">
                <a:solidFill>
                  <a:srgbClr val="FFF6E8"/>
                </a:solidFill>
              </a:defRPr>
            </a:lvl5pPr>
            <a:lvl6pPr algn="l">
              <a:defRPr sz="4350" b="1">
                <a:solidFill>
                  <a:srgbClr val="FFF6E8"/>
                </a:solidFill>
              </a:defRPr>
            </a:lvl6pPr>
            <a:lvl7pPr algn="l">
              <a:defRPr sz="4350" b="1">
                <a:solidFill>
                  <a:srgbClr val="FFF6E8"/>
                </a:solidFill>
              </a:defRPr>
            </a:lvl7pPr>
            <a:lvl8pPr algn="l">
              <a:defRPr sz="4350" b="1">
                <a:solidFill>
                  <a:srgbClr val="FFF6E8"/>
                </a:solidFill>
              </a:defRPr>
            </a:lvl8pPr>
            <a:lvl9pPr algn="l">
              <a:defRPr sz="43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6E8"/>
                </a:solidFill>
              </a:defRPr>
            </a:pPr>
            <a:r>
              <a:rPr sz="4350" b="1">
                <a:solidFill>
                  <a:srgbClr val="FFF6E8"/>
                </a:solidFill>
              </a:rPr>
              <a:t>LES FORTIFICATIONS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87914-2118-4516-B49B-D7BFA4F5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425" b="1">
                <a:solidFill>
                  <a:srgbClr val="A9F5D8"/>
                </a:solidFill>
              </a:defRPr>
            </a:defPPr>
            <a:lvl1pPr algn="l">
              <a:defRPr sz="4425" b="1">
                <a:solidFill>
                  <a:srgbClr val="A9F5D8"/>
                </a:solidFill>
              </a:defRPr>
            </a:lvl1pPr>
            <a:lvl2pPr algn="l">
              <a:defRPr sz="4425" b="1">
                <a:solidFill>
                  <a:srgbClr val="A9F5D8"/>
                </a:solidFill>
              </a:defRPr>
            </a:lvl2pPr>
            <a:lvl3pPr algn="l">
              <a:defRPr sz="4425" b="1">
                <a:solidFill>
                  <a:srgbClr val="A9F5D8"/>
                </a:solidFill>
              </a:defRPr>
            </a:lvl3pPr>
            <a:lvl4pPr algn="l">
              <a:defRPr sz="4425" b="1">
                <a:solidFill>
                  <a:srgbClr val="A9F5D8"/>
                </a:solidFill>
              </a:defRPr>
            </a:lvl4pPr>
            <a:lvl5pPr algn="l">
              <a:defRPr sz="4425" b="1">
                <a:solidFill>
                  <a:srgbClr val="A9F5D8"/>
                </a:solidFill>
              </a:defRPr>
            </a:lvl5pPr>
            <a:lvl6pPr algn="l">
              <a:defRPr sz="4425" b="1">
                <a:solidFill>
                  <a:srgbClr val="A9F5D8"/>
                </a:solidFill>
              </a:defRPr>
            </a:lvl6pPr>
            <a:lvl7pPr algn="l">
              <a:defRPr sz="4425" b="1">
                <a:solidFill>
                  <a:srgbClr val="A9F5D8"/>
                </a:solidFill>
              </a:defRPr>
            </a:lvl7pPr>
            <a:lvl8pPr algn="l">
              <a:defRPr sz="4425" b="1">
                <a:solidFill>
                  <a:srgbClr val="A9F5D8"/>
                </a:solidFill>
              </a:defRPr>
            </a:lvl8pPr>
            <a:lvl9pPr algn="l">
              <a:defRPr sz="442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A9F5D8"/>
                </a:solidFill>
              </a:defRPr>
            </a:pPr>
            <a:r>
              <a:rPr sz="4425" b="1">
                <a:solidFill>
                  <a:srgbClr val="A9F5D8"/>
                </a:solidFill>
              </a:rPr>
              <a:t>RETROUVENT LEUR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88A57-7C3E-4CB9-81BA-914031A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705B"/>
                </a:solidFill>
              </a:defRPr>
            </a:defPPr>
            <a:lvl1pPr algn="l">
              <a:defRPr sz="4875" b="1">
                <a:solidFill>
                  <a:srgbClr val="FF705B"/>
                </a:solidFill>
              </a:defRPr>
            </a:lvl1pPr>
            <a:lvl2pPr algn="l">
              <a:defRPr sz="4875" b="1">
                <a:solidFill>
                  <a:srgbClr val="FF705B"/>
                </a:solidFill>
              </a:defRPr>
            </a:lvl2pPr>
            <a:lvl3pPr algn="l">
              <a:defRPr sz="4875" b="1">
                <a:solidFill>
                  <a:srgbClr val="FF705B"/>
                </a:solidFill>
              </a:defRPr>
            </a:lvl3pPr>
            <a:lvl4pPr algn="l">
              <a:defRPr sz="4875" b="1">
                <a:solidFill>
                  <a:srgbClr val="FF705B"/>
                </a:solidFill>
              </a:defRPr>
            </a:lvl4pPr>
            <a:lvl5pPr algn="l">
              <a:defRPr sz="4875" b="1">
                <a:solidFill>
                  <a:srgbClr val="FF705B"/>
                </a:solidFill>
              </a:defRPr>
            </a:lvl5pPr>
            <a:lvl6pPr algn="l">
              <a:defRPr sz="4875" b="1">
                <a:solidFill>
                  <a:srgbClr val="FF705B"/>
                </a:solidFill>
              </a:defRPr>
            </a:lvl6pPr>
            <a:lvl7pPr algn="l">
              <a:defRPr sz="4875" b="1">
                <a:solidFill>
                  <a:srgbClr val="FF705B"/>
                </a:solidFill>
              </a:defRPr>
            </a:lvl7pPr>
            <a:lvl8pPr algn="l">
              <a:defRPr sz="4875" b="1">
                <a:solidFill>
                  <a:srgbClr val="FF705B"/>
                </a:solidFill>
              </a:defRPr>
            </a:lvl8pPr>
            <a:lvl9pPr algn="l">
              <a:defRPr sz="4875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705B"/>
                </a:solidFill>
              </a:defRPr>
            </a:pPr>
            <a:r>
              <a:rPr sz="4875" b="1">
                <a:solidFill>
                  <a:srgbClr val="FF705B"/>
                </a:solidFill>
              </a:rPr>
              <a:t>LECTURE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0A811-FA5E-4D27-B4E3-C55A27EE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FFF6E8"/>
                </a:solidFill>
              </a:defRPr>
            </a:defPPr>
            <a:lvl1pPr algn="l">
              <a:defRPr sz="2100" b="0">
                <a:solidFill>
                  <a:srgbClr val="FFF6E8"/>
                </a:solidFill>
              </a:defRPr>
            </a:lvl1pPr>
            <a:lvl2pPr algn="l">
              <a:defRPr sz="2100" b="0">
                <a:solidFill>
                  <a:srgbClr val="FFF6E8"/>
                </a:solidFill>
              </a:defRPr>
            </a:lvl2pPr>
            <a:lvl3pPr algn="l">
              <a:defRPr sz="2100" b="0">
                <a:solidFill>
                  <a:srgbClr val="FFF6E8"/>
                </a:solidFill>
              </a:defRPr>
            </a:lvl3pPr>
            <a:lvl4pPr algn="l">
              <a:defRPr sz="2100" b="0">
                <a:solidFill>
                  <a:srgbClr val="FFF6E8"/>
                </a:solidFill>
              </a:defRPr>
            </a:lvl4pPr>
            <a:lvl5pPr algn="l">
              <a:defRPr sz="2100" b="0">
                <a:solidFill>
                  <a:srgbClr val="FFF6E8"/>
                </a:solidFill>
              </a:defRPr>
            </a:lvl5pPr>
            <a:lvl6pPr algn="l">
              <a:defRPr sz="2100" b="0">
                <a:solidFill>
                  <a:srgbClr val="FFF6E8"/>
                </a:solidFill>
              </a:defRPr>
            </a:lvl6pPr>
            <a:lvl7pPr algn="l">
              <a:defRPr sz="2100" b="0">
                <a:solidFill>
                  <a:srgbClr val="FFF6E8"/>
                </a:solidFill>
              </a:defRPr>
            </a:lvl7pPr>
            <a:lvl8pPr algn="l">
              <a:defRPr sz="2100" b="0">
                <a:solidFill>
                  <a:srgbClr val="FFF6E8"/>
                </a:solidFill>
              </a:defRPr>
            </a:lvl8pPr>
            <a:lvl9pPr algn="l">
              <a:defRPr sz="2100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6E8"/>
                </a:solidFill>
              </a:defRPr>
            </a:pPr>
            <a:r>
              <a:rPr sz="2100" b="0">
                <a:solidFill>
                  <a:srgbClr val="FFF6E8"/>
                </a:solidFill>
              </a:rPr>
              <a:t>Le glacis, le chemin couvert et les ouvrages avancés sont restaurés.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7767A-6E01-45AB-AF10-C2346C3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A9F5D8"/>
                </a:solidFill>
              </a:defRPr>
            </a:defPPr>
            <a:lvl1pPr algn="l">
              <a:defRPr sz="2025" b="1">
                <a:solidFill>
                  <a:srgbClr val="A9F5D8"/>
                </a:solidFill>
              </a:defRPr>
            </a:lvl1pPr>
            <a:lvl2pPr algn="l">
              <a:defRPr sz="2025" b="1">
                <a:solidFill>
                  <a:srgbClr val="A9F5D8"/>
                </a:solidFill>
              </a:defRPr>
            </a:lvl2pPr>
            <a:lvl3pPr algn="l">
              <a:defRPr sz="2025" b="1">
                <a:solidFill>
                  <a:srgbClr val="A9F5D8"/>
                </a:solidFill>
              </a:defRPr>
            </a:lvl3pPr>
            <a:lvl4pPr algn="l">
              <a:defRPr sz="2025" b="1">
                <a:solidFill>
                  <a:srgbClr val="A9F5D8"/>
                </a:solidFill>
              </a:defRPr>
            </a:lvl4pPr>
            <a:lvl5pPr algn="l">
              <a:defRPr sz="2025" b="1">
                <a:solidFill>
                  <a:srgbClr val="A9F5D8"/>
                </a:solidFill>
              </a:defRPr>
            </a:lvl5pPr>
            <a:lvl6pPr algn="l">
              <a:defRPr sz="2025" b="1">
                <a:solidFill>
                  <a:srgbClr val="A9F5D8"/>
                </a:solidFill>
              </a:defRPr>
            </a:lvl6pPr>
            <a:lvl7pPr algn="l">
              <a:defRPr sz="2025" b="1">
                <a:solidFill>
                  <a:srgbClr val="A9F5D8"/>
                </a:solidFill>
              </a:defRPr>
            </a:lvl7pPr>
            <a:lvl8pPr algn="l">
              <a:defRPr sz="2025" b="1">
                <a:solidFill>
                  <a:srgbClr val="A9F5D8"/>
                </a:solidFill>
              </a:defRPr>
            </a:lvl8pPr>
            <a:lvl9pPr algn="l">
              <a:defRPr sz="202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9F5D8"/>
                </a:solidFill>
              </a:defRPr>
            </a:pPr>
            <a:r>
              <a:rPr sz="2025" b="1">
                <a:solidFill>
                  <a:srgbClr val="A9F5D8"/>
                </a:solidFill>
              </a:rPr>
              <a:t>La citadelle conserve aussi un usage militaire.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AD0A1-79D0-4BB5-9413-6FB6BD36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F86CB-CF22-4D27-9081-4A2278F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11067802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7E0EB-E645-41B8-BA1B-E20D4590D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d5e4495cc496f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1227-1433-489F-99FC-0AB337AC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771FA-988A-4A62-AFC2-D3FCC0D1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572875"/>
            <a:ext cx="1028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0A9E4-ED79-4A44-A666-00337B5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DE8FC-5FE2-4B36-8527-7E914355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714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DD862-B807-4AFF-A76D-B304610D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110 HECTARES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161E7-CE1A-4192-AC2B-3CFE1AD7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F6E8"/>
                </a:solidFill>
              </a:defRPr>
            </a:defPPr>
            <a:lvl1pPr algn="l">
              <a:defRPr sz="4875" b="1">
                <a:solidFill>
                  <a:srgbClr val="FFF6E8"/>
                </a:solidFill>
              </a:defRPr>
            </a:lvl1pPr>
            <a:lvl2pPr algn="l">
              <a:defRPr sz="4875" b="1">
                <a:solidFill>
                  <a:srgbClr val="FFF6E8"/>
                </a:solidFill>
              </a:defRPr>
            </a:lvl2pPr>
            <a:lvl3pPr algn="l">
              <a:defRPr sz="4875" b="1">
                <a:solidFill>
                  <a:srgbClr val="FFF6E8"/>
                </a:solidFill>
              </a:defRPr>
            </a:lvl3pPr>
            <a:lvl4pPr algn="l">
              <a:defRPr sz="4875" b="1">
                <a:solidFill>
                  <a:srgbClr val="FFF6E8"/>
                </a:solidFill>
              </a:defRPr>
            </a:lvl4pPr>
            <a:lvl5pPr algn="l">
              <a:defRPr sz="4875" b="1">
                <a:solidFill>
                  <a:srgbClr val="FFF6E8"/>
                </a:solidFill>
              </a:defRPr>
            </a:lvl5pPr>
            <a:lvl6pPr algn="l">
              <a:defRPr sz="4875" b="1">
                <a:solidFill>
                  <a:srgbClr val="FFF6E8"/>
                </a:solidFill>
              </a:defRPr>
            </a:lvl6pPr>
            <a:lvl7pPr algn="l">
              <a:defRPr sz="4875" b="1">
                <a:solidFill>
                  <a:srgbClr val="FFF6E8"/>
                </a:solidFill>
              </a:defRPr>
            </a:lvl7pPr>
            <a:lvl8pPr algn="l">
              <a:defRPr sz="4875" b="1">
                <a:solidFill>
                  <a:srgbClr val="FFF6E8"/>
                </a:solidFill>
              </a:defRPr>
            </a:lvl8pPr>
            <a:lvl9pPr algn="l">
              <a:defRPr sz="4875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6E8"/>
                </a:solidFill>
              </a:defRPr>
            </a:pPr>
            <a:r>
              <a:rPr sz="4875" b="1">
                <a:solidFill>
                  <a:srgbClr val="FFF6E8"/>
                </a:solidFill>
              </a:rPr>
              <a:t>LA FORTERESSE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17D71-DCD6-45CD-BB3B-BD89FE4D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A9F5D8"/>
                </a:solidFill>
              </a:defRPr>
            </a:defPPr>
            <a:lvl1pPr algn="l">
              <a:defRPr sz="4125" b="1">
                <a:solidFill>
                  <a:srgbClr val="A9F5D8"/>
                </a:solidFill>
              </a:defRPr>
            </a:lvl1pPr>
            <a:lvl2pPr algn="l">
              <a:defRPr sz="4125" b="1">
                <a:solidFill>
                  <a:srgbClr val="A9F5D8"/>
                </a:solidFill>
              </a:defRPr>
            </a:lvl2pPr>
            <a:lvl3pPr algn="l">
              <a:defRPr sz="4125" b="1">
                <a:solidFill>
                  <a:srgbClr val="A9F5D8"/>
                </a:solidFill>
              </a:defRPr>
            </a:lvl3pPr>
            <a:lvl4pPr algn="l">
              <a:defRPr sz="4125" b="1">
                <a:solidFill>
                  <a:srgbClr val="A9F5D8"/>
                </a:solidFill>
              </a:defRPr>
            </a:lvl4pPr>
            <a:lvl5pPr algn="l">
              <a:defRPr sz="4125" b="1">
                <a:solidFill>
                  <a:srgbClr val="A9F5D8"/>
                </a:solidFill>
              </a:defRPr>
            </a:lvl5pPr>
            <a:lvl6pPr algn="l">
              <a:defRPr sz="4125" b="1">
                <a:solidFill>
                  <a:srgbClr val="A9F5D8"/>
                </a:solidFill>
              </a:defRPr>
            </a:lvl6pPr>
            <a:lvl7pPr algn="l">
              <a:defRPr sz="4125" b="1">
                <a:solidFill>
                  <a:srgbClr val="A9F5D8"/>
                </a:solidFill>
              </a:defRPr>
            </a:lvl7pPr>
            <a:lvl8pPr algn="l">
              <a:defRPr sz="4125" b="1">
                <a:solidFill>
                  <a:srgbClr val="A9F5D8"/>
                </a:solidFill>
              </a:defRPr>
            </a:lvl8pPr>
            <a:lvl9pPr algn="l">
              <a:defRPr sz="4125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A9F5D8"/>
                </a:solidFill>
              </a:defRPr>
            </a:pPr>
            <a:r>
              <a:rPr sz="4125" b="1">
                <a:solidFill>
                  <a:srgbClr val="A9F5D8"/>
                </a:solidFill>
              </a:rPr>
              <a:t>DEVIENT LE GRAND PARC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2F9DE-D9FE-40A7-AFB3-1CCEFA6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FF705B"/>
                </a:solidFill>
              </a:defRPr>
            </a:defPPr>
            <a:lvl1pPr algn="l">
              <a:defRPr sz="4800" b="1">
                <a:solidFill>
                  <a:srgbClr val="FF705B"/>
                </a:solidFill>
              </a:defRPr>
            </a:lvl1pPr>
            <a:lvl2pPr algn="l">
              <a:defRPr sz="4800" b="1">
                <a:solidFill>
                  <a:srgbClr val="FF705B"/>
                </a:solidFill>
              </a:defRPr>
            </a:lvl2pPr>
            <a:lvl3pPr algn="l">
              <a:defRPr sz="4800" b="1">
                <a:solidFill>
                  <a:srgbClr val="FF705B"/>
                </a:solidFill>
              </a:defRPr>
            </a:lvl3pPr>
            <a:lvl4pPr algn="l">
              <a:defRPr sz="4800" b="1">
                <a:solidFill>
                  <a:srgbClr val="FF705B"/>
                </a:solidFill>
              </a:defRPr>
            </a:lvl4pPr>
            <a:lvl5pPr algn="l">
              <a:defRPr sz="4800" b="1">
                <a:solidFill>
                  <a:srgbClr val="FF705B"/>
                </a:solidFill>
              </a:defRPr>
            </a:lvl5pPr>
            <a:lvl6pPr algn="l">
              <a:defRPr sz="4800" b="1">
                <a:solidFill>
                  <a:srgbClr val="FF705B"/>
                </a:solidFill>
              </a:defRPr>
            </a:lvl6pPr>
            <a:lvl7pPr algn="l">
              <a:defRPr sz="4800" b="1">
                <a:solidFill>
                  <a:srgbClr val="FF705B"/>
                </a:solidFill>
              </a:defRPr>
            </a:lvl7pPr>
            <a:lvl8pPr algn="l">
              <a:defRPr sz="4800" b="1">
                <a:solidFill>
                  <a:srgbClr val="FF705B"/>
                </a:solidFill>
              </a:defRPr>
            </a:lvl8pPr>
            <a:lvl9pPr algn="l">
              <a:defRPr sz="4800" b="1">
                <a:solidFill>
                  <a:srgbClr val="FF705B"/>
                </a:solidFill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705B"/>
                </a:solidFill>
              </a:defRPr>
            </a:pPr>
            <a:r>
              <a:rPr sz="4800" b="1">
                <a:solidFill>
                  <a:srgbClr val="FF705B"/>
                </a:solidFill>
              </a:rPr>
              <a:t>DES LILLOIS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2FCFA-55BF-4C93-B564-6E479C6B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FFF6E8"/>
                </a:solidFill>
              </a:defRPr>
            </a:defPPr>
            <a:lvl1pPr algn="l">
              <a:defRPr sz="2175" b="0">
                <a:solidFill>
                  <a:srgbClr val="FFF6E8"/>
                </a:solidFill>
              </a:defRPr>
            </a:lvl1pPr>
            <a:lvl2pPr algn="l">
              <a:defRPr sz="2175" b="0">
                <a:solidFill>
                  <a:srgbClr val="FFF6E8"/>
                </a:solidFill>
              </a:defRPr>
            </a:lvl2pPr>
            <a:lvl3pPr algn="l">
              <a:defRPr sz="2175" b="0">
                <a:solidFill>
                  <a:srgbClr val="FFF6E8"/>
                </a:solidFill>
              </a:defRPr>
            </a:lvl3pPr>
            <a:lvl4pPr algn="l">
              <a:defRPr sz="2175" b="0">
                <a:solidFill>
                  <a:srgbClr val="FFF6E8"/>
                </a:solidFill>
              </a:defRPr>
            </a:lvl4pPr>
            <a:lvl5pPr algn="l">
              <a:defRPr sz="2175" b="0">
                <a:solidFill>
                  <a:srgbClr val="FFF6E8"/>
                </a:solidFill>
              </a:defRPr>
            </a:lvl5pPr>
            <a:lvl6pPr algn="l">
              <a:defRPr sz="2175" b="0">
                <a:solidFill>
                  <a:srgbClr val="FFF6E8"/>
                </a:solidFill>
              </a:defRPr>
            </a:lvl6pPr>
            <a:lvl7pPr algn="l">
              <a:defRPr sz="2175" b="0">
                <a:solidFill>
                  <a:srgbClr val="FFF6E8"/>
                </a:solidFill>
              </a:defRPr>
            </a:lvl7pPr>
            <a:lvl8pPr algn="l">
              <a:defRPr sz="2175" b="0">
                <a:solidFill>
                  <a:srgbClr val="FFF6E8"/>
                </a:solidFill>
              </a:defRPr>
            </a:lvl8pPr>
            <a:lvl9pPr algn="l">
              <a:defRPr sz="2175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6E8"/>
                </a:solidFill>
              </a:defRPr>
            </a:pPr>
            <a:r>
              <a:rPr sz="2175" b="0">
                <a:solidFill>
                  <a:srgbClr val="FFF6E8"/>
                </a:solidFill>
              </a:rPr>
              <a:t>Bois, prairies, canaux et chemins entourent aujourd’hui les remparts.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33059-7000-4FBE-89DC-C55392F3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DA71-803F-4DF4-87B8-1BA2F736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5024015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BD35A-4930-4BD2-8AC9-0BBBDA76C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2893e5116449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96E7E-52FC-4C64-B996-FA731F9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3CCFC-1636-4911-9410-ABA37A5F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15500"/>
            <a:ext cx="1028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7D79F-00B7-4C1C-8383-9F71AEED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10001250" cy="12573000"/>
          </a:xfrm>
          <a:prstGeom xmlns:a="http://schemas.openxmlformats.org/drawingml/2006/main" prst="roundRect">
            <a:avLst>
              <a:gd name="adj" fmla="val 1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7C261-14ED-4AEE-9D64-188A722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F5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452D5-48DA-4233-94BB-85484353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61A2C"/>
                </a:solidFill>
              </a:defRPr>
            </a:defPPr>
            <a:lvl1pPr algn="ctr">
              <a:defRPr sz="1950" b="1">
                <a:solidFill>
                  <a:srgbClr val="061A2C"/>
                </a:solidFill>
              </a:defRPr>
            </a:lvl1pPr>
            <a:lvl2pPr algn="ctr">
              <a:defRPr sz="1950" b="1">
                <a:solidFill>
                  <a:srgbClr val="061A2C"/>
                </a:solidFill>
              </a:defRPr>
            </a:lvl2pPr>
            <a:lvl3pPr algn="ctr">
              <a:defRPr sz="1950" b="1">
                <a:solidFill>
                  <a:srgbClr val="061A2C"/>
                </a:solidFill>
              </a:defRPr>
            </a:lvl3pPr>
            <a:lvl4pPr algn="ctr">
              <a:defRPr sz="1950" b="1">
                <a:solidFill>
                  <a:srgbClr val="061A2C"/>
                </a:solidFill>
              </a:defRPr>
            </a:lvl4pPr>
            <a:lvl5pPr algn="ctr">
              <a:defRPr sz="1950" b="1">
                <a:solidFill>
                  <a:srgbClr val="061A2C"/>
                </a:solidFill>
              </a:defRPr>
            </a:lvl5pPr>
            <a:lvl6pPr algn="ctr">
              <a:defRPr sz="1950" b="1">
                <a:solidFill>
                  <a:srgbClr val="061A2C"/>
                </a:solidFill>
              </a:defRPr>
            </a:lvl6pPr>
            <a:lvl7pPr algn="ctr">
              <a:defRPr sz="1950" b="1">
                <a:solidFill>
                  <a:srgbClr val="061A2C"/>
                </a:solidFill>
              </a:defRPr>
            </a:lvl7pPr>
            <a:lvl8pPr algn="ctr">
              <a:defRPr sz="1950" b="1">
                <a:solidFill>
                  <a:srgbClr val="061A2C"/>
                </a:solidFill>
              </a:defRPr>
            </a:lvl8pPr>
            <a:lvl9pPr algn="ctr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AUJOURD’HUI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4923-5FDF-49F8-BB1D-AD757AD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FF6E8"/>
                </a:solidFill>
              </a:defRPr>
            </a:defPPr>
            <a:lvl1pPr algn="l">
              <a:defRPr sz="4650" b="1">
                <a:solidFill>
                  <a:srgbClr val="FFF6E8"/>
                </a:solidFill>
              </a:defRPr>
            </a:lvl1pPr>
            <a:lvl2pPr algn="l">
              <a:defRPr sz="4650" b="1">
                <a:solidFill>
                  <a:srgbClr val="FFF6E8"/>
                </a:solidFill>
              </a:defRPr>
            </a:lvl2pPr>
            <a:lvl3pPr algn="l">
              <a:defRPr sz="4650" b="1">
                <a:solidFill>
                  <a:srgbClr val="FFF6E8"/>
                </a:solidFill>
              </a:defRPr>
            </a:lvl3pPr>
            <a:lvl4pPr algn="l">
              <a:defRPr sz="4650" b="1">
                <a:solidFill>
                  <a:srgbClr val="FFF6E8"/>
                </a:solidFill>
              </a:defRPr>
            </a:lvl4pPr>
            <a:lvl5pPr algn="l">
              <a:defRPr sz="4650" b="1">
                <a:solidFill>
                  <a:srgbClr val="FFF6E8"/>
                </a:solidFill>
              </a:defRPr>
            </a:lvl5pPr>
            <a:lvl6pPr algn="l">
              <a:defRPr sz="4650" b="1">
                <a:solidFill>
                  <a:srgbClr val="FFF6E8"/>
                </a:solidFill>
              </a:defRPr>
            </a:lvl6pPr>
            <a:lvl7pPr algn="l">
              <a:defRPr sz="4650" b="1">
                <a:solidFill>
                  <a:srgbClr val="FFF6E8"/>
                </a:solidFill>
              </a:defRPr>
            </a:lvl7pPr>
            <a:lvl8pPr algn="l">
              <a:defRPr sz="4650" b="1">
                <a:solidFill>
                  <a:srgbClr val="FFF6E8"/>
                </a:solidFill>
              </a:defRPr>
            </a:lvl8pPr>
            <a:lvl9pPr algn="l">
              <a:defRPr sz="46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6E8"/>
                </a:solidFill>
              </a:defRPr>
            </a:pPr>
            <a:r>
              <a:rPr sz="4650" b="1">
                <a:solidFill>
                  <a:srgbClr val="FFF6E8"/>
                </a:solidFill>
              </a:rPr>
              <a:t>UN LIEU D’HISTOIRE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14047-8E43-4837-956E-CCFBCC3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A9F5D8"/>
                </a:solidFill>
              </a:defRPr>
            </a:defPPr>
            <a:lvl1pPr algn="l">
              <a:defRPr sz="4350" b="1">
                <a:solidFill>
                  <a:srgbClr val="A9F5D8"/>
                </a:solidFill>
              </a:defRPr>
            </a:lvl1pPr>
            <a:lvl2pPr algn="l">
              <a:defRPr sz="4350" b="1">
                <a:solidFill>
                  <a:srgbClr val="A9F5D8"/>
                </a:solidFill>
              </a:defRPr>
            </a:lvl2pPr>
            <a:lvl3pPr algn="l">
              <a:defRPr sz="4350" b="1">
                <a:solidFill>
                  <a:srgbClr val="A9F5D8"/>
                </a:solidFill>
              </a:defRPr>
            </a:lvl3pPr>
            <a:lvl4pPr algn="l">
              <a:defRPr sz="4350" b="1">
                <a:solidFill>
                  <a:srgbClr val="A9F5D8"/>
                </a:solidFill>
              </a:defRPr>
            </a:lvl4pPr>
            <a:lvl5pPr algn="l">
              <a:defRPr sz="4350" b="1">
                <a:solidFill>
                  <a:srgbClr val="A9F5D8"/>
                </a:solidFill>
              </a:defRPr>
            </a:lvl5pPr>
            <a:lvl6pPr algn="l">
              <a:defRPr sz="4350" b="1">
                <a:solidFill>
                  <a:srgbClr val="A9F5D8"/>
                </a:solidFill>
              </a:defRPr>
            </a:lvl6pPr>
            <a:lvl7pPr algn="l">
              <a:defRPr sz="4350" b="1">
                <a:solidFill>
                  <a:srgbClr val="A9F5D8"/>
                </a:solidFill>
              </a:defRPr>
            </a:lvl7pPr>
            <a:lvl8pPr algn="l">
              <a:defRPr sz="4350" b="1">
                <a:solidFill>
                  <a:srgbClr val="A9F5D8"/>
                </a:solidFill>
              </a:defRPr>
            </a:lvl8pPr>
            <a:lvl9pPr algn="l">
              <a:defRPr sz="4350" b="1">
                <a:solidFill>
                  <a:srgbClr val="A9F5D8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A9F5D8"/>
                </a:solidFill>
              </a:defRPr>
            </a:pPr>
            <a:r>
              <a:rPr sz="4350" b="1">
                <a:solidFill>
                  <a:srgbClr val="A9F5D8"/>
                </a:solidFill>
              </a:rPr>
              <a:t>DEVENU TERRAIN DE VIE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20958-7725-4F41-AA13-0F05396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FFF6E8"/>
                </a:solidFill>
              </a:defRPr>
            </a:defPPr>
            <a:lvl1pPr algn="l">
              <a:defRPr sz="2175" b="0">
                <a:solidFill>
                  <a:srgbClr val="FFF6E8"/>
                </a:solidFill>
              </a:defRPr>
            </a:lvl1pPr>
            <a:lvl2pPr algn="l">
              <a:defRPr sz="2175" b="0">
                <a:solidFill>
                  <a:srgbClr val="FFF6E8"/>
                </a:solidFill>
              </a:defRPr>
            </a:lvl2pPr>
            <a:lvl3pPr algn="l">
              <a:defRPr sz="2175" b="0">
                <a:solidFill>
                  <a:srgbClr val="FFF6E8"/>
                </a:solidFill>
              </a:defRPr>
            </a:lvl3pPr>
            <a:lvl4pPr algn="l">
              <a:defRPr sz="2175" b="0">
                <a:solidFill>
                  <a:srgbClr val="FFF6E8"/>
                </a:solidFill>
              </a:defRPr>
            </a:lvl4pPr>
            <a:lvl5pPr algn="l">
              <a:defRPr sz="2175" b="0">
                <a:solidFill>
                  <a:srgbClr val="FFF6E8"/>
                </a:solidFill>
              </a:defRPr>
            </a:lvl5pPr>
            <a:lvl6pPr algn="l">
              <a:defRPr sz="2175" b="0">
                <a:solidFill>
                  <a:srgbClr val="FFF6E8"/>
                </a:solidFill>
              </a:defRPr>
            </a:lvl6pPr>
            <a:lvl7pPr algn="l">
              <a:defRPr sz="2175" b="0">
                <a:solidFill>
                  <a:srgbClr val="FFF6E8"/>
                </a:solidFill>
              </a:defRPr>
            </a:lvl7pPr>
            <a:lvl8pPr algn="l">
              <a:defRPr sz="2175" b="0">
                <a:solidFill>
                  <a:srgbClr val="FFF6E8"/>
                </a:solidFill>
              </a:defRPr>
            </a:lvl8pPr>
            <a:lvl9pPr algn="l">
              <a:defRPr sz="2175" b="0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6E8"/>
                </a:solidFill>
              </a:defRPr>
            </a:pPr>
            <a:r>
              <a:rPr sz="2175" b="0">
                <a:solidFill>
                  <a:srgbClr val="FFF6E8"/>
                </a:solidFill>
              </a:rPr>
              <a:t>Sport, balade, nature et patrimoine se rencontrent autour des anciens remparts.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CC980-1DF1-4855-AA98-A8DE527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715625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6E8"/>
                </a:solidFill>
              </a:defRPr>
            </a:defPPr>
            <a:lvl1pPr algn="l">
              <a:defRPr sz="3150" b="1">
                <a:solidFill>
                  <a:srgbClr val="FFF6E8"/>
                </a:solidFill>
              </a:defRPr>
            </a:lvl1pPr>
            <a:lvl2pPr algn="l">
              <a:defRPr sz="3150" b="1">
                <a:solidFill>
                  <a:srgbClr val="FFF6E8"/>
                </a:solidFill>
              </a:defRPr>
            </a:lvl2pPr>
            <a:lvl3pPr algn="l">
              <a:defRPr sz="3150" b="1">
                <a:solidFill>
                  <a:srgbClr val="FFF6E8"/>
                </a:solidFill>
              </a:defRPr>
            </a:lvl3pPr>
            <a:lvl4pPr algn="l">
              <a:defRPr sz="3150" b="1">
                <a:solidFill>
                  <a:srgbClr val="FFF6E8"/>
                </a:solidFill>
              </a:defRPr>
            </a:lvl4pPr>
            <a:lvl5pPr algn="l">
              <a:defRPr sz="3150" b="1">
                <a:solidFill>
                  <a:srgbClr val="FFF6E8"/>
                </a:solidFill>
              </a:defRPr>
            </a:lvl5pPr>
            <a:lvl6pPr algn="l">
              <a:defRPr sz="3150" b="1">
                <a:solidFill>
                  <a:srgbClr val="FFF6E8"/>
                </a:solidFill>
              </a:defRPr>
            </a:lvl6pPr>
            <a:lvl7pPr algn="l">
              <a:defRPr sz="3150" b="1">
                <a:solidFill>
                  <a:srgbClr val="FFF6E8"/>
                </a:solidFill>
              </a:defRPr>
            </a:lvl7pPr>
            <a:lvl8pPr algn="l">
              <a:defRPr sz="3150" b="1">
                <a:solidFill>
                  <a:srgbClr val="FFF6E8"/>
                </a:solidFill>
              </a:defRPr>
            </a:lvl8pPr>
            <a:lvl9pPr algn="l">
              <a:defRPr sz="3150" b="1">
                <a:solidFill>
                  <a:srgbClr val="FFF6E8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6E8"/>
                </a:solidFill>
              </a:defRPr>
            </a:pPr>
            <a:r>
              <a:rPr sz="3150" b="1">
                <a:solidFill>
                  <a:srgbClr val="FFF6E8"/>
                </a:solidFill>
              </a:rPr>
              <a:t>ET TOI, QUEL EST TON COIN PRÉFÉRÉ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CB056-0E2B-41DA-8BC4-4C96E08B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96750"/>
            <a:ext cx="10001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61A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8437E-CCC0-4D22-90DF-D193BF6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062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021105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2026-10-22T08:38:02.8390000Z</dcterms:created>
  <dcterms:modified xsi:type="dcterms:W3CDTF">2026-10-22T08:38:02.8390000Z</dcterms:modified>
</coreProperties>
</file>