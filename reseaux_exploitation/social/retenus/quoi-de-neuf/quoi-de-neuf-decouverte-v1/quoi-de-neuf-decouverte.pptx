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8f92a35e0f4f67" /><Relationship Type="http://schemas.openxmlformats.org/officeDocument/2006/relationships/extended-properties" Target="/docProps/app.xml" Id="R523717037eae4949" /><Relationship Type="http://schemas.openxmlformats.org/officeDocument/2006/relationships/officeDocument" Target="/ppt/presentation.xml" Id="R6c24dc6d82f543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5bad3366f04b79"/>
  </p:sldMasterIdLst>
  <p:notesMasterIdLst>
    <p:notesMasterId xmlns:r="http://schemas.openxmlformats.org/officeDocument/2006/relationships" r:id="R1e3718a414924d49"/>
  </p:notesMasterIdLst>
  <p:sldIdLst>
    <p:sldId xmlns:r="http://schemas.openxmlformats.org/officeDocument/2006/relationships" id="256" r:id="R3e2bc10219d643b8"/>
    <p:sldId xmlns:r="http://schemas.openxmlformats.org/officeDocument/2006/relationships" id="257" r:id="Reb6fdc86b3334f60"/>
    <p:sldId xmlns:r="http://schemas.openxmlformats.org/officeDocument/2006/relationships" id="258" r:id="R2b9adf2bc5e14717"/>
    <p:sldId xmlns:r="http://schemas.openxmlformats.org/officeDocument/2006/relationships" id="259" r:id="Rb54cc6d7be9b4c6e"/>
    <p:sldId xmlns:r="http://schemas.openxmlformats.org/officeDocument/2006/relationships" id="260" r:id="R332ec5dbad93456a"/>
    <p:sldId xmlns:r="http://schemas.openxmlformats.org/officeDocument/2006/relationships" id="261" r:id="R444d2fd6051541aa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8c84766e7e4101" /><Relationship Type="http://schemas.openxmlformats.org/officeDocument/2006/relationships/slideMaster" Target="/ppt/slideMasters/slideMaster1.xml" Id="R535bad3366f04b79" /><Relationship Type="http://schemas.openxmlformats.org/officeDocument/2006/relationships/notesMaster" Target="/ppt/notesMasters/notesMaster1.xml" Id="R1e3718a414924d49" /><Relationship Type="http://schemas.openxmlformats.org/officeDocument/2006/relationships/presProps" Target="/ppt/presProps.xml" Id="R4700928ac50f430c" /><Relationship Type="http://schemas.openxmlformats.org/officeDocument/2006/relationships/tableStyles" Target="/ppt/tableStyles.xml" Id="R4a36d2f7bca34f5a" /><Relationship Type="http://schemas.openxmlformats.org/officeDocument/2006/relationships/slide" Target="/ppt/slides/slide1.xml" Id="R3e2bc10219d643b8" /><Relationship Type="http://schemas.openxmlformats.org/officeDocument/2006/relationships/slide" Target="/ppt/slides/slide2.xml" Id="Reb6fdc86b3334f60" /><Relationship Type="http://schemas.openxmlformats.org/officeDocument/2006/relationships/slide" Target="/ppt/slides/slide3.xml" Id="R2b9adf2bc5e14717" /><Relationship Type="http://schemas.openxmlformats.org/officeDocument/2006/relationships/slide" Target="/ppt/slides/slide4.xml" Id="Rb54cc6d7be9b4c6e" /><Relationship Type="http://schemas.openxmlformats.org/officeDocument/2006/relationships/slide" Target="/ppt/slides/slide5.xml" Id="R332ec5dbad93456a" /><Relationship Type="http://schemas.openxmlformats.org/officeDocument/2006/relationships/slide" Target="/ppt/slides/slide6.xml" Id="R444d2fd6051541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6924822cf94f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a18892c4464be8" /><Relationship Type="http://schemas.openxmlformats.org/officeDocument/2006/relationships/notesMaster" Target="/ppt/notesMasters/notesMaster1.xml" Id="Rc18a71c606074a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0e9b33b4cb4280" /><Relationship Type="http://schemas.openxmlformats.org/officeDocument/2006/relationships/notesMaster" Target="/ppt/notesMasters/notesMaster1.xml" Id="R8d8fe3d4e9f543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f884c4374142dc" /><Relationship Type="http://schemas.openxmlformats.org/officeDocument/2006/relationships/notesMaster" Target="/ppt/notesMasters/notesMaster1.xml" Id="Re7342063fe7d47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cf98331d334ceb" /><Relationship Type="http://schemas.openxmlformats.org/officeDocument/2006/relationships/notesMaster" Target="/ppt/notesMasters/notesMaster1.xml" Id="R3d508f8ce2c743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fea048bfde4a4f" /><Relationship Type="http://schemas.openxmlformats.org/officeDocument/2006/relationships/notesMaster" Target="/ppt/notesMasters/notesMaster1.xml" Id="R3b4b2b3665b54a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5654d0a3554989" /><Relationship Type="http://schemas.openxmlformats.org/officeDocument/2006/relationships/notesMaster" Target="/ppt/notesMasters/notesMaster1.xml" Id="R97c7ca0434174c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b7534e94704a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35aaa2aa2747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af4c1bc558409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bee410943d415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cff99b2347411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e1f26f6f2b40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13C87D-6A0A-4914-94A5-4FF1840A65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2275354-F2D7-4DA9-A70C-A1BDDBB4038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3A64D31-2428-440A-8E51-C425493988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3202D6-8E04-4125-9C64-B9F310B8B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5BFB5D7-6F49-4016-A836-554A7EE90A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FC1025-1963-451A-8E2B-DE29B7709E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606D80-6005-4722-AD15-3EE3E03BD0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FBD3DB6-C4CF-4415-AD89-5CF55DF3BA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269785-2119-44E5-8AF7-C7355DF22F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6BFEEB8-8558-424D-9CAD-0A5EF4B988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c0853b9de74327" /><Relationship Type="http://schemas.openxmlformats.org/officeDocument/2006/relationships/slideLayout" Target="/ppt/slideLayouts/slideLayout1.xml" Id="Rd014fe5598754a65" /><Relationship Type="http://schemas.openxmlformats.org/officeDocument/2006/relationships/slideLayout" Target="/ppt/slideLayouts/slideLayout2.xml" Id="Ref1b25fa8d484545" /><Relationship Type="http://schemas.openxmlformats.org/officeDocument/2006/relationships/slideLayout" Target="/ppt/slideLayouts/slideLayout3.xml" Id="R318cdabbc7ea4f8f" /><Relationship Type="http://schemas.openxmlformats.org/officeDocument/2006/relationships/slideLayout" Target="/ppt/slideLayouts/slideLayout4.xml" Id="R09c1dca90f894244" /><Relationship Type="http://schemas.openxmlformats.org/officeDocument/2006/relationships/slideLayout" Target="/ppt/slideLayouts/slideLayout5.xml" Id="R476a52afc12949be" /><Relationship Type="http://schemas.openxmlformats.org/officeDocument/2006/relationships/slideLayout" Target="/ppt/slideLayouts/slideLayout6.xml" Id="R30e879cb78bb4f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14fe5598754a65"/>
    <p:sldLayoutId xmlns:r="http://schemas.openxmlformats.org/officeDocument/2006/relationships" id="2147483650" r:id="Ref1b25fa8d484545"/>
    <p:sldLayoutId xmlns:r="http://schemas.openxmlformats.org/officeDocument/2006/relationships" id="2147483651" r:id="R318cdabbc7ea4f8f"/>
    <p:sldLayoutId xmlns:r="http://schemas.openxmlformats.org/officeDocument/2006/relationships" id="2147483652" r:id="R09c1dca90f894244"/>
    <p:sldLayoutId xmlns:r="http://schemas.openxmlformats.org/officeDocument/2006/relationships" id="2147483653" r:id="R476a52afc12949be"/>
    <p:sldLayoutId xmlns:r="http://schemas.openxmlformats.org/officeDocument/2006/relationships" id="2147483654" r:id="R30e879cb78bb4f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a6bfc2c58446fc" /><Relationship Type="http://schemas.openxmlformats.org/officeDocument/2006/relationships/image" Target="/ppt/media/image.png" Id="R365982812ef24a28" /><Relationship Type="http://schemas.openxmlformats.org/officeDocument/2006/relationships/notesSlide" Target="/ppt/notesSlides/notesSlide1.xml" Id="Re64e5d0ce28541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4243d016334417" /><Relationship Type="http://schemas.openxmlformats.org/officeDocument/2006/relationships/image" Target="/ppt/media/image2.png" Id="R806b777818ac475c" /><Relationship Type="http://schemas.openxmlformats.org/officeDocument/2006/relationships/notesSlide" Target="/ppt/notesSlides/notesSlide2.xml" Id="Rc6eb342d7ea243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06f8c676004401" /><Relationship Type="http://schemas.openxmlformats.org/officeDocument/2006/relationships/image" Target="/ppt/media/image3.png" Id="Ref7dc6231e0f45a6" /><Relationship Type="http://schemas.openxmlformats.org/officeDocument/2006/relationships/notesSlide" Target="/ppt/notesSlides/notesSlide3.xml" Id="R5ce0dd94340f4f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40e37469f840a0" /><Relationship Type="http://schemas.openxmlformats.org/officeDocument/2006/relationships/image" Target="/ppt/media/image4.png" Id="Re29eb4348d0942c7" /><Relationship Type="http://schemas.openxmlformats.org/officeDocument/2006/relationships/notesSlide" Target="/ppt/notesSlides/notesSlide4.xml" Id="R943e9fc674c941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8b61dbd7604cdd" /><Relationship Type="http://schemas.openxmlformats.org/officeDocument/2006/relationships/image" Target="/ppt/media/image5.png" Id="R7c71bb0b507347cc" /><Relationship Type="http://schemas.openxmlformats.org/officeDocument/2006/relationships/notesSlide" Target="/ppt/notesSlides/notesSlide5.xml" Id="Rf83dea97fb3f41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e95e5c1ba34ece" /><Relationship Type="http://schemas.openxmlformats.org/officeDocument/2006/relationships/image" Target="/ppt/media/image6.png" Id="R33c5986e9e1a4e58" /><Relationship Type="http://schemas.openxmlformats.org/officeDocument/2006/relationships/notesSlide" Target="/ppt/notesSlides/notesSlide6.xml" Id="Rf71818e0fd684f5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898E48-B102-4C1B-952C-B7B53A0641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982812ef24a28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5047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AECDA-56CC-4017-B542-21078FBF8B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b777818ac475c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9021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39DB9-E1FA-4D19-9602-FA3E6B121F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dc6231e0f45a6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27732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40232-17E8-4F3D-9359-331F240267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eb4348d0942c7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9966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8ACAF-84D0-456C-915B-077D53FC1B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1bb0b507347cc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0587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26E12-0D7C-4F98-9EF3-65DB912061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5986e9e1a4e58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1343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2026-10-22T15:13:51.1550000Z</dcterms:created>
  <dcterms:modified xsi:type="dcterms:W3CDTF">2026-10-22T15:13:51.1550000Z</dcterms:modified>
</coreProperties>
</file>