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f8d2fa7f84c34" /><Relationship Type="http://schemas.openxmlformats.org/officeDocument/2006/relationships/extended-properties" Target="/docProps/app.xml" Id="R62b9a24e66674fe4" /><Relationship Type="http://schemas.openxmlformats.org/officeDocument/2006/relationships/officeDocument" Target="/ppt/presentation.xml" Id="R63e253b8f9cf49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4f49316d84eee"/>
  </p:sldMasterIdLst>
  <p:notesMasterIdLst>
    <p:notesMasterId xmlns:r="http://schemas.openxmlformats.org/officeDocument/2006/relationships" r:id="R3602d7ff448b4b2a"/>
  </p:notesMasterIdLst>
  <p:sldIdLst>
    <p:sldId xmlns:r="http://schemas.openxmlformats.org/officeDocument/2006/relationships" id="256" r:id="Ree4292c0c014440d"/>
    <p:sldId xmlns:r="http://schemas.openxmlformats.org/officeDocument/2006/relationships" id="257" r:id="R0e828d16d1554f93"/>
    <p:sldId xmlns:r="http://schemas.openxmlformats.org/officeDocument/2006/relationships" id="258" r:id="R20ba4dc2d19a4edd"/>
    <p:sldId xmlns:r="http://schemas.openxmlformats.org/officeDocument/2006/relationships" id="259" r:id="R0339cb03b9f740a4"/>
    <p:sldId xmlns:r="http://schemas.openxmlformats.org/officeDocument/2006/relationships" id="260" r:id="R14aca03ddd424735"/>
    <p:sldId xmlns:r="http://schemas.openxmlformats.org/officeDocument/2006/relationships" id="261" r:id="R26ea021b9c6e466d"/>
    <p:sldId xmlns:r="http://schemas.openxmlformats.org/officeDocument/2006/relationships" id="262" r:id="R2d4c29042c564066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cd1b3c427c403f" /><Relationship Type="http://schemas.openxmlformats.org/officeDocument/2006/relationships/slideMaster" Target="/ppt/slideMasters/slideMaster1.xml" Id="R2b64f49316d84eee" /><Relationship Type="http://schemas.openxmlformats.org/officeDocument/2006/relationships/notesMaster" Target="/ppt/notesMasters/notesMaster1.xml" Id="R3602d7ff448b4b2a" /><Relationship Type="http://schemas.openxmlformats.org/officeDocument/2006/relationships/presProps" Target="/ppt/presProps.xml" Id="R749e806e510d4538" /><Relationship Type="http://schemas.openxmlformats.org/officeDocument/2006/relationships/tableStyles" Target="/ppt/tableStyles.xml" Id="Rdd60fd153cb7495b" /><Relationship Type="http://schemas.openxmlformats.org/officeDocument/2006/relationships/slide" Target="/ppt/slides/slide1.xml" Id="Ree4292c0c014440d" /><Relationship Type="http://schemas.openxmlformats.org/officeDocument/2006/relationships/slide" Target="/ppt/slides/slide2.xml" Id="R0e828d16d1554f93" /><Relationship Type="http://schemas.openxmlformats.org/officeDocument/2006/relationships/slide" Target="/ppt/slides/slide3.xml" Id="R20ba4dc2d19a4edd" /><Relationship Type="http://schemas.openxmlformats.org/officeDocument/2006/relationships/slide" Target="/ppt/slides/slide4.xml" Id="R0339cb03b9f740a4" /><Relationship Type="http://schemas.openxmlformats.org/officeDocument/2006/relationships/slide" Target="/ppt/slides/slide5.xml" Id="R14aca03ddd424735" /><Relationship Type="http://schemas.openxmlformats.org/officeDocument/2006/relationships/slide" Target="/ppt/slides/slide6.xml" Id="R26ea021b9c6e466d" /><Relationship Type="http://schemas.openxmlformats.org/officeDocument/2006/relationships/slide" Target="/ppt/slides/slide7.xml" Id="R2d4c29042c56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ac217d089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ee19b60154cbc" /><Relationship Type="http://schemas.openxmlformats.org/officeDocument/2006/relationships/notesMaster" Target="/ppt/notesMasters/notesMaster1.xml" Id="R4c1179ce5846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14e2149a14f1d" /><Relationship Type="http://schemas.openxmlformats.org/officeDocument/2006/relationships/notesMaster" Target="/ppt/notesMasters/notesMaster1.xml" Id="R9ced32075fe1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107aa64a084923" /><Relationship Type="http://schemas.openxmlformats.org/officeDocument/2006/relationships/notesMaster" Target="/ppt/notesMasters/notesMaster1.xml" Id="Ra42eb105d77844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7d0d3c42c42f6" /><Relationship Type="http://schemas.openxmlformats.org/officeDocument/2006/relationships/notesMaster" Target="/ppt/notesMasters/notesMaster1.xml" Id="Rfb8128f8698b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c883372204715" /><Relationship Type="http://schemas.openxmlformats.org/officeDocument/2006/relationships/notesMaster" Target="/ppt/notesMasters/notesMaster1.xml" Id="Rb12948300ba743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44a1c07e89492b" /><Relationship Type="http://schemas.openxmlformats.org/officeDocument/2006/relationships/notesMaster" Target="/ppt/notesMasters/notesMaster1.xml" Id="Re35c97f06c344a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3eadc219042db" /><Relationship Type="http://schemas.openxmlformats.org/officeDocument/2006/relationships/notesMaster" Target="/ppt/notesMasters/notesMaster1.xml" Id="R1aea13c52d68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ae72777d048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22684fa3448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eb980495247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3a7db72b24c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2ead2d38f4c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5772ede134f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B69E49-190B-4F53-83DC-23BD51906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44366C-D4B4-4E9B-9334-7EDD0A6B8F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C6FFDD-330A-4910-8C7E-DB09C8271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33B488-08F6-4CC2-9CDC-D66211079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383FD6-CF3F-45B7-92CD-38689E0E0C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4E6A6D-3CA5-462C-8C1D-9C1BF9CE2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455727-C6EC-4D52-B64F-AB316669A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E36CB6-324B-4AC8-9A92-6C27105119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44855B-879C-4809-83B3-9639F5D26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337FA5-AE5D-492A-8F81-E22EA0EE69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cffd60cb34008" /><Relationship Type="http://schemas.openxmlformats.org/officeDocument/2006/relationships/slideLayout" Target="/ppt/slideLayouts/slideLayout1.xml" Id="Rfc84a499735a4f02" /><Relationship Type="http://schemas.openxmlformats.org/officeDocument/2006/relationships/slideLayout" Target="/ppt/slideLayouts/slideLayout2.xml" Id="R122afffb1dc24366" /><Relationship Type="http://schemas.openxmlformats.org/officeDocument/2006/relationships/slideLayout" Target="/ppt/slideLayouts/slideLayout3.xml" Id="R36ec3bebc2424735" /><Relationship Type="http://schemas.openxmlformats.org/officeDocument/2006/relationships/slideLayout" Target="/ppt/slideLayouts/slideLayout4.xml" Id="Ra02ebbbf623946c8" /><Relationship Type="http://schemas.openxmlformats.org/officeDocument/2006/relationships/slideLayout" Target="/ppt/slideLayouts/slideLayout5.xml" Id="R667b853e52844b77" /><Relationship Type="http://schemas.openxmlformats.org/officeDocument/2006/relationships/slideLayout" Target="/ppt/slideLayouts/slideLayout6.xml" Id="R47beb57e5f7f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4a499735a4f02"/>
    <p:sldLayoutId xmlns:r="http://schemas.openxmlformats.org/officeDocument/2006/relationships" id="2147483650" r:id="R122afffb1dc24366"/>
    <p:sldLayoutId xmlns:r="http://schemas.openxmlformats.org/officeDocument/2006/relationships" id="2147483651" r:id="R36ec3bebc2424735"/>
    <p:sldLayoutId xmlns:r="http://schemas.openxmlformats.org/officeDocument/2006/relationships" id="2147483652" r:id="Ra02ebbbf623946c8"/>
    <p:sldLayoutId xmlns:r="http://schemas.openxmlformats.org/officeDocument/2006/relationships" id="2147483653" r:id="R667b853e52844b77"/>
    <p:sldLayoutId xmlns:r="http://schemas.openxmlformats.org/officeDocument/2006/relationships" id="2147483654" r:id="R47beb57e5f7f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419f1118d415a" /><Relationship Type="http://schemas.openxmlformats.org/officeDocument/2006/relationships/image" Target="/ppt/media/image.png" Id="Ra0100121ecad4d45" /><Relationship Type="http://schemas.openxmlformats.org/officeDocument/2006/relationships/notesSlide" Target="/ppt/notesSlides/notesSlide1.xml" Id="R5f6924972486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6295e54f140cb" /><Relationship Type="http://schemas.openxmlformats.org/officeDocument/2006/relationships/image" Target="/ppt/media/image2.png" Id="R857997b785664b9b" /><Relationship Type="http://schemas.openxmlformats.org/officeDocument/2006/relationships/notesSlide" Target="/ppt/notesSlides/notesSlide2.xml" Id="Re52a6383fdf44d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b8c3eb0114800" /><Relationship Type="http://schemas.openxmlformats.org/officeDocument/2006/relationships/image" Target="/ppt/media/image3.png" Id="R69af54da0cc64662" /><Relationship Type="http://schemas.openxmlformats.org/officeDocument/2006/relationships/notesSlide" Target="/ppt/notesSlides/notesSlide3.xml" Id="Rd5ba69fe7060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147235a19452d" /><Relationship Type="http://schemas.openxmlformats.org/officeDocument/2006/relationships/image" Target="/ppt/media/image4.png" Id="R4ff5fc02232f4c46" /><Relationship Type="http://schemas.openxmlformats.org/officeDocument/2006/relationships/notesSlide" Target="/ppt/notesSlides/notesSlide4.xml" Id="R70c19b96afd6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1c1b0ce8d46a9" /><Relationship Type="http://schemas.openxmlformats.org/officeDocument/2006/relationships/image" Target="/ppt/media/image5.png" Id="R0c330d3717e34a45" /><Relationship Type="http://schemas.openxmlformats.org/officeDocument/2006/relationships/notesSlide" Target="/ppt/notesSlides/notesSlide5.xml" Id="R3a0ae3423a164a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d793f47a84823" /><Relationship Type="http://schemas.openxmlformats.org/officeDocument/2006/relationships/image" Target="/ppt/media/image6.png" Id="R4f874ef4cc8945b5" /><Relationship Type="http://schemas.openxmlformats.org/officeDocument/2006/relationships/notesSlide" Target="/ppt/notesSlides/notesSlide6.xml" Id="Rcb5ebc1cbe6644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b2c2d81994192" /><Relationship Type="http://schemas.openxmlformats.org/officeDocument/2006/relationships/image" Target="/ppt/media/image7.png" Id="Rf83268acb1a84f3c" /><Relationship Type="http://schemas.openxmlformats.org/officeDocument/2006/relationships/notesSlide" Target="/ppt/notesSlides/notesSlide7.xml" Id="R15f7fd4accb645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B1D2-7BD9-45E3-8C73-13AD30606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00121ecad4d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46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053F-6CB1-42D3-A99C-C78FD7C15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997b785664b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06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AE79B-8BB1-420B-BD06-E2CA82654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f54da0cc6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670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0275F-8185-43DA-AC77-AB46678FB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5fc02232f4c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792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B70C4-E04F-493B-9E16-790C0BB76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30d3717e34a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71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87F14-2001-4546-8DC4-A876A30F0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74ef4cc89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387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590B8-CE4C-435F-9D17-FE9E89779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268acb1a84f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2026-10-27T07:18:15.3350000Z</dcterms:created>
  <dcterms:modified xsi:type="dcterms:W3CDTF">2026-10-27T07:18:15.3350000Z</dcterms:modified>
</coreProperties>
</file>