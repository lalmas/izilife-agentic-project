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f8ab38e9b4e483a" /><Relationship Type="http://schemas.openxmlformats.org/officeDocument/2006/relationships/extended-properties" Target="/docProps/app.xml" Id="Raf874f745dbd465e" /><Relationship Type="http://schemas.openxmlformats.org/officeDocument/2006/relationships/officeDocument" Target="/ppt/presentation.xml" Id="R3f03a250f51d482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63368f947024649"/>
  </p:sldMasterIdLst>
  <p:notesMasterIdLst>
    <p:notesMasterId xmlns:r="http://schemas.openxmlformats.org/officeDocument/2006/relationships" r:id="R89b78b8e3b0444c9"/>
  </p:notesMasterIdLst>
  <p:sldIdLst>
    <p:sldId xmlns:r="http://schemas.openxmlformats.org/officeDocument/2006/relationships" id="256" r:id="R00caa2ec00454078"/>
    <p:sldId xmlns:r="http://schemas.openxmlformats.org/officeDocument/2006/relationships" id="257" r:id="R725e5fb347e0493d"/>
    <p:sldId xmlns:r="http://schemas.openxmlformats.org/officeDocument/2006/relationships" id="258" r:id="R1dfbf61eba734258"/>
    <p:sldId xmlns:r="http://schemas.openxmlformats.org/officeDocument/2006/relationships" id="259" r:id="Rc3dd346b504b4185"/>
    <p:sldId xmlns:r="http://schemas.openxmlformats.org/officeDocument/2006/relationships" id="260" r:id="Rd40037d609d14c6e"/>
    <p:sldId xmlns:r="http://schemas.openxmlformats.org/officeDocument/2006/relationships" id="261" r:id="R225a48fa8f714861"/>
    <p:sldId xmlns:r="http://schemas.openxmlformats.org/officeDocument/2006/relationships" id="262" r:id="R63a2423a8eca40f9"/>
  </p:sldIdLst>
  <p:sldSz cx="10668000" cy="134112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7cdd02d88b447f3" /><Relationship Type="http://schemas.openxmlformats.org/officeDocument/2006/relationships/slideMaster" Target="/ppt/slideMasters/slideMaster1.xml" Id="R963368f947024649" /><Relationship Type="http://schemas.openxmlformats.org/officeDocument/2006/relationships/notesMaster" Target="/ppt/notesMasters/notesMaster1.xml" Id="R89b78b8e3b0444c9" /><Relationship Type="http://schemas.openxmlformats.org/officeDocument/2006/relationships/presProps" Target="/ppt/presProps.xml" Id="Rb80798f2cf6c4dd2" /><Relationship Type="http://schemas.openxmlformats.org/officeDocument/2006/relationships/tableStyles" Target="/ppt/tableStyles.xml" Id="Re25e2d0ff93b411e" /><Relationship Type="http://schemas.openxmlformats.org/officeDocument/2006/relationships/slide" Target="/ppt/slides/slide1.xml" Id="R00caa2ec00454078" /><Relationship Type="http://schemas.openxmlformats.org/officeDocument/2006/relationships/slide" Target="/ppt/slides/slide2.xml" Id="R725e5fb347e0493d" /><Relationship Type="http://schemas.openxmlformats.org/officeDocument/2006/relationships/slide" Target="/ppt/slides/slide3.xml" Id="R1dfbf61eba734258" /><Relationship Type="http://schemas.openxmlformats.org/officeDocument/2006/relationships/slide" Target="/ppt/slides/slide4.xml" Id="Rc3dd346b504b4185" /><Relationship Type="http://schemas.openxmlformats.org/officeDocument/2006/relationships/slide" Target="/ppt/slides/slide5.xml" Id="Rd40037d609d14c6e" /><Relationship Type="http://schemas.openxmlformats.org/officeDocument/2006/relationships/slide" Target="/ppt/slides/slide6.xml" Id="R225a48fa8f714861" /><Relationship Type="http://schemas.openxmlformats.org/officeDocument/2006/relationships/slide" Target="/ppt/slides/slide7.xml" Id="R63a2423a8eca40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2da73687f984bc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446ae6e0eb646c7" /><Relationship Type="http://schemas.openxmlformats.org/officeDocument/2006/relationships/notesMaster" Target="/ppt/notesMasters/notesMaster1.xml" Id="R5a9925d9c226468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fef0b601bbf4b55" /><Relationship Type="http://schemas.openxmlformats.org/officeDocument/2006/relationships/notesMaster" Target="/ppt/notesMasters/notesMaster1.xml" Id="R4dabd7709043495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668916e044341fe" /><Relationship Type="http://schemas.openxmlformats.org/officeDocument/2006/relationships/notesMaster" Target="/ppt/notesMasters/notesMaster1.xml" Id="Rbfe6b6c55daf4e5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a9ee16c08e34713" /><Relationship Type="http://schemas.openxmlformats.org/officeDocument/2006/relationships/notesMaster" Target="/ppt/notesMasters/notesMaster1.xml" Id="Re0bf5ac3fc6c455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0f06b79d89149ae" /><Relationship Type="http://schemas.openxmlformats.org/officeDocument/2006/relationships/notesMaster" Target="/ppt/notesMasters/notesMaster1.xml" Id="R58974bff4430405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d6a7b417a624922" /><Relationship Type="http://schemas.openxmlformats.org/officeDocument/2006/relationships/notesMaster" Target="/ppt/notesMasters/notesMaster1.xml" Id="R5df8e9b6d9fb4f1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46c7446f16d46b1" /><Relationship Type="http://schemas.openxmlformats.org/officeDocument/2006/relationships/notesMaster" Target="/ppt/notesMasters/notesMaster1.xml" Id="Rd0abfcf5c1854c3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1d321103c6498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66ef1064e245e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87e8ed4792474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93e9646c6d4d9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6b2d1eb54749d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c87f00e0144c1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E09B6A0-C7DC-4DE1-8FEB-70D7D9C23B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66800" y="5066453"/>
            <a:ext cx="8534400" cy="1937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7CC9CCD-6F6D-4C47-B571-A3131F28FDD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600200" y="7376160"/>
            <a:ext cx="7467600" cy="1490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9CE988A-8F1D-421E-8D3D-78BF722500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66800" y="5588000"/>
            <a:ext cx="8534400" cy="223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66173BF-123E-450D-B6BD-63B5D49CC4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0075" y="1043093"/>
            <a:ext cx="9467850" cy="16391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F1FDFD7-0F69-4CBC-A84A-C0136B87109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0075" y="3725333"/>
            <a:ext cx="9467850" cy="83447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0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667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334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001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668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335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002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669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336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EF47BD2-E5FB-412A-8177-1017D88DA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0075" y="1043093"/>
            <a:ext cx="9467850" cy="16391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0595298-AEC6-4C2D-832B-E234ABA1648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0075" y="3725333"/>
            <a:ext cx="4400550" cy="83447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0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667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334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001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668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335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002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669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336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81AB03D-85F7-4315-BB11-A99953C792C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667375" y="3725333"/>
            <a:ext cx="4400550" cy="83447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0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667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334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001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668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335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002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669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336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10E4049-C0F0-4CD2-AB44-91589142F3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0075" y="1043093"/>
            <a:ext cx="9467850" cy="16391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64EE7A7-7141-4EC1-8F27-BC6C1B0A11C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0075" y="3725333"/>
            <a:ext cx="4400550" cy="83447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0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667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334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001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668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335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002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669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336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51ff80173664ff7" /><Relationship Type="http://schemas.openxmlformats.org/officeDocument/2006/relationships/slideLayout" Target="/ppt/slideLayouts/slideLayout1.xml" Id="Re52b87427abb4565" /><Relationship Type="http://schemas.openxmlformats.org/officeDocument/2006/relationships/slideLayout" Target="/ppt/slideLayouts/slideLayout2.xml" Id="R2fb88379d8cc4dd1" /><Relationship Type="http://schemas.openxmlformats.org/officeDocument/2006/relationships/slideLayout" Target="/ppt/slideLayouts/slideLayout3.xml" Id="R1c58c8e4dec94272" /><Relationship Type="http://schemas.openxmlformats.org/officeDocument/2006/relationships/slideLayout" Target="/ppt/slideLayouts/slideLayout4.xml" Id="R03554c6c68394e7d" /><Relationship Type="http://schemas.openxmlformats.org/officeDocument/2006/relationships/slideLayout" Target="/ppt/slideLayouts/slideLayout5.xml" Id="R02bfb9434aa04531" /><Relationship Type="http://schemas.openxmlformats.org/officeDocument/2006/relationships/slideLayout" Target="/ppt/slideLayouts/slideLayout6.xml" Id="Rd3f028297c5347f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2b87427abb4565"/>
    <p:sldLayoutId xmlns:r="http://schemas.openxmlformats.org/officeDocument/2006/relationships" id="2147483650" r:id="R2fb88379d8cc4dd1"/>
    <p:sldLayoutId xmlns:r="http://schemas.openxmlformats.org/officeDocument/2006/relationships" id="2147483651" r:id="R1c58c8e4dec94272"/>
    <p:sldLayoutId xmlns:r="http://schemas.openxmlformats.org/officeDocument/2006/relationships" id="2147483652" r:id="R03554c6c68394e7d"/>
    <p:sldLayoutId xmlns:r="http://schemas.openxmlformats.org/officeDocument/2006/relationships" id="2147483653" r:id="R02bfb9434aa04531"/>
    <p:sldLayoutId xmlns:r="http://schemas.openxmlformats.org/officeDocument/2006/relationships" id="2147483654" r:id="Rd3f028297c5347f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218f5c7d5244ac" /><Relationship Type="http://schemas.openxmlformats.org/officeDocument/2006/relationships/image" Target="/ppt/media/image.png" Id="R5f19b44a2a1b422f" /><Relationship Type="http://schemas.openxmlformats.org/officeDocument/2006/relationships/notesSlide" Target="/ppt/notesSlides/notesSlide1.xml" Id="R690edf97ce7843c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57c2c9c5b6491b" /><Relationship Type="http://schemas.openxmlformats.org/officeDocument/2006/relationships/image" Target="/ppt/media/image2.png" Id="Rc6ec4f49f4734e2e" /><Relationship Type="http://schemas.openxmlformats.org/officeDocument/2006/relationships/notesSlide" Target="/ppt/notesSlides/notesSlide2.xml" Id="Re0c6e3a1eccf4f9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c3ad9762d148f4" /><Relationship Type="http://schemas.openxmlformats.org/officeDocument/2006/relationships/image" Target="/ppt/media/image3.png" Id="Re4464b7aa6f04f09" /><Relationship Type="http://schemas.openxmlformats.org/officeDocument/2006/relationships/notesSlide" Target="/ppt/notesSlides/notesSlide3.xml" Id="Rccf04e0caa00404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60308aa04b432e" /><Relationship Type="http://schemas.openxmlformats.org/officeDocument/2006/relationships/image" Target="/ppt/media/image4.png" Id="R58c78359c88542d1" /><Relationship Type="http://schemas.openxmlformats.org/officeDocument/2006/relationships/notesSlide" Target="/ppt/notesSlides/notesSlide4.xml" Id="R09b8df337ae645f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74149145e44f06" /><Relationship Type="http://schemas.openxmlformats.org/officeDocument/2006/relationships/image" Target="/ppt/media/image5.png" Id="R07ff6034b9ba405f" /><Relationship Type="http://schemas.openxmlformats.org/officeDocument/2006/relationships/notesSlide" Target="/ppt/notesSlides/notesSlide5.xml" Id="R3e40feb42b454cf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04ab6a64b04a92" /><Relationship Type="http://schemas.openxmlformats.org/officeDocument/2006/relationships/image" Target="/ppt/media/image6.png" Id="R4b983451a0ed4b0a" /><Relationship Type="http://schemas.openxmlformats.org/officeDocument/2006/relationships/notesSlide" Target="/ppt/notesSlides/notesSlide6.xml" Id="R2d64e9c2586f435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9cd71b34eb4eb1" /><Relationship Type="http://schemas.openxmlformats.org/officeDocument/2006/relationships/image" Target="/ppt/media/image7.png" Id="R38da6b6c51db493d" /><Relationship Type="http://schemas.openxmlformats.org/officeDocument/2006/relationships/notesSlide" Target="/ppt/notesSlides/notesSlide7.xml" Id="R5794a291c0464ba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0B52E8-7EC9-4E41-AECE-3837A83777A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19b44a2a1b422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668000" cy="13411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39545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D4E9D5-C5CB-414D-A5B1-A0BF12B317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ec4f49f4734e2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668000" cy="13411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13704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1B21FB-EB27-4DF0-9544-8B41187D2A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464b7aa6f04f0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668000" cy="13411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0038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D0EBD6-44C4-4572-B353-8733FA641F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c78359c88542d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668000" cy="13411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55935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107371-99D1-4D0D-B045-2AEE4DC01F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ff6034b9ba405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668000" cy="13411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35138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C1B61F-252B-47C0-921C-367F410E71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983451a0ed4b0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668000" cy="13411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96578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4F38CC-6F08-4417-9B4D-780DC3C0C4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da6b6c51db493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668000" cy="13411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0592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2026-10-26T20:38:33.2780000Z</dcterms:created>
  <dcterms:modified xsi:type="dcterms:W3CDTF">2026-10-26T20:38:33.2780000Z</dcterms:modified>
</coreProperties>
</file>