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ab643f09874326" /><Relationship Type="http://schemas.openxmlformats.org/officeDocument/2006/relationships/extended-properties" Target="/docProps/app.xml" Id="R67e1c8f1db0d409c" /><Relationship Type="http://schemas.openxmlformats.org/officeDocument/2006/relationships/officeDocument" Target="/ppt/presentation.xml" Id="R7484deb6222a49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d74f2e8ea243fe"/>
  </p:sldMasterIdLst>
  <p:notesMasterIdLst>
    <p:notesMasterId xmlns:r="http://schemas.openxmlformats.org/officeDocument/2006/relationships" r:id="R468bc07466a34c23"/>
  </p:notesMasterIdLst>
  <p:sldIdLst>
    <p:sldId xmlns:r="http://schemas.openxmlformats.org/officeDocument/2006/relationships" id="256" r:id="R63a85c834e7a40e2"/>
    <p:sldId xmlns:r="http://schemas.openxmlformats.org/officeDocument/2006/relationships" id="257" r:id="Rb7556e1c295045d4"/>
    <p:sldId xmlns:r="http://schemas.openxmlformats.org/officeDocument/2006/relationships" id="258" r:id="Rc111d4193a784843"/>
    <p:sldId xmlns:r="http://schemas.openxmlformats.org/officeDocument/2006/relationships" id="259" r:id="R65df681d3bb546c6"/>
    <p:sldId xmlns:r="http://schemas.openxmlformats.org/officeDocument/2006/relationships" id="260" r:id="R34ca9ca34c1e4b16"/>
    <p:sldId xmlns:r="http://schemas.openxmlformats.org/officeDocument/2006/relationships" id="261" r:id="R9b267eb98f9d4349"/>
    <p:sldId xmlns:r="http://schemas.openxmlformats.org/officeDocument/2006/relationships" id="262" r:id="Re498ba1cd4734972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bf9a4992da4ba7" /><Relationship Type="http://schemas.openxmlformats.org/officeDocument/2006/relationships/slideMaster" Target="/ppt/slideMasters/slideMaster1.xml" Id="R62d74f2e8ea243fe" /><Relationship Type="http://schemas.openxmlformats.org/officeDocument/2006/relationships/notesMaster" Target="/ppt/notesMasters/notesMaster1.xml" Id="R468bc07466a34c23" /><Relationship Type="http://schemas.openxmlformats.org/officeDocument/2006/relationships/presProps" Target="/ppt/presProps.xml" Id="Rf6f428373b734f77" /><Relationship Type="http://schemas.openxmlformats.org/officeDocument/2006/relationships/tableStyles" Target="/ppt/tableStyles.xml" Id="Rce62a2f88c924ab6" /><Relationship Type="http://schemas.openxmlformats.org/officeDocument/2006/relationships/slide" Target="/ppt/slides/slide1.xml" Id="R63a85c834e7a40e2" /><Relationship Type="http://schemas.openxmlformats.org/officeDocument/2006/relationships/slide" Target="/ppt/slides/slide2.xml" Id="Rb7556e1c295045d4" /><Relationship Type="http://schemas.openxmlformats.org/officeDocument/2006/relationships/slide" Target="/ppt/slides/slide3.xml" Id="Rc111d4193a784843" /><Relationship Type="http://schemas.openxmlformats.org/officeDocument/2006/relationships/slide" Target="/ppt/slides/slide4.xml" Id="R65df681d3bb546c6" /><Relationship Type="http://schemas.openxmlformats.org/officeDocument/2006/relationships/slide" Target="/ppt/slides/slide5.xml" Id="R34ca9ca34c1e4b16" /><Relationship Type="http://schemas.openxmlformats.org/officeDocument/2006/relationships/slide" Target="/ppt/slides/slide6.xml" Id="R9b267eb98f9d4349" /><Relationship Type="http://schemas.openxmlformats.org/officeDocument/2006/relationships/slide" Target="/ppt/slides/slide7.xml" Id="Re498ba1cd473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3562249bcb4b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7b3f53a31c4b5a" /><Relationship Type="http://schemas.openxmlformats.org/officeDocument/2006/relationships/notesMaster" Target="/ppt/notesMasters/notesMaster1.xml" Id="Rb0aa6411f21144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58069c7ec5460f" /><Relationship Type="http://schemas.openxmlformats.org/officeDocument/2006/relationships/notesMaster" Target="/ppt/notesMasters/notesMaster1.xml" Id="Rd65549a2cffc47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f84d5db5aa46fa" /><Relationship Type="http://schemas.openxmlformats.org/officeDocument/2006/relationships/notesMaster" Target="/ppt/notesMasters/notesMaster1.xml" Id="R905f4674fd604d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34ace4242a4050" /><Relationship Type="http://schemas.openxmlformats.org/officeDocument/2006/relationships/notesMaster" Target="/ppt/notesMasters/notesMaster1.xml" Id="Ref2bdc6ea4724b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926e33586c4e71" /><Relationship Type="http://schemas.openxmlformats.org/officeDocument/2006/relationships/notesMaster" Target="/ppt/notesMasters/notesMaster1.xml" Id="Rec603d5dec7f4c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2cfabc28a44f64" /><Relationship Type="http://schemas.openxmlformats.org/officeDocument/2006/relationships/notesMaster" Target="/ppt/notesMasters/notesMaster1.xml" Id="R843537cc600c48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302273962e4e65" /><Relationship Type="http://schemas.openxmlformats.org/officeDocument/2006/relationships/notesMaster" Target="/ppt/notesMasters/notesMaster1.xml" Id="Ra7aa9b18f62642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ffcedf6f946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863fbcb3943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c7d73e4134e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3c1f0f4bb42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556ffacbd44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453fc38fc4e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718417-6D80-4CCF-931F-4F323EAE9C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A1D56F-A41D-4212-910A-9F9384380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5293A8-A55A-4FFD-A1F9-2824D119ED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A5684D-207D-47C0-B693-C8C607CE7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791058-A9A4-46A7-B162-A050925955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6AA17D-5F08-4508-8C60-3FA11EEDB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253045-63ED-4397-BA44-CC780511C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CB318D-0DDF-4596-870B-03B3925D72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9C824E-FD30-4CD7-8B69-B452D0CD1A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FEA2F0-F8CE-4168-A209-31EC75422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43d68a16204b78" /><Relationship Type="http://schemas.openxmlformats.org/officeDocument/2006/relationships/slideLayout" Target="/ppt/slideLayouts/slideLayout1.xml" Id="R05483744af1a40f2" /><Relationship Type="http://schemas.openxmlformats.org/officeDocument/2006/relationships/slideLayout" Target="/ppt/slideLayouts/slideLayout2.xml" Id="R01dbcc3405cb43f9" /><Relationship Type="http://schemas.openxmlformats.org/officeDocument/2006/relationships/slideLayout" Target="/ppt/slideLayouts/slideLayout3.xml" Id="Rd9a710718e25411f" /><Relationship Type="http://schemas.openxmlformats.org/officeDocument/2006/relationships/slideLayout" Target="/ppt/slideLayouts/slideLayout4.xml" Id="R3f1986be073f492e" /><Relationship Type="http://schemas.openxmlformats.org/officeDocument/2006/relationships/slideLayout" Target="/ppt/slideLayouts/slideLayout5.xml" Id="Rf4c20bc747ad4d29" /><Relationship Type="http://schemas.openxmlformats.org/officeDocument/2006/relationships/slideLayout" Target="/ppt/slideLayouts/slideLayout6.xml" Id="R75e5b0061a934e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483744af1a40f2"/>
    <p:sldLayoutId xmlns:r="http://schemas.openxmlformats.org/officeDocument/2006/relationships" id="2147483650" r:id="R01dbcc3405cb43f9"/>
    <p:sldLayoutId xmlns:r="http://schemas.openxmlformats.org/officeDocument/2006/relationships" id="2147483651" r:id="Rd9a710718e25411f"/>
    <p:sldLayoutId xmlns:r="http://schemas.openxmlformats.org/officeDocument/2006/relationships" id="2147483652" r:id="R3f1986be073f492e"/>
    <p:sldLayoutId xmlns:r="http://schemas.openxmlformats.org/officeDocument/2006/relationships" id="2147483653" r:id="Rf4c20bc747ad4d29"/>
    <p:sldLayoutId xmlns:r="http://schemas.openxmlformats.org/officeDocument/2006/relationships" id="2147483654" r:id="R75e5b0061a934e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62779ab134bb6" /><Relationship Type="http://schemas.openxmlformats.org/officeDocument/2006/relationships/image" Target="/ppt/media/image.png" Id="Rfcbf74b77f174ee8" /><Relationship Type="http://schemas.openxmlformats.org/officeDocument/2006/relationships/notesSlide" Target="/ppt/notesSlides/notesSlide1.xml" Id="R0059bca61a6f4f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4a0d246d384855" /><Relationship Type="http://schemas.openxmlformats.org/officeDocument/2006/relationships/image" Target="/ppt/media/image2.png" Id="Rc735496c85ee4aa4" /><Relationship Type="http://schemas.openxmlformats.org/officeDocument/2006/relationships/notesSlide" Target="/ppt/notesSlides/notesSlide2.xml" Id="R76aee9ea9bdd45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f94bb542e4f7e" /><Relationship Type="http://schemas.openxmlformats.org/officeDocument/2006/relationships/image" Target="/ppt/media/image3.png" Id="Rb197515a117b4d82" /><Relationship Type="http://schemas.openxmlformats.org/officeDocument/2006/relationships/notesSlide" Target="/ppt/notesSlides/notesSlide3.xml" Id="Rea8b3f143be443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e43e3c4ad4ed5" /><Relationship Type="http://schemas.openxmlformats.org/officeDocument/2006/relationships/image" Target="/ppt/media/image4.png" Id="R35b70858ceee4838" /><Relationship Type="http://schemas.openxmlformats.org/officeDocument/2006/relationships/notesSlide" Target="/ppt/notesSlides/notesSlide4.xml" Id="Rc5272c21315047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c626c1b25405e" /><Relationship Type="http://schemas.openxmlformats.org/officeDocument/2006/relationships/image" Target="/ppt/media/image5.png" Id="Rc4654def1f4a43f9" /><Relationship Type="http://schemas.openxmlformats.org/officeDocument/2006/relationships/notesSlide" Target="/ppt/notesSlides/notesSlide5.xml" Id="Rfe5db4f210c649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9339f9f3e462b" /><Relationship Type="http://schemas.openxmlformats.org/officeDocument/2006/relationships/image" Target="/ppt/media/image6.png" Id="Rfd2b2ccfadc64c41" /><Relationship Type="http://schemas.openxmlformats.org/officeDocument/2006/relationships/notesSlide" Target="/ppt/notesSlides/notesSlide6.xml" Id="R1e6fa40d44494f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bb6f3d9d24ed9" /><Relationship Type="http://schemas.openxmlformats.org/officeDocument/2006/relationships/image" Target="/ppt/media/image7.png" Id="R69facc0133cd4fd8" /><Relationship Type="http://schemas.openxmlformats.org/officeDocument/2006/relationships/notesSlide" Target="/ppt/notesSlides/notesSlide7.xml" Id="R11154e46a4974a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A7832-94AB-4DDB-8C93-9D72D663D6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f74b77f174ee8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3198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D3D6A-C315-43F7-98C4-1E1F92C629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5496c85ee4aa4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307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0F830-D189-432E-A4D9-1682E39410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7515a117b4d82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939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60EDE-2A29-4B2A-8F4F-53B440EC7F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70858ceee4838"/>
          <a:srcRect xmlns:a="http://schemas.openxmlformats.org/drawingml/2006/main" l="62" t="0" r="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48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4C86E-14CA-4856-BEF9-71F7D2B1D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54def1f4a43f9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1385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FFD17-C40B-46FC-9A2E-FAAC096EF4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b2ccfadc64c41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165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123B0-E624-4655-9ED9-617FD52ACD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acc0133cd4fd8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202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2026-10-27T08:04:11.5920000Z</dcterms:created>
  <dcterms:modified xsi:type="dcterms:W3CDTF">2026-10-27T08:04:11.5920000Z</dcterms:modified>
</coreProperties>
</file>