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bbbcbb07c140bd" /><Relationship Type="http://schemas.openxmlformats.org/officeDocument/2006/relationships/extended-properties" Target="/docProps/app.xml" Id="R738561b6b1d34a4f" /><Relationship Type="http://schemas.openxmlformats.org/officeDocument/2006/relationships/officeDocument" Target="/ppt/presentation.xml" Id="R3a45d441ef4c4f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90ed36ab214902"/>
  </p:sldMasterIdLst>
  <p:notesMasterIdLst>
    <p:notesMasterId xmlns:r="http://schemas.openxmlformats.org/officeDocument/2006/relationships" r:id="Rffb30471ec76457a"/>
  </p:notesMasterIdLst>
  <p:sldIdLst>
    <p:sldId xmlns:r="http://schemas.openxmlformats.org/officeDocument/2006/relationships" id="256" r:id="Rd5d1858189f642d7"/>
    <p:sldId xmlns:r="http://schemas.openxmlformats.org/officeDocument/2006/relationships" id="257" r:id="Rc84c54b7b9e44677"/>
    <p:sldId xmlns:r="http://schemas.openxmlformats.org/officeDocument/2006/relationships" id="258" r:id="R16f8368cc1144b73"/>
    <p:sldId xmlns:r="http://schemas.openxmlformats.org/officeDocument/2006/relationships" id="259" r:id="R55360ef841bf4997"/>
    <p:sldId xmlns:r="http://schemas.openxmlformats.org/officeDocument/2006/relationships" id="260" r:id="Rb44f061ecdea4614"/>
    <p:sldId xmlns:r="http://schemas.openxmlformats.org/officeDocument/2006/relationships" id="261" r:id="R948a82b413b74392"/>
    <p:sldId xmlns:r="http://schemas.openxmlformats.org/officeDocument/2006/relationships" id="262" r:id="Rd9af619a08784075"/>
  </p:sldIdLst>
  <p:sldSz cx="10668000" cy="13411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9d19a020eb4ed5" /><Relationship Type="http://schemas.openxmlformats.org/officeDocument/2006/relationships/slideMaster" Target="/ppt/slideMasters/slideMaster1.xml" Id="R4d90ed36ab214902" /><Relationship Type="http://schemas.openxmlformats.org/officeDocument/2006/relationships/notesMaster" Target="/ppt/notesMasters/notesMaster1.xml" Id="Rffb30471ec76457a" /><Relationship Type="http://schemas.openxmlformats.org/officeDocument/2006/relationships/presProps" Target="/ppt/presProps.xml" Id="R7c2e45b00cd9438f" /><Relationship Type="http://schemas.openxmlformats.org/officeDocument/2006/relationships/tableStyles" Target="/ppt/tableStyles.xml" Id="R49701fe4f60e479b" /><Relationship Type="http://schemas.openxmlformats.org/officeDocument/2006/relationships/slide" Target="/ppt/slides/slide1.xml" Id="Rd5d1858189f642d7" /><Relationship Type="http://schemas.openxmlformats.org/officeDocument/2006/relationships/slide" Target="/ppt/slides/slide2.xml" Id="Rc84c54b7b9e44677" /><Relationship Type="http://schemas.openxmlformats.org/officeDocument/2006/relationships/slide" Target="/ppt/slides/slide3.xml" Id="R16f8368cc1144b73" /><Relationship Type="http://schemas.openxmlformats.org/officeDocument/2006/relationships/slide" Target="/ppt/slides/slide4.xml" Id="R55360ef841bf4997" /><Relationship Type="http://schemas.openxmlformats.org/officeDocument/2006/relationships/slide" Target="/ppt/slides/slide5.xml" Id="Rb44f061ecdea4614" /><Relationship Type="http://schemas.openxmlformats.org/officeDocument/2006/relationships/slide" Target="/ppt/slides/slide6.xml" Id="R948a82b413b74392" /><Relationship Type="http://schemas.openxmlformats.org/officeDocument/2006/relationships/slide" Target="/ppt/slides/slide7.xml" Id="Rd9af619a087840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39e18cb4c44f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b83f05544a4363" /><Relationship Type="http://schemas.openxmlformats.org/officeDocument/2006/relationships/notesMaster" Target="/ppt/notesMasters/notesMaster1.xml" Id="R4d1f49c91cc843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f999dfe4724a5a" /><Relationship Type="http://schemas.openxmlformats.org/officeDocument/2006/relationships/notesMaster" Target="/ppt/notesMasters/notesMaster1.xml" Id="R51c2eb9aa4524b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785e3cec87417b" /><Relationship Type="http://schemas.openxmlformats.org/officeDocument/2006/relationships/notesMaster" Target="/ppt/notesMasters/notesMaster1.xml" Id="R58858e6352f840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5ec7bf0e6f4b89" /><Relationship Type="http://schemas.openxmlformats.org/officeDocument/2006/relationships/notesMaster" Target="/ppt/notesMasters/notesMaster1.xml" Id="Reac22db440774f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3c4ac5427d4ca9" /><Relationship Type="http://schemas.openxmlformats.org/officeDocument/2006/relationships/notesMaster" Target="/ppt/notesMasters/notesMaster1.xml" Id="Ra54f365e977f46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54a86efecd46a2" /><Relationship Type="http://schemas.openxmlformats.org/officeDocument/2006/relationships/notesMaster" Target="/ppt/notesMasters/notesMaster1.xml" Id="R7d7f89f938fa41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4dc0329e4447e3" /><Relationship Type="http://schemas.openxmlformats.org/officeDocument/2006/relationships/notesMaster" Target="/ppt/notesMasters/notesMaster1.xml" Id="R7f150fced7eb45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a5a7139bba4bd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0edffb3a8d44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52a9481c234c0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fc60cbf7c40e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e39ab737343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4e233378cc41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34287B-B61E-442E-9BC8-E0CC870D51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066453"/>
            <a:ext cx="8534400" cy="1937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BEE01EB-1B81-4722-A6D2-BC977EBDC6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0200" y="7376160"/>
            <a:ext cx="7467600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ED70D73-430D-4808-822A-5273D6EEC4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588000"/>
            <a:ext cx="8534400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786C20-18E9-4AF3-904B-5712475F13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8D39950-D69A-481E-8E10-D942AA4CBD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94678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45DF73D-7B1F-46FA-97CD-8C4E946C39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979813-38A1-40A3-A35B-4C01D7CD47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DFDAE29-C176-4C4E-BA8F-6C724D67C1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673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B409DC-763F-4DBB-8BE7-5D86A1B725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FA4385-F2D8-4852-B7D4-E6968BFE0D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0b6e7fca964481" /><Relationship Type="http://schemas.openxmlformats.org/officeDocument/2006/relationships/slideLayout" Target="/ppt/slideLayouts/slideLayout1.xml" Id="R8b810957d13849f8" /><Relationship Type="http://schemas.openxmlformats.org/officeDocument/2006/relationships/slideLayout" Target="/ppt/slideLayouts/slideLayout2.xml" Id="R390b8a185bd64169" /><Relationship Type="http://schemas.openxmlformats.org/officeDocument/2006/relationships/slideLayout" Target="/ppt/slideLayouts/slideLayout3.xml" Id="Ra5d8db872220413c" /><Relationship Type="http://schemas.openxmlformats.org/officeDocument/2006/relationships/slideLayout" Target="/ppt/slideLayouts/slideLayout4.xml" Id="R026df7b8735b4746" /><Relationship Type="http://schemas.openxmlformats.org/officeDocument/2006/relationships/slideLayout" Target="/ppt/slideLayouts/slideLayout5.xml" Id="R1c5630ed43d840dd" /><Relationship Type="http://schemas.openxmlformats.org/officeDocument/2006/relationships/slideLayout" Target="/ppt/slideLayouts/slideLayout6.xml" Id="R7dff50e5b4f74a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810957d13849f8"/>
    <p:sldLayoutId xmlns:r="http://schemas.openxmlformats.org/officeDocument/2006/relationships" id="2147483650" r:id="R390b8a185bd64169"/>
    <p:sldLayoutId xmlns:r="http://schemas.openxmlformats.org/officeDocument/2006/relationships" id="2147483651" r:id="Ra5d8db872220413c"/>
    <p:sldLayoutId xmlns:r="http://schemas.openxmlformats.org/officeDocument/2006/relationships" id="2147483652" r:id="R026df7b8735b4746"/>
    <p:sldLayoutId xmlns:r="http://schemas.openxmlformats.org/officeDocument/2006/relationships" id="2147483653" r:id="R1c5630ed43d840dd"/>
    <p:sldLayoutId xmlns:r="http://schemas.openxmlformats.org/officeDocument/2006/relationships" id="2147483654" r:id="R7dff50e5b4f74a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6025aabb4c48bf" /><Relationship Type="http://schemas.openxmlformats.org/officeDocument/2006/relationships/image" Target="/ppt/media/image.png" Id="Re37acc94ef914783" /><Relationship Type="http://schemas.openxmlformats.org/officeDocument/2006/relationships/notesSlide" Target="/ppt/notesSlides/notesSlide1.xml" Id="Rf04f7b99a14340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1b7508589543e5" /><Relationship Type="http://schemas.openxmlformats.org/officeDocument/2006/relationships/image" Target="/ppt/media/image2.png" Id="R004c4bf1a4f14073" /><Relationship Type="http://schemas.openxmlformats.org/officeDocument/2006/relationships/notesSlide" Target="/ppt/notesSlides/notesSlide2.xml" Id="R83a1e99ddc7c46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7695c58b514761" /><Relationship Type="http://schemas.openxmlformats.org/officeDocument/2006/relationships/image" Target="/ppt/media/image3.png" Id="Rcd8cbcfdc48f4c96" /><Relationship Type="http://schemas.openxmlformats.org/officeDocument/2006/relationships/notesSlide" Target="/ppt/notesSlides/notesSlide3.xml" Id="R995dde1f35bb4e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3d605497a0420b" /><Relationship Type="http://schemas.openxmlformats.org/officeDocument/2006/relationships/image" Target="/ppt/media/image4.png" Id="R21471482048541c1" /><Relationship Type="http://schemas.openxmlformats.org/officeDocument/2006/relationships/notesSlide" Target="/ppt/notesSlides/notesSlide4.xml" Id="R941929b3009947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e36c2d31fc4230" /><Relationship Type="http://schemas.openxmlformats.org/officeDocument/2006/relationships/image" Target="/ppt/media/image5.png" Id="R10bdbcdbcd8c44df" /><Relationship Type="http://schemas.openxmlformats.org/officeDocument/2006/relationships/notesSlide" Target="/ppt/notesSlides/notesSlide5.xml" Id="R1b4febcab64741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9b908e68154a91" /><Relationship Type="http://schemas.openxmlformats.org/officeDocument/2006/relationships/image" Target="/ppt/media/image6.png" Id="R617f757dbd714c02" /><Relationship Type="http://schemas.openxmlformats.org/officeDocument/2006/relationships/notesSlide" Target="/ppt/notesSlides/notesSlide6.xml" Id="R56ca85d581c14a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2f9fe05562469e" /><Relationship Type="http://schemas.openxmlformats.org/officeDocument/2006/relationships/image" Target="/ppt/media/image7.png" Id="R7c8800556d784904" /><Relationship Type="http://schemas.openxmlformats.org/officeDocument/2006/relationships/notesSlide" Target="/ppt/notesSlides/notesSlide7.xml" Id="R728a983081a149b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903BF-966D-4C4E-A126-5C305866F9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acc94ef91478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5146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25424-1553-4E68-BDCE-76E4EC1800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c4bf1a4f1407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5670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FC165-B410-4FBE-AAA4-7C5F6D7BA2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cbcfdc48f4c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8747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03F9E-8130-455B-87A7-8BEFA974EB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71482048541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952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0AF98-CD7F-47E7-B66A-F90A8E1EE0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dbcdbcd8c44d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9991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48E2D-D85B-4BE9-9AB0-D80CBFEAE6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f757dbd714c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855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F92CF-7AD2-4BE1-90FB-2041BD6436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8800556d7849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69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2026-10-27T07:51:09.2620000Z</dcterms:created>
  <dcterms:modified xsi:type="dcterms:W3CDTF">2026-10-27T07:51:09.2620000Z</dcterms:modified>
</coreProperties>
</file>