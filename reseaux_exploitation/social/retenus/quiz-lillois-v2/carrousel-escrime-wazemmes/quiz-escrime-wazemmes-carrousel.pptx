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b8e82f296d415a" /><Relationship Type="http://schemas.openxmlformats.org/officeDocument/2006/relationships/extended-properties" Target="/docProps/app.xml" Id="R02cbc688ba5f47f4" /><Relationship Type="http://schemas.openxmlformats.org/officeDocument/2006/relationships/officeDocument" Target="/ppt/presentation.xml" Id="Rc80d8e38e56045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589114d2b4795"/>
  </p:sldMasterIdLst>
  <p:notesMasterIdLst>
    <p:notesMasterId xmlns:r="http://schemas.openxmlformats.org/officeDocument/2006/relationships" r:id="Red32f7c346ac4576"/>
  </p:notesMasterIdLst>
  <p:sldIdLst>
    <p:sldId xmlns:r="http://schemas.openxmlformats.org/officeDocument/2006/relationships" id="256" r:id="R721a7eaa91a44a9e"/>
    <p:sldId xmlns:r="http://schemas.openxmlformats.org/officeDocument/2006/relationships" id="257" r:id="R9b92b6bf104c431d"/>
    <p:sldId xmlns:r="http://schemas.openxmlformats.org/officeDocument/2006/relationships" id="258" r:id="R999cd88f30864ce7"/>
    <p:sldId xmlns:r="http://schemas.openxmlformats.org/officeDocument/2006/relationships" id="259" r:id="Raf3c1f9a17334a29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e4a212000942ad" /><Relationship Type="http://schemas.openxmlformats.org/officeDocument/2006/relationships/slideMaster" Target="/ppt/slideMasters/slideMaster1.xml" Id="Rb33589114d2b4795" /><Relationship Type="http://schemas.openxmlformats.org/officeDocument/2006/relationships/notesMaster" Target="/ppt/notesMasters/notesMaster1.xml" Id="Red32f7c346ac4576" /><Relationship Type="http://schemas.openxmlformats.org/officeDocument/2006/relationships/presProps" Target="/ppt/presProps.xml" Id="Rcca0f227739b4158" /><Relationship Type="http://schemas.openxmlformats.org/officeDocument/2006/relationships/tableStyles" Target="/ppt/tableStyles.xml" Id="Reb4b729eba974517" /><Relationship Type="http://schemas.openxmlformats.org/officeDocument/2006/relationships/slide" Target="/ppt/slides/slide1.xml" Id="R721a7eaa91a44a9e" /><Relationship Type="http://schemas.openxmlformats.org/officeDocument/2006/relationships/slide" Target="/ppt/slides/slide2.xml" Id="R9b92b6bf104c431d" /><Relationship Type="http://schemas.openxmlformats.org/officeDocument/2006/relationships/slide" Target="/ppt/slides/slide3.xml" Id="R999cd88f30864ce7" /><Relationship Type="http://schemas.openxmlformats.org/officeDocument/2006/relationships/slide" Target="/ppt/slides/slide4.xml" Id="Raf3c1f9a17334a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898fb240d443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b54b4c2e904791" /><Relationship Type="http://schemas.openxmlformats.org/officeDocument/2006/relationships/notesMaster" Target="/ppt/notesMasters/notesMaster1.xml" Id="Rc1118ae3aa024f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f2b6fa08948b9" /><Relationship Type="http://schemas.openxmlformats.org/officeDocument/2006/relationships/notesMaster" Target="/ppt/notesMasters/notesMaster1.xml" Id="Rbd877be4c32146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bd09fddafc438e" /><Relationship Type="http://schemas.openxmlformats.org/officeDocument/2006/relationships/notesMaster" Target="/ppt/notesMasters/notesMaster1.xml" Id="Rae1e8a0ee2ec40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b5c9b137c84bda" /><Relationship Type="http://schemas.openxmlformats.org/officeDocument/2006/relationships/notesMaster" Target="/ppt/notesMasters/notesMaster1.xml" Id="R261553d7b83a4e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dae1a1dcf41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2b362bf8747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1e10e4ece4c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a6b72dd764c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ec302925045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0f4e339c147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A1ACCD-40B2-4E5C-AB62-A7BFE583A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9BCF28-3B7A-48BB-8C6A-D00ECB492F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371985-A2A9-480D-BB86-BC4FBCEEF9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3F0624-8810-4BF1-ADE0-3A791C080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8D3A21-FB95-4E25-99A7-1448688EB8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E58F31-6323-468F-A6CA-A207E1AC7F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4F9CD5-A013-447A-9138-14A41EE386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66CA3E-69B6-4A65-BB9D-55EC92125A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3642C2-A8F8-4E32-94C0-B341EC849E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5FC849-E16B-4F83-BBCC-4AA988AE1F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c4e0a7cee74bd8" /><Relationship Type="http://schemas.openxmlformats.org/officeDocument/2006/relationships/slideLayout" Target="/ppt/slideLayouts/slideLayout1.xml" Id="Rfd3afbeefec14701" /><Relationship Type="http://schemas.openxmlformats.org/officeDocument/2006/relationships/slideLayout" Target="/ppt/slideLayouts/slideLayout2.xml" Id="R85a087a6647541cb" /><Relationship Type="http://schemas.openxmlformats.org/officeDocument/2006/relationships/slideLayout" Target="/ppt/slideLayouts/slideLayout3.xml" Id="R0dbbc2f7fc444dc2" /><Relationship Type="http://schemas.openxmlformats.org/officeDocument/2006/relationships/slideLayout" Target="/ppt/slideLayouts/slideLayout4.xml" Id="R5ebce81eb8484277" /><Relationship Type="http://schemas.openxmlformats.org/officeDocument/2006/relationships/slideLayout" Target="/ppt/slideLayouts/slideLayout5.xml" Id="R7494c8f3bd4d4d74" /><Relationship Type="http://schemas.openxmlformats.org/officeDocument/2006/relationships/slideLayout" Target="/ppt/slideLayouts/slideLayout6.xml" Id="R55831c6010154c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3afbeefec14701"/>
    <p:sldLayoutId xmlns:r="http://schemas.openxmlformats.org/officeDocument/2006/relationships" id="2147483650" r:id="R85a087a6647541cb"/>
    <p:sldLayoutId xmlns:r="http://schemas.openxmlformats.org/officeDocument/2006/relationships" id="2147483651" r:id="R0dbbc2f7fc444dc2"/>
    <p:sldLayoutId xmlns:r="http://schemas.openxmlformats.org/officeDocument/2006/relationships" id="2147483652" r:id="R5ebce81eb8484277"/>
    <p:sldLayoutId xmlns:r="http://schemas.openxmlformats.org/officeDocument/2006/relationships" id="2147483653" r:id="R7494c8f3bd4d4d74"/>
    <p:sldLayoutId xmlns:r="http://schemas.openxmlformats.org/officeDocument/2006/relationships" id="2147483654" r:id="R55831c6010154c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eb9d5d0ecd4d57" /><Relationship Type="http://schemas.openxmlformats.org/officeDocument/2006/relationships/image" Target="/ppt/media/image.png" Id="Rd1247b3b237a4558" /><Relationship Type="http://schemas.openxmlformats.org/officeDocument/2006/relationships/notesSlide" Target="/ppt/notesSlides/notesSlide1.xml" Id="R129a420b62ce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d0ed55de942e2" /><Relationship Type="http://schemas.openxmlformats.org/officeDocument/2006/relationships/image" Target="/ppt/media/image2.png" Id="R38a80068fc7c4499" /><Relationship Type="http://schemas.openxmlformats.org/officeDocument/2006/relationships/notesSlide" Target="/ppt/notesSlides/notesSlide2.xml" Id="R12fdc8c836b3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69760c8b164b96" /><Relationship Type="http://schemas.openxmlformats.org/officeDocument/2006/relationships/image" Target="/ppt/media/image3.png" Id="R1c4ea9a1fbb64ebc" /><Relationship Type="http://schemas.openxmlformats.org/officeDocument/2006/relationships/notesSlide" Target="/ppt/notesSlides/notesSlide3.xml" Id="Re1051f6e32f1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4ceaf911f4187" /><Relationship Type="http://schemas.openxmlformats.org/officeDocument/2006/relationships/image" Target="/ppt/media/image4.png" Id="R7c47641519214e8b" /><Relationship Type="http://schemas.openxmlformats.org/officeDocument/2006/relationships/notesSlide" Target="/ppt/notesSlides/notesSlide4.xml" Id="R30e5dba67e5e41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0E9B1-7988-49E3-A46C-997965933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47b3b237a455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361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4F725-9833-4F0A-8005-1C6E373FC9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80068fc7c449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807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A73F6-5AD6-408C-BC10-0C083D396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ea9a1fbb64eb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01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A2D65-1FEF-42FB-BD93-12FEB2129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7641519214e8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87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2026-10-22T10:34:25.0080000Z</dcterms:created>
  <dcterms:modified xsi:type="dcterms:W3CDTF">2026-10-22T10:34:25.0080000Z</dcterms:modified>
</coreProperties>
</file>