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c9ac127414548" /><Relationship Type="http://schemas.openxmlformats.org/officeDocument/2006/relationships/extended-properties" Target="/docProps/app.xml" Id="Rb0ce3abe895b4667" /><Relationship Type="http://schemas.openxmlformats.org/officeDocument/2006/relationships/officeDocument" Target="/ppt/presentation.xml" Id="Rf4b0ad60e70e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cc929a8c347a8"/>
  </p:sldMasterIdLst>
  <p:notesMasterIdLst>
    <p:notesMasterId xmlns:r="http://schemas.openxmlformats.org/officeDocument/2006/relationships" r:id="Rc0e9e0a8d59048ed"/>
  </p:notesMasterIdLst>
  <p:sldIdLst>
    <p:sldId xmlns:r="http://schemas.openxmlformats.org/officeDocument/2006/relationships" id="256" r:id="R8ffc6f163d4b4539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9499f4d9d42d4" /><Relationship Type="http://schemas.openxmlformats.org/officeDocument/2006/relationships/slideMaster" Target="/ppt/slideMasters/slideMaster1.xml" Id="R558cc929a8c347a8" /><Relationship Type="http://schemas.openxmlformats.org/officeDocument/2006/relationships/notesMaster" Target="/ppt/notesMasters/notesMaster1.xml" Id="Rc0e9e0a8d59048ed" /><Relationship Type="http://schemas.openxmlformats.org/officeDocument/2006/relationships/presProps" Target="/ppt/presProps.xml" Id="R02e92eb0c5134c7f" /><Relationship Type="http://schemas.openxmlformats.org/officeDocument/2006/relationships/tableStyles" Target="/ppt/tableStyles.xml" Id="R5eaded151fd24460" /><Relationship Type="http://schemas.openxmlformats.org/officeDocument/2006/relationships/slide" Target="/ppt/slides/slide1.xml" Id="R8ffc6f163d4b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d9e349a5e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89e23c932f48c7" /><Relationship Type="http://schemas.openxmlformats.org/officeDocument/2006/relationships/notesMaster" Target="/ppt/notesMasters/notesMaster1.xml" Id="R3c6ee6046a5a4a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aad9f528943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eb2f96e0f45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c9e5bb15847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4bf56b07844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05589008248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e733b7226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364FD2-40EF-4075-97FB-376634257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766DC5-EB8A-4534-B9E7-57FC45D9E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E3FF1B-B222-4E0D-8441-9BDDA315D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AF6B2B-9DAA-4ACD-8340-BCCED3BC5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F6F98D-8513-4E5B-868B-EC1EF5D997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52EFF1-1083-4F74-80B1-32A0FA4EF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653381-0AA1-4D41-8507-DAC042E44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26C762-9871-4410-A359-17F9184526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9D68C5-ED21-4FEE-963B-22886C3B5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C0598A-98C4-4D0D-A1E6-2B265F898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c4b49d3ce4956" /><Relationship Type="http://schemas.openxmlformats.org/officeDocument/2006/relationships/slideLayout" Target="/ppt/slideLayouts/slideLayout1.xml" Id="R83287a6d332d4379" /><Relationship Type="http://schemas.openxmlformats.org/officeDocument/2006/relationships/slideLayout" Target="/ppt/slideLayouts/slideLayout2.xml" Id="R20bc23fa8da0432b" /><Relationship Type="http://schemas.openxmlformats.org/officeDocument/2006/relationships/slideLayout" Target="/ppt/slideLayouts/slideLayout3.xml" Id="R85371c4720394c6b" /><Relationship Type="http://schemas.openxmlformats.org/officeDocument/2006/relationships/slideLayout" Target="/ppt/slideLayouts/slideLayout4.xml" Id="R01657f1c8e594514" /><Relationship Type="http://schemas.openxmlformats.org/officeDocument/2006/relationships/slideLayout" Target="/ppt/slideLayouts/slideLayout5.xml" Id="Rb70b0f0ed1114d44" /><Relationship Type="http://schemas.openxmlformats.org/officeDocument/2006/relationships/slideLayout" Target="/ppt/slideLayouts/slideLayout6.xml" Id="R4149510f553b44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87a6d332d4379"/>
    <p:sldLayoutId xmlns:r="http://schemas.openxmlformats.org/officeDocument/2006/relationships" id="2147483650" r:id="R20bc23fa8da0432b"/>
    <p:sldLayoutId xmlns:r="http://schemas.openxmlformats.org/officeDocument/2006/relationships" id="2147483651" r:id="R85371c4720394c6b"/>
    <p:sldLayoutId xmlns:r="http://schemas.openxmlformats.org/officeDocument/2006/relationships" id="2147483652" r:id="R01657f1c8e594514"/>
    <p:sldLayoutId xmlns:r="http://schemas.openxmlformats.org/officeDocument/2006/relationships" id="2147483653" r:id="Rb70b0f0ed1114d44"/>
    <p:sldLayoutId xmlns:r="http://schemas.openxmlformats.org/officeDocument/2006/relationships" id="2147483654" r:id="R4149510f553b44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d40e3f89342e6" /><Relationship Type="http://schemas.openxmlformats.org/officeDocument/2006/relationships/image" Target="/ppt/media/image.png" Id="R067aa743aa254aac" /><Relationship Type="http://schemas.openxmlformats.org/officeDocument/2006/relationships/notesSlide" Target="/ppt/notesSlides/notesSlide1.xml" Id="R47e2eff01a1347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02535-B86C-4C1B-A9BA-FEA9E702B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aa743aa254aa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55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2026-10-22T10:34:38.7240000Z</dcterms:created>
  <dcterms:modified xsi:type="dcterms:W3CDTF">2026-10-22T10:34:38.7240000Z</dcterms:modified>
</coreProperties>
</file>