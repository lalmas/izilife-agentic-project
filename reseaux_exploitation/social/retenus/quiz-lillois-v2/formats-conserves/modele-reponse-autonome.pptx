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358848673f4b0c" /><Relationship Type="http://schemas.openxmlformats.org/officeDocument/2006/relationships/extended-properties" Target="/docProps/app.xml" Id="R5acc08984dee4d5b" /><Relationship Type="http://schemas.openxmlformats.org/officeDocument/2006/relationships/officeDocument" Target="/ppt/presentation.xml" Id="Rb428ee6c86b842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42e9a89a7f4c20"/>
  </p:sldMasterIdLst>
  <p:notesMasterIdLst>
    <p:notesMasterId xmlns:r="http://schemas.openxmlformats.org/officeDocument/2006/relationships" r:id="R2fa4888c1f07487c"/>
  </p:notesMasterIdLst>
  <p:sldIdLst>
    <p:sldId xmlns:r="http://schemas.openxmlformats.org/officeDocument/2006/relationships" id="256" r:id="Ra5af453534b54866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2552950fd64f01" /><Relationship Type="http://schemas.openxmlformats.org/officeDocument/2006/relationships/slideMaster" Target="/ppt/slideMasters/slideMaster1.xml" Id="R5242e9a89a7f4c20" /><Relationship Type="http://schemas.openxmlformats.org/officeDocument/2006/relationships/notesMaster" Target="/ppt/notesMasters/notesMaster1.xml" Id="R2fa4888c1f07487c" /><Relationship Type="http://schemas.openxmlformats.org/officeDocument/2006/relationships/presProps" Target="/ppt/presProps.xml" Id="R0de215d6423b4b66" /><Relationship Type="http://schemas.openxmlformats.org/officeDocument/2006/relationships/tableStyles" Target="/ppt/tableStyles.xml" Id="R546a06f0743b42f1" /><Relationship Type="http://schemas.openxmlformats.org/officeDocument/2006/relationships/slide" Target="/ppt/slides/slide1.xml" Id="Ra5af453534b548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c03a21a0864b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e9efc6bd3342da" /><Relationship Type="http://schemas.openxmlformats.org/officeDocument/2006/relationships/notesMaster" Target="/ppt/notesMasters/notesMaster1.xml" Id="Rea8028656a634d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d4b85e3aab477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45d6d2e2b64de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b0eaf5b6c347d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0d5b9675e9471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263c61f3db4cb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4b765ca12f47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DE97D74-967C-4043-9373-A4106E1978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4857750"/>
            <a:ext cx="82296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2674B4C-B435-4F0D-B6EA-31491D37C1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7072313"/>
            <a:ext cx="7200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197D07F-CBC4-45D3-846C-5758147FEE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5357813"/>
            <a:ext cx="82296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DFBBF7-E5CF-4937-BA28-E967042854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567B588-8EFA-48B9-9C2B-DBB9A81AF0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9129713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12C76C5-9EA0-4EB1-B718-E3D5A6907D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E7E44FB-DCA9-47D0-B02B-65E19ECAD8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B3CC301-33B3-43F3-8961-A4D86DC1F92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376CD6-327C-498A-903A-2035445CAA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1BC8046-0224-4CE5-9F4A-D188D1120B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4f7fc607334cb1" /><Relationship Type="http://schemas.openxmlformats.org/officeDocument/2006/relationships/slideLayout" Target="/ppt/slideLayouts/slideLayout1.xml" Id="R5539f0bc679645a0" /><Relationship Type="http://schemas.openxmlformats.org/officeDocument/2006/relationships/slideLayout" Target="/ppt/slideLayouts/slideLayout2.xml" Id="R517de62975634015" /><Relationship Type="http://schemas.openxmlformats.org/officeDocument/2006/relationships/slideLayout" Target="/ppt/slideLayouts/slideLayout3.xml" Id="Rcefea93343fd4eb4" /><Relationship Type="http://schemas.openxmlformats.org/officeDocument/2006/relationships/slideLayout" Target="/ppt/slideLayouts/slideLayout4.xml" Id="Rc40f00ffbb284f9e" /><Relationship Type="http://schemas.openxmlformats.org/officeDocument/2006/relationships/slideLayout" Target="/ppt/slideLayouts/slideLayout5.xml" Id="R2120eda4ebd24070" /><Relationship Type="http://schemas.openxmlformats.org/officeDocument/2006/relationships/slideLayout" Target="/ppt/slideLayouts/slideLayout6.xml" Id="R9606d6f3368146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39f0bc679645a0"/>
    <p:sldLayoutId xmlns:r="http://schemas.openxmlformats.org/officeDocument/2006/relationships" id="2147483650" r:id="R517de62975634015"/>
    <p:sldLayoutId xmlns:r="http://schemas.openxmlformats.org/officeDocument/2006/relationships" id="2147483651" r:id="Rcefea93343fd4eb4"/>
    <p:sldLayoutId xmlns:r="http://schemas.openxmlformats.org/officeDocument/2006/relationships" id="2147483652" r:id="Rc40f00ffbb284f9e"/>
    <p:sldLayoutId xmlns:r="http://schemas.openxmlformats.org/officeDocument/2006/relationships" id="2147483653" r:id="R2120eda4ebd24070"/>
    <p:sldLayoutId xmlns:r="http://schemas.openxmlformats.org/officeDocument/2006/relationships" id="2147483654" r:id="R9606d6f3368146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b7c21e30ea4cf3" /><Relationship Type="http://schemas.openxmlformats.org/officeDocument/2006/relationships/image" Target="/ppt/media/image.png" Id="R79beb18964b94e01" /><Relationship Type="http://schemas.openxmlformats.org/officeDocument/2006/relationships/notesSlide" Target="/ppt/notesSlides/notesSlide1.xml" Id="R2063ae5c142648d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D91EA5-58C6-4426-8D80-F7524DD7C8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beb18964b94e01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781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2026-10-22T10:34:44.4650000Z</dcterms:created>
  <dcterms:modified xsi:type="dcterms:W3CDTF">2026-10-22T10:34:44.4650000Z</dcterms:modified>
</coreProperties>
</file>