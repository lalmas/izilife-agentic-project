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ef25cf02df424c" /><Relationship Type="http://schemas.openxmlformats.org/officeDocument/2006/relationships/extended-properties" Target="/docProps/app.xml" Id="Rd20e0b20c0084e42" /><Relationship Type="http://schemas.openxmlformats.org/officeDocument/2006/relationships/officeDocument" Target="/ppt/presentation.xml" Id="R77baf106a7d64f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766260d4040a1"/>
  </p:sldMasterIdLst>
  <p:notesMasterIdLst>
    <p:notesMasterId xmlns:r="http://schemas.openxmlformats.org/officeDocument/2006/relationships" r:id="R87456a4845374db6"/>
  </p:notesMasterIdLst>
  <p:sldIdLst>
    <p:sldId xmlns:r="http://schemas.openxmlformats.org/officeDocument/2006/relationships" id="256" r:id="R880ca4a5d13245e1"/>
    <p:sldId xmlns:r="http://schemas.openxmlformats.org/officeDocument/2006/relationships" id="257" r:id="Rc651dc57c84c4c0a"/>
    <p:sldId xmlns:r="http://schemas.openxmlformats.org/officeDocument/2006/relationships" id="258" r:id="R55ab667bb5774584"/>
    <p:sldId xmlns:r="http://schemas.openxmlformats.org/officeDocument/2006/relationships" id="259" r:id="Re9bb4ff1f984437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4586438ce9473a" /><Relationship Type="http://schemas.openxmlformats.org/officeDocument/2006/relationships/slideMaster" Target="/ppt/slideMasters/slideMaster1.xml" Id="Ra52766260d4040a1" /><Relationship Type="http://schemas.openxmlformats.org/officeDocument/2006/relationships/notesMaster" Target="/ppt/notesMasters/notesMaster1.xml" Id="R87456a4845374db6" /><Relationship Type="http://schemas.openxmlformats.org/officeDocument/2006/relationships/presProps" Target="/ppt/presProps.xml" Id="Refca56cd45bd471f" /><Relationship Type="http://schemas.openxmlformats.org/officeDocument/2006/relationships/tableStyles" Target="/ppt/tableStyles.xml" Id="R84e44cadcfe24207" /><Relationship Type="http://schemas.openxmlformats.org/officeDocument/2006/relationships/slide" Target="/ppt/slides/slide1.xml" Id="R880ca4a5d13245e1" /><Relationship Type="http://schemas.openxmlformats.org/officeDocument/2006/relationships/slide" Target="/ppt/slides/slide2.xml" Id="Rc651dc57c84c4c0a" /><Relationship Type="http://schemas.openxmlformats.org/officeDocument/2006/relationships/slide" Target="/ppt/slides/slide3.xml" Id="R55ab667bb5774584" /><Relationship Type="http://schemas.openxmlformats.org/officeDocument/2006/relationships/slide" Target="/ppt/slides/slide4.xml" Id="Re9bb4ff1f984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a8e0a8db046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957d410534b4a" /><Relationship Type="http://schemas.openxmlformats.org/officeDocument/2006/relationships/notesMaster" Target="/ppt/notesMasters/notesMaster1.xml" Id="Rbfbd35d8a5af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d8ab826b0b4b49" /><Relationship Type="http://schemas.openxmlformats.org/officeDocument/2006/relationships/notesMaster" Target="/ppt/notesMasters/notesMaster1.xml" Id="R7bf15e9509ef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96728d4d154f21" /><Relationship Type="http://schemas.openxmlformats.org/officeDocument/2006/relationships/notesMaster" Target="/ppt/notesMasters/notesMaster1.xml" Id="R406b9182b4b34a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293e29f8704e56" /><Relationship Type="http://schemas.openxmlformats.org/officeDocument/2006/relationships/notesMaster" Target="/ppt/notesMasters/notesMaster1.xml" Id="Rc489a9bf893e4d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0e74926b641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93bd5a81e4f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e5631706346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145f4e8e142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4f62612fa4d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ff538f7d0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1ACA3B-C381-452E-BF5A-0EFD4E8D88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33512C-90DD-4ABC-9720-D22D713611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B3BFD1-4861-4601-B8AC-876BBB07D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B252F3-C5C2-4BBD-A773-86FF69115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3E2D84-D88E-40E2-B7DC-D3D60559D2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10EEFB-19C4-44F5-8C62-B81EA977D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BC3A35-DDC3-4C64-8A63-3F33E0948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471E86-1AAE-4795-BE7B-C06CCA8097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97D134-252A-4A5B-8432-6B7651E13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0231FC-5BAD-4425-B5DF-852219B3A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38c9294dc94f27" /><Relationship Type="http://schemas.openxmlformats.org/officeDocument/2006/relationships/slideLayout" Target="/ppt/slideLayouts/slideLayout1.xml" Id="R3f661c18b5674fb9" /><Relationship Type="http://schemas.openxmlformats.org/officeDocument/2006/relationships/slideLayout" Target="/ppt/slideLayouts/slideLayout2.xml" Id="Rd6704297e4dd484d" /><Relationship Type="http://schemas.openxmlformats.org/officeDocument/2006/relationships/slideLayout" Target="/ppt/slideLayouts/slideLayout3.xml" Id="R65b2d14427da4f51" /><Relationship Type="http://schemas.openxmlformats.org/officeDocument/2006/relationships/slideLayout" Target="/ppt/slideLayouts/slideLayout4.xml" Id="R084844c1b1c34462" /><Relationship Type="http://schemas.openxmlformats.org/officeDocument/2006/relationships/slideLayout" Target="/ppt/slideLayouts/slideLayout5.xml" Id="R99fe30293b4642c6" /><Relationship Type="http://schemas.openxmlformats.org/officeDocument/2006/relationships/slideLayout" Target="/ppt/slideLayouts/slideLayout6.xml" Id="Rc076890a4f094d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661c18b5674fb9"/>
    <p:sldLayoutId xmlns:r="http://schemas.openxmlformats.org/officeDocument/2006/relationships" id="2147483650" r:id="Rd6704297e4dd484d"/>
    <p:sldLayoutId xmlns:r="http://schemas.openxmlformats.org/officeDocument/2006/relationships" id="2147483651" r:id="R65b2d14427da4f51"/>
    <p:sldLayoutId xmlns:r="http://schemas.openxmlformats.org/officeDocument/2006/relationships" id="2147483652" r:id="R084844c1b1c34462"/>
    <p:sldLayoutId xmlns:r="http://schemas.openxmlformats.org/officeDocument/2006/relationships" id="2147483653" r:id="R99fe30293b4642c6"/>
    <p:sldLayoutId xmlns:r="http://schemas.openxmlformats.org/officeDocument/2006/relationships" id="2147483654" r:id="Rc076890a4f094d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cea54d64b4806" /><Relationship Type="http://schemas.openxmlformats.org/officeDocument/2006/relationships/image" Target="/ppt/media/image.png" Id="R146cbe4c3d4e47d1" /><Relationship Type="http://schemas.openxmlformats.org/officeDocument/2006/relationships/notesSlide" Target="/ppt/notesSlides/notesSlide1.xml" Id="R3188969d589a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e57e215f046b2" /><Relationship Type="http://schemas.openxmlformats.org/officeDocument/2006/relationships/image" Target="/ppt/media/image2.png" Id="Rfeadda7a5b1e40d4" /><Relationship Type="http://schemas.openxmlformats.org/officeDocument/2006/relationships/notesSlide" Target="/ppt/notesSlides/notesSlide2.xml" Id="R7dac61a25127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f1c5029b54e31" /><Relationship Type="http://schemas.openxmlformats.org/officeDocument/2006/relationships/image" Target="/ppt/media/image3.png" Id="Rb67e90e0d44343d9" /><Relationship Type="http://schemas.openxmlformats.org/officeDocument/2006/relationships/notesSlide" Target="/ppt/notesSlides/notesSlide3.xml" Id="R8ad03a342b8a4b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283f61fb5454e" /><Relationship Type="http://schemas.openxmlformats.org/officeDocument/2006/relationships/image" Target="/ppt/media/image4.png" Id="R73960cf4d37243ec" /><Relationship Type="http://schemas.openxmlformats.org/officeDocument/2006/relationships/notesSlide" Target="/ppt/notesSlides/notesSlide4.xml" Id="Rc2690501078d49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56070-D191-4A3A-85A8-7CC3AD422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cbe4c3d4e47d1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64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0B37F-56C2-4C44-BCA5-1EE0562F7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dda7a5b1e40d4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187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C6F6B-4957-407E-894E-243F67454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e90e0d44343d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161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A457D-45CE-43F3-A280-0EDC5B968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60cf4d37243e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77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2026-10-22T10:30:58.5130000Z</dcterms:created>
  <dcterms:modified xsi:type="dcterms:W3CDTF">2026-10-22T10:30:58.5130000Z</dcterms:modified>
</coreProperties>
</file>