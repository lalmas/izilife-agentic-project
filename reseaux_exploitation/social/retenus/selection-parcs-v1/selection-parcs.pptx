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92fff3acd9e4025" /><Relationship Type="http://schemas.openxmlformats.org/officeDocument/2006/relationships/extended-properties" Target="/docProps/app.xml" Id="Rd59184b0b0c34432" /><Relationship Type="http://schemas.openxmlformats.org/officeDocument/2006/relationships/officeDocument" Target="/ppt/presentation.xml" Id="R0cb9ec1acb1241e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1c0253e950a41cf"/>
  </p:sldMasterIdLst>
  <p:notesMasterIdLst>
    <p:notesMasterId xmlns:r="http://schemas.openxmlformats.org/officeDocument/2006/relationships" r:id="R6daef538d2274f5a"/>
  </p:notesMasterIdLst>
  <p:sldIdLst>
    <p:sldId xmlns:r="http://schemas.openxmlformats.org/officeDocument/2006/relationships" id="256" r:id="Rf7268845965543f5"/>
    <p:sldId xmlns:r="http://schemas.openxmlformats.org/officeDocument/2006/relationships" id="257" r:id="Rf2de9bedbc73441e"/>
    <p:sldId xmlns:r="http://schemas.openxmlformats.org/officeDocument/2006/relationships" id="258" r:id="Re58acbe61b9f4fc1"/>
    <p:sldId xmlns:r="http://schemas.openxmlformats.org/officeDocument/2006/relationships" id="259" r:id="Reb8a8ecb7c7f41bf"/>
    <p:sldId xmlns:r="http://schemas.openxmlformats.org/officeDocument/2006/relationships" id="260" r:id="Rc573445c2fe64443"/>
    <p:sldId xmlns:r="http://schemas.openxmlformats.org/officeDocument/2006/relationships" id="261" r:id="Rc81ddd5d18bc44f6"/>
    <p:sldId xmlns:r="http://schemas.openxmlformats.org/officeDocument/2006/relationships" id="262" r:id="R21964fd05b2846b3"/>
    <p:sldId xmlns:r="http://schemas.openxmlformats.org/officeDocument/2006/relationships" id="263" r:id="R6b49b47ce9944a72"/>
    <p:sldId xmlns:r="http://schemas.openxmlformats.org/officeDocument/2006/relationships" id="264" r:id="Ra0f7d957d5a04cf4"/>
    <p:sldId xmlns:r="http://schemas.openxmlformats.org/officeDocument/2006/relationships" id="265" r:id="R401eb5c6346e4e0f"/>
    <p:sldId xmlns:r="http://schemas.openxmlformats.org/officeDocument/2006/relationships" id="266" r:id="R0d6e6e7850304ea8"/>
    <p:sldId xmlns:r="http://schemas.openxmlformats.org/officeDocument/2006/relationships" id="267" r:id="Reb0ce89acc9c4dad"/>
  </p:sldIdLst>
  <p:sldSz cx="10287000" cy="128587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571733f96a64aa6" /><Relationship Type="http://schemas.openxmlformats.org/officeDocument/2006/relationships/slideMaster" Target="/ppt/slideMasters/slideMaster1.xml" Id="Re1c0253e950a41cf" /><Relationship Type="http://schemas.openxmlformats.org/officeDocument/2006/relationships/notesMaster" Target="/ppt/notesMasters/notesMaster1.xml" Id="R6daef538d2274f5a" /><Relationship Type="http://schemas.openxmlformats.org/officeDocument/2006/relationships/presProps" Target="/ppt/presProps.xml" Id="R851588720224407c" /><Relationship Type="http://schemas.openxmlformats.org/officeDocument/2006/relationships/tableStyles" Target="/ppt/tableStyles.xml" Id="R460b10f1f4544682" /><Relationship Type="http://schemas.openxmlformats.org/officeDocument/2006/relationships/slide" Target="/ppt/slides/slide1.xml" Id="Rf7268845965543f5" /><Relationship Type="http://schemas.openxmlformats.org/officeDocument/2006/relationships/slide" Target="/ppt/slides/slide2.xml" Id="Rf2de9bedbc73441e" /><Relationship Type="http://schemas.openxmlformats.org/officeDocument/2006/relationships/slide" Target="/ppt/slides/slide3.xml" Id="Re58acbe61b9f4fc1" /><Relationship Type="http://schemas.openxmlformats.org/officeDocument/2006/relationships/slide" Target="/ppt/slides/slide4.xml" Id="Reb8a8ecb7c7f41bf" /><Relationship Type="http://schemas.openxmlformats.org/officeDocument/2006/relationships/slide" Target="/ppt/slides/slide5.xml" Id="Rc573445c2fe64443" /><Relationship Type="http://schemas.openxmlformats.org/officeDocument/2006/relationships/slide" Target="/ppt/slides/slide6.xml" Id="Rc81ddd5d18bc44f6" /><Relationship Type="http://schemas.openxmlformats.org/officeDocument/2006/relationships/slide" Target="/ppt/slides/slide7.xml" Id="R21964fd05b2846b3" /><Relationship Type="http://schemas.openxmlformats.org/officeDocument/2006/relationships/slide" Target="/ppt/slides/slide8.xml" Id="R6b49b47ce9944a72" /><Relationship Type="http://schemas.openxmlformats.org/officeDocument/2006/relationships/slide" Target="/ppt/slides/slide9.xml" Id="Ra0f7d957d5a04cf4" /><Relationship Type="http://schemas.openxmlformats.org/officeDocument/2006/relationships/slide" Target="/ppt/slides/slide10.xml" Id="R401eb5c6346e4e0f" /><Relationship Type="http://schemas.openxmlformats.org/officeDocument/2006/relationships/slide" Target="/ppt/slides/slide11.xml" Id="R0d6e6e7850304ea8" /><Relationship Type="http://schemas.openxmlformats.org/officeDocument/2006/relationships/slide" Target="/ppt/slides/slide12.xml" Id="Reb0ce89acc9c4da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27a706970af455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be8b87e40e1459b" /><Relationship Type="http://schemas.openxmlformats.org/officeDocument/2006/relationships/notesMaster" Target="/ppt/notesMasters/notesMaster1.xml" Id="Ra77dbdd1c87242b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a03280323be43c9" /><Relationship Type="http://schemas.openxmlformats.org/officeDocument/2006/relationships/notesMaster" Target="/ppt/notesMasters/notesMaster1.xml" Id="R9bd52880e1c343c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026be540dcc4008" /><Relationship Type="http://schemas.openxmlformats.org/officeDocument/2006/relationships/notesMaster" Target="/ppt/notesMasters/notesMaster1.xml" Id="R4a6122a064a34b2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0184c746c8447f7" /><Relationship Type="http://schemas.openxmlformats.org/officeDocument/2006/relationships/notesMaster" Target="/ppt/notesMasters/notesMaster1.xml" Id="Rfe5672a5eee84c4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3b1afafa31f44db" /><Relationship Type="http://schemas.openxmlformats.org/officeDocument/2006/relationships/notesMaster" Target="/ppt/notesMasters/notesMaster1.xml" Id="R2f2a659a9d364a0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bc42bdfc8944253" /><Relationship Type="http://schemas.openxmlformats.org/officeDocument/2006/relationships/notesMaster" Target="/ppt/notesMasters/notesMaster1.xml" Id="R0f30732e9cf2481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184a23d82aa4b0c" /><Relationship Type="http://schemas.openxmlformats.org/officeDocument/2006/relationships/notesMaster" Target="/ppt/notesMasters/notesMaster1.xml" Id="R5ac281ac7f09451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13f0ef29521400c" /><Relationship Type="http://schemas.openxmlformats.org/officeDocument/2006/relationships/notesMaster" Target="/ppt/notesMasters/notesMaster1.xml" Id="R92876b01312f4d8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10e74570f2742a5" /><Relationship Type="http://schemas.openxmlformats.org/officeDocument/2006/relationships/notesMaster" Target="/ppt/notesMasters/notesMaster1.xml" Id="R33a1cb0b9efc43a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2eea48c3f3d43e1" /><Relationship Type="http://schemas.openxmlformats.org/officeDocument/2006/relationships/notesMaster" Target="/ppt/notesMasters/notesMaster1.xml" Id="Rb3d258bdaabe44c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7aec5f86c1343f9" /><Relationship Type="http://schemas.openxmlformats.org/officeDocument/2006/relationships/notesMaster" Target="/ppt/notesMasters/notesMaster1.xml" Id="Rc68e55d715b64b3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fa9480156ab44c4" /><Relationship Type="http://schemas.openxmlformats.org/officeDocument/2006/relationships/notesMaster" Target="/ppt/notesMasters/notesMaster1.xml" Id="Rab247d02ee894d2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4dd3261fb046c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e89449c2f34c4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e05b64a700472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43857990234fb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30fd3fa1c642d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dc4d3621f549a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6D1B092-3987-4010-9535-23AD43E82B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4857750"/>
            <a:ext cx="822960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04807FA-F94C-4473-8DE1-EBC53AFD90B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43050" y="7072313"/>
            <a:ext cx="72009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5D70F57-1284-44F5-9C5A-EC4ED95044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5357813"/>
            <a:ext cx="82296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CC6B288-94AA-453E-A972-E5CB0C82A6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000125"/>
            <a:ext cx="9129713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267CDD9-810A-4C20-9169-CD81B5A30C5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3571875"/>
            <a:ext cx="9129713" cy="800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692220E-C7B8-422B-B90F-681FC1152C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000125"/>
            <a:ext cx="9129713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99EBC5B-F296-4E01-BB0C-10854E1863E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3571875"/>
            <a:ext cx="4243388" cy="800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FBFB057-EDF3-4E34-8242-F7C10BDA24C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464969" y="3571875"/>
            <a:ext cx="4243388" cy="800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90E1B79-8E00-42CB-8381-6A0DDCA70C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000125"/>
            <a:ext cx="9129713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8AFE4E8-1E98-4AC9-BDE2-8D854B81A59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3571875"/>
            <a:ext cx="4243388" cy="800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4a3089eb35e4601" /><Relationship Type="http://schemas.openxmlformats.org/officeDocument/2006/relationships/slideLayout" Target="/ppt/slideLayouts/slideLayout1.xml" Id="Ra325a4d9b7264a25" /><Relationship Type="http://schemas.openxmlformats.org/officeDocument/2006/relationships/slideLayout" Target="/ppt/slideLayouts/slideLayout2.xml" Id="R1e8b4ccf87264c0c" /><Relationship Type="http://schemas.openxmlformats.org/officeDocument/2006/relationships/slideLayout" Target="/ppt/slideLayouts/slideLayout3.xml" Id="R6c871de495aa425c" /><Relationship Type="http://schemas.openxmlformats.org/officeDocument/2006/relationships/slideLayout" Target="/ppt/slideLayouts/slideLayout4.xml" Id="R4b5f498b7c954b54" /><Relationship Type="http://schemas.openxmlformats.org/officeDocument/2006/relationships/slideLayout" Target="/ppt/slideLayouts/slideLayout5.xml" Id="Rd38f5841d96b431a" /><Relationship Type="http://schemas.openxmlformats.org/officeDocument/2006/relationships/slideLayout" Target="/ppt/slideLayouts/slideLayout6.xml" Id="R397873b3217a47c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325a4d9b7264a25"/>
    <p:sldLayoutId xmlns:r="http://schemas.openxmlformats.org/officeDocument/2006/relationships" id="2147483650" r:id="R1e8b4ccf87264c0c"/>
    <p:sldLayoutId xmlns:r="http://schemas.openxmlformats.org/officeDocument/2006/relationships" id="2147483651" r:id="R6c871de495aa425c"/>
    <p:sldLayoutId xmlns:r="http://schemas.openxmlformats.org/officeDocument/2006/relationships" id="2147483652" r:id="R4b5f498b7c954b54"/>
    <p:sldLayoutId xmlns:r="http://schemas.openxmlformats.org/officeDocument/2006/relationships" id="2147483653" r:id="Rd38f5841d96b431a"/>
    <p:sldLayoutId xmlns:r="http://schemas.openxmlformats.org/officeDocument/2006/relationships" id="2147483654" r:id="R397873b3217a47c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608874d8494ff7" /><Relationship Type="http://schemas.openxmlformats.org/officeDocument/2006/relationships/image" Target="/ppt/media/image.png" Id="Ra1f198caef454fe9" /><Relationship Type="http://schemas.openxmlformats.org/officeDocument/2006/relationships/notesSlide" Target="/ppt/notesSlides/notesSlide1.xml" Id="R69322f7a5d64472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208cc5b3b047fd" /><Relationship Type="http://schemas.openxmlformats.org/officeDocument/2006/relationships/image" Target="/ppt/media/image2.png" Id="R227e70ce776148ea" /><Relationship Type="http://schemas.openxmlformats.org/officeDocument/2006/relationships/notesSlide" Target="/ppt/notesSlides/notesSlide2.xml" Id="Ra6149ef05ec1407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be417d52c04df2" /><Relationship Type="http://schemas.openxmlformats.org/officeDocument/2006/relationships/image" Target="/ppt/media/image3.png" Id="R68def92e47b2438b" /><Relationship Type="http://schemas.openxmlformats.org/officeDocument/2006/relationships/notesSlide" Target="/ppt/notesSlides/notesSlide3.xml" Id="R0e597993e77347e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b10f73efe3457a" /><Relationship Type="http://schemas.openxmlformats.org/officeDocument/2006/relationships/image" Target="/ppt/media/image4.png" Id="R810657ba41f24bc7" /><Relationship Type="http://schemas.openxmlformats.org/officeDocument/2006/relationships/notesSlide" Target="/ppt/notesSlides/notesSlide4.xml" Id="R2e01014a60bd45c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7d86ca15284b13" /><Relationship Type="http://schemas.openxmlformats.org/officeDocument/2006/relationships/image" Target="/ppt/media/image5.png" Id="R441041ca4d704c26" /><Relationship Type="http://schemas.openxmlformats.org/officeDocument/2006/relationships/notesSlide" Target="/ppt/notesSlides/notesSlide5.xml" Id="R427e0566446343a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4aa874467c4e58" /><Relationship Type="http://schemas.openxmlformats.org/officeDocument/2006/relationships/image" Target="/ppt/media/image6.png" Id="Reba35ba33f9c430f" /><Relationship Type="http://schemas.openxmlformats.org/officeDocument/2006/relationships/notesSlide" Target="/ppt/notesSlides/notesSlide6.xml" Id="R95bc68219ca9403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d0a31af0e34db2" /><Relationship Type="http://schemas.openxmlformats.org/officeDocument/2006/relationships/image" Target="/ppt/media/image7.png" Id="R4339644771564ca3" /><Relationship Type="http://schemas.openxmlformats.org/officeDocument/2006/relationships/notesSlide" Target="/ppt/notesSlides/notesSlide7.xml" Id="Rc8480430c182420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da1d99adbf4019" /><Relationship Type="http://schemas.openxmlformats.org/officeDocument/2006/relationships/image" Target="/ppt/media/image8.png" Id="R7924b7cde16f464a" /><Relationship Type="http://schemas.openxmlformats.org/officeDocument/2006/relationships/notesSlide" Target="/ppt/notesSlides/notesSlide8.xml" Id="R6271facb1e3b4c9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dbdd2f518243f8" /><Relationship Type="http://schemas.openxmlformats.org/officeDocument/2006/relationships/image" Target="/ppt/media/image9.png" Id="R0c36d636b1d24337" /><Relationship Type="http://schemas.openxmlformats.org/officeDocument/2006/relationships/notesSlide" Target="/ppt/notesSlides/notesSlide9.xml" Id="R6b99bb65762340a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d1ef2b43e04e17" /><Relationship Type="http://schemas.openxmlformats.org/officeDocument/2006/relationships/image" Target="/ppt/media/image10.png" Id="Rca16fc10f2894320" /><Relationship Type="http://schemas.openxmlformats.org/officeDocument/2006/relationships/notesSlide" Target="/ppt/notesSlides/notesSlide10.xml" Id="R10f21cbd9d6643e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19f7f5908b4066" /><Relationship Type="http://schemas.openxmlformats.org/officeDocument/2006/relationships/image" Target="/ppt/media/image11.png" Id="R2b23ac6ff8e84c23" /><Relationship Type="http://schemas.openxmlformats.org/officeDocument/2006/relationships/notesSlide" Target="/ppt/notesSlides/notesSlide11.xml" Id="R35ec0a1f41be476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d3088e9b2f4462" /><Relationship Type="http://schemas.openxmlformats.org/officeDocument/2006/relationships/image" Target="/ppt/media/image12.png" Id="R7e7b20c523e94fb8" /><Relationship Type="http://schemas.openxmlformats.org/officeDocument/2006/relationships/notesSlide" Target="/ppt/notesSlides/notesSlide12.xml" Id="Ra748b4ec13a348c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ECE907-06C0-491A-9A00-61F624CCC46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f198caef454fe9"/>
          <a:srcRect xmlns:a="http://schemas.openxmlformats.org/drawingml/2006/main" l="18" t="0" r="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21052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79FAE0-9086-42CD-BE84-B5E84E9B0AF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7e70ce776148ea"/>
          <a:srcRect xmlns:a="http://schemas.openxmlformats.org/drawingml/2006/main" l="18" t="0" r="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219584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74D996-F903-454A-83FE-056A1573F17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def92e47b2438b"/>
          <a:srcRect xmlns:a="http://schemas.openxmlformats.org/drawingml/2006/main" l="18" t="0" r="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69004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222BDF-F09A-4C4B-ADD6-034330C960D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0657ba41f24bc7"/>
          <a:srcRect xmlns:a="http://schemas.openxmlformats.org/drawingml/2006/main" l="18" t="0" r="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78452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AA8404-8C8F-4E88-87A9-048E7886476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1041ca4d704c26"/>
          <a:srcRect xmlns:a="http://schemas.openxmlformats.org/drawingml/2006/main" l="18" t="0" r="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71421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A13EFF-0C19-4F50-B60B-299BC3E2A11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a35ba33f9c430f"/>
          <a:srcRect xmlns:a="http://schemas.openxmlformats.org/drawingml/2006/main" l="18" t="0" r="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88732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C8201A-9C2F-438D-96B8-53FC3B8E3CA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39644771564ca3"/>
          <a:srcRect xmlns:a="http://schemas.openxmlformats.org/drawingml/2006/main" l="18" t="0" r="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193593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4AD5C3-004D-4916-BADD-9910F3A8E70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24b7cde16f464a"/>
          <a:srcRect xmlns:a="http://schemas.openxmlformats.org/drawingml/2006/main" l="18" t="0" r="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28423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F5B496-6640-4D51-A9F4-811D5B2106F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36d636b1d24337"/>
          <a:srcRect xmlns:a="http://schemas.openxmlformats.org/drawingml/2006/main" l="18" t="0" r="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255848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17A930-F291-479A-9448-9680B5BF362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16fc10f2894320"/>
          <a:srcRect xmlns:a="http://schemas.openxmlformats.org/drawingml/2006/main" l="18" t="0" r="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53110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EC1910-20F9-415B-8A2F-0873E4AC7E8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23ac6ff8e84c23"/>
          <a:srcRect xmlns:a="http://schemas.openxmlformats.org/drawingml/2006/main" l="18" t="0" r="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3308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BCB017-23EF-4E04-B750-87C96C4674E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7b20c523e94fb8"/>
          <a:srcRect xmlns:a="http://schemas.openxmlformats.org/drawingml/2006/main" l="18" t="0" r="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0707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2026-10-22T13:39:55.8720000Z</dcterms:created>
  <dcterms:modified xsi:type="dcterms:W3CDTF">2026-10-22T13:39:55.8720000Z</dcterms:modified>
</coreProperties>
</file>