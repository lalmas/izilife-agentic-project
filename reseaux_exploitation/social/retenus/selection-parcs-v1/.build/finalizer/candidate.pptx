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b5cd81a8efa4276" /><Relationship Type="http://schemas.openxmlformats.org/officeDocument/2006/relationships/extended-properties" Target="/docProps/app.xml" Id="R5bca6f0a273d4782" /><Relationship Type="http://schemas.openxmlformats.org/officeDocument/2006/relationships/officeDocument" Target="/ppt/presentation.xml" Id="R69e1672e039c496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ec8748465bf4c6d"/>
  </p:sldMasterIdLst>
  <p:notesMasterIdLst>
    <p:notesMasterId xmlns:r="http://schemas.openxmlformats.org/officeDocument/2006/relationships" r:id="Rf6e59690bad94fe7"/>
  </p:notesMasterIdLst>
  <p:sldIdLst>
    <p:sldId xmlns:r="http://schemas.openxmlformats.org/officeDocument/2006/relationships" id="256" r:id="R5d2de3c9e80042cb"/>
    <p:sldId xmlns:r="http://schemas.openxmlformats.org/officeDocument/2006/relationships" id="257" r:id="R0dfab79ec3104d58"/>
    <p:sldId xmlns:r="http://schemas.openxmlformats.org/officeDocument/2006/relationships" id="258" r:id="R461bbaff3d024349"/>
    <p:sldId xmlns:r="http://schemas.openxmlformats.org/officeDocument/2006/relationships" id="259" r:id="R2bc694ecbf1d432c"/>
    <p:sldId xmlns:r="http://schemas.openxmlformats.org/officeDocument/2006/relationships" id="260" r:id="R078ee0f59fad4f41"/>
    <p:sldId xmlns:r="http://schemas.openxmlformats.org/officeDocument/2006/relationships" id="261" r:id="Re71d2108e3df4e54"/>
    <p:sldId xmlns:r="http://schemas.openxmlformats.org/officeDocument/2006/relationships" id="262" r:id="Rba787550dc8d407d"/>
    <p:sldId xmlns:r="http://schemas.openxmlformats.org/officeDocument/2006/relationships" id="263" r:id="Rd518bee4c3ad4bf4"/>
    <p:sldId xmlns:r="http://schemas.openxmlformats.org/officeDocument/2006/relationships" id="264" r:id="Ra7a24ca312694b39"/>
    <p:sldId xmlns:r="http://schemas.openxmlformats.org/officeDocument/2006/relationships" id="265" r:id="Rc78079e478904c60"/>
    <p:sldId xmlns:r="http://schemas.openxmlformats.org/officeDocument/2006/relationships" id="266" r:id="Rb4ea5a214168411a"/>
    <p:sldId xmlns:r="http://schemas.openxmlformats.org/officeDocument/2006/relationships" id="267" r:id="R409a35c89fd54b9d"/>
  </p:sldIdLst>
  <p:sldSz cx="10287000" cy="128587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17e3645a19e4849" /><Relationship Type="http://schemas.openxmlformats.org/officeDocument/2006/relationships/slideMaster" Target="/ppt/slideMasters/slideMaster1.xml" Id="R6ec8748465bf4c6d" /><Relationship Type="http://schemas.openxmlformats.org/officeDocument/2006/relationships/notesMaster" Target="/ppt/notesMasters/notesMaster1.xml" Id="Rf6e59690bad94fe7" /><Relationship Type="http://schemas.openxmlformats.org/officeDocument/2006/relationships/presProps" Target="/ppt/presProps.xml" Id="R04504a84ceea444d" /><Relationship Type="http://schemas.openxmlformats.org/officeDocument/2006/relationships/tableStyles" Target="/ppt/tableStyles.xml" Id="R1e686718b5fd4c65" /><Relationship Type="http://schemas.openxmlformats.org/officeDocument/2006/relationships/slide" Target="/ppt/slides/slide1.xml" Id="R5d2de3c9e80042cb" /><Relationship Type="http://schemas.openxmlformats.org/officeDocument/2006/relationships/slide" Target="/ppt/slides/slide2.xml" Id="R0dfab79ec3104d58" /><Relationship Type="http://schemas.openxmlformats.org/officeDocument/2006/relationships/slide" Target="/ppt/slides/slide3.xml" Id="R461bbaff3d024349" /><Relationship Type="http://schemas.openxmlformats.org/officeDocument/2006/relationships/slide" Target="/ppt/slides/slide4.xml" Id="R2bc694ecbf1d432c" /><Relationship Type="http://schemas.openxmlformats.org/officeDocument/2006/relationships/slide" Target="/ppt/slides/slide5.xml" Id="R078ee0f59fad4f41" /><Relationship Type="http://schemas.openxmlformats.org/officeDocument/2006/relationships/slide" Target="/ppt/slides/slide6.xml" Id="Re71d2108e3df4e54" /><Relationship Type="http://schemas.openxmlformats.org/officeDocument/2006/relationships/slide" Target="/ppt/slides/slide7.xml" Id="Rba787550dc8d407d" /><Relationship Type="http://schemas.openxmlformats.org/officeDocument/2006/relationships/slide" Target="/ppt/slides/slide8.xml" Id="Rd518bee4c3ad4bf4" /><Relationship Type="http://schemas.openxmlformats.org/officeDocument/2006/relationships/slide" Target="/ppt/slides/slide9.xml" Id="Ra7a24ca312694b39" /><Relationship Type="http://schemas.openxmlformats.org/officeDocument/2006/relationships/slide" Target="/ppt/slides/slide10.xml" Id="Rc78079e478904c60" /><Relationship Type="http://schemas.openxmlformats.org/officeDocument/2006/relationships/slide" Target="/ppt/slides/slide11.xml" Id="Rb4ea5a214168411a" /><Relationship Type="http://schemas.openxmlformats.org/officeDocument/2006/relationships/slide" Target="/ppt/slides/slide12.xml" Id="R409a35c89fd54b9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1e3b38f81e748e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74d42836b9842cf" /><Relationship Type="http://schemas.openxmlformats.org/officeDocument/2006/relationships/notesMaster" Target="/ppt/notesMasters/notesMaster1.xml" Id="Readac5bb393a4dd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0fd3a733a6f44e3" /><Relationship Type="http://schemas.openxmlformats.org/officeDocument/2006/relationships/notesMaster" Target="/ppt/notesMasters/notesMaster1.xml" Id="Rccd1cebb9f0349e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8a3b7661fa84830" /><Relationship Type="http://schemas.openxmlformats.org/officeDocument/2006/relationships/notesMaster" Target="/ppt/notesMasters/notesMaster1.xml" Id="R084a0716e95d41c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f7115f4be7a4193" /><Relationship Type="http://schemas.openxmlformats.org/officeDocument/2006/relationships/notesMaster" Target="/ppt/notesMasters/notesMaster1.xml" Id="R104b77d0ed3449e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dc78a9da19842b6" /><Relationship Type="http://schemas.openxmlformats.org/officeDocument/2006/relationships/notesMaster" Target="/ppt/notesMasters/notesMaster1.xml" Id="Rfc49ce7297d346b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27fd8a13f774447" /><Relationship Type="http://schemas.openxmlformats.org/officeDocument/2006/relationships/notesMaster" Target="/ppt/notesMasters/notesMaster1.xml" Id="R149ab73173854c5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5439dab02fb4d84" /><Relationship Type="http://schemas.openxmlformats.org/officeDocument/2006/relationships/notesMaster" Target="/ppt/notesMasters/notesMaster1.xml" Id="Rbe2118bf9b8f48d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1990158fbff42ed" /><Relationship Type="http://schemas.openxmlformats.org/officeDocument/2006/relationships/notesMaster" Target="/ppt/notesMasters/notesMaster1.xml" Id="R64d8be308b51423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d251b8ce6cd48db" /><Relationship Type="http://schemas.openxmlformats.org/officeDocument/2006/relationships/notesMaster" Target="/ppt/notesMasters/notesMaster1.xml" Id="R06c54a9d800343b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be7f295b8ad4755" /><Relationship Type="http://schemas.openxmlformats.org/officeDocument/2006/relationships/notesMaster" Target="/ppt/notesMasters/notesMaster1.xml" Id="Ra771572c85b34b6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17de42650574345" /><Relationship Type="http://schemas.openxmlformats.org/officeDocument/2006/relationships/notesMaster" Target="/ppt/notesMasters/notesMaster1.xml" Id="Rd867ca2497ea43f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5693e260c764912" /><Relationship Type="http://schemas.openxmlformats.org/officeDocument/2006/relationships/notesMaster" Target="/ppt/notesMasters/notesMaster1.xml" Id="R9630f5623b6b444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765c742231472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dac50baf6d47d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55c29c74e245d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933746db324d5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b71dc900bc411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13bbba1cb7470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B3A09D4-2390-4A8A-B366-1AE5250A13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4857750"/>
            <a:ext cx="8229600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46953CC-E7F1-47EC-85EB-9614E534C3B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43050" y="7072313"/>
            <a:ext cx="72009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1125A5A-E583-4528-B200-8D3954D500E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5357813"/>
            <a:ext cx="82296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0F38CD1-3B59-4E6B-8188-AC85E84B8FD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8644" y="1000125"/>
            <a:ext cx="9129713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16406E0-29E0-4276-8C9E-449E8A2CDDE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78644" y="3571875"/>
            <a:ext cx="9129713" cy="800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00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072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644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215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4787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7359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9931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2502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2BDA0C8-6A2B-486C-9543-DCC6EBB1A8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8644" y="1000125"/>
            <a:ext cx="9129713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82127CD-D5DD-4357-9726-74D0015D6BC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78644" y="3571875"/>
            <a:ext cx="4243388" cy="800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00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072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644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215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4787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7359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9931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2502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E30E633-4F60-46C8-A114-0AE28BC75D5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5464969" y="3571875"/>
            <a:ext cx="4243388" cy="800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00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072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644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215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4787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7359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9931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2502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CF13FA2-3F20-4AB9-B519-3058E8BDE88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8644" y="1000125"/>
            <a:ext cx="9129713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8653059-260F-4636-B9ED-B3457325F7B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78644" y="3571875"/>
            <a:ext cx="4243388" cy="800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00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072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644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215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4787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7359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9931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2502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effdb97d7d74720" /><Relationship Type="http://schemas.openxmlformats.org/officeDocument/2006/relationships/slideLayout" Target="/ppt/slideLayouts/slideLayout1.xml" Id="R8027f44b55ba473f" /><Relationship Type="http://schemas.openxmlformats.org/officeDocument/2006/relationships/slideLayout" Target="/ppt/slideLayouts/slideLayout2.xml" Id="R706f4b07800a4d53" /><Relationship Type="http://schemas.openxmlformats.org/officeDocument/2006/relationships/slideLayout" Target="/ppt/slideLayouts/slideLayout3.xml" Id="Ra1323077d328459a" /><Relationship Type="http://schemas.openxmlformats.org/officeDocument/2006/relationships/slideLayout" Target="/ppt/slideLayouts/slideLayout4.xml" Id="R92563cd7849244c5" /><Relationship Type="http://schemas.openxmlformats.org/officeDocument/2006/relationships/slideLayout" Target="/ppt/slideLayouts/slideLayout5.xml" Id="Rd0c83b87d1cb41a5" /><Relationship Type="http://schemas.openxmlformats.org/officeDocument/2006/relationships/slideLayout" Target="/ppt/slideLayouts/slideLayout6.xml" Id="R39ac55304c784d2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027f44b55ba473f"/>
    <p:sldLayoutId xmlns:r="http://schemas.openxmlformats.org/officeDocument/2006/relationships" id="2147483650" r:id="R706f4b07800a4d53"/>
    <p:sldLayoutId xmlns:r="http://schemas.openxmlformats.org/officeDocument/2006/relationships" id="2147483651" r:id="Ra1323077d328459a"/>
    <p:sldLayoutId xmlns:r="http://schemas.openxmlformats.org/officeDocument/2006/relationships" id="2147483652" r:id="R92563cd7849244c5"/>
    <p:sldLayoutId xmlns:r="http://schemas.openxmlformats.org/officeDocument/2006/relationships" id="2147483653" r:id="Rd0c83b87d1cb41a5"/>
    <p:sldLayoutId xmlns:r="http://schemas.openxmlformats.org/officeDocument/2006/relationships" id="2147483654" r:id="R39ac55304c784d2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cb3a62cf03f4752" /><Relationship Type="http://schemas.openxmlformats.org/officeDocument/2006/relationships/image" Target="/ppt/media/image.png" Id="R4f03a7cc18384c08" /><Relationship Type="http://schemas.openxmlformats.org/officeDocument/2006/relationships/notesSlide" Target="/ppt/notesSlides/notesSlide1.xml" Id="R5ec6b7955fa84e0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d02dd2eb7cb4966" /><Relationship Type="http://schemas.openxmlformats.org/officeDocument/2006/relationships/image" Target="/ppt/media/image2.png" Id="R0b8e57a2da2243a4" /><Relationship Type="http://schemas.openxmlformats.org/officeDocument/2006/relationships/notesSlide" Target="/ppt/notesSlides/notesSlide2.xml" Id="R4fa520765902402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e31651a20be4aee" /><Relationship Type="http://schemas.openxmlformats.org/officeDocument/2006/relationships/image" Target="/ppt/media/image3.png" Id="R1319d8377ef2443f" /><Relationship Type="http://schemas.openxmlformats.org/officeDocument/2006/relationships/notesSlide" Target="/ppt/notesSlides/notesSlide3.xml" Id="R7d78f8e5a3b6469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5035853ba3c4074" /><Relationship Type="http://schemas.openxmlformats.org/officeDocument/2006/relationships/image" Target="/ppt/media/image4.png" Id="R47a5df67e7be484c" /><Relationship Type="http://schemas.openxmlformats.org/officeDocument/2006/relationships/notesSlide" Target="/ppt/notesSlides/notesSlide4.xml" Id="R7903e39319e8412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d44fa21782c4746" /><Relationship Type="http://schemas.openxmlformats.org/officeDocument/2006/relationships/image" Target="/ppt/media/image5.png" Id="R3ac377ba7de643a1" /><Relationship Type="http://schemas.openxmlformats.org/officeDocument/2006/relationships/notesSlide" Target="/ppt/notesSlides/notesSlide5.xml" Id="R467663f4ae474e0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76185e5b89f43a1" /><Relationship Type="http://schemas.openxmlformats.org/officeDocument/2006/relationships/image" Target="/ppt/media/image6.png" Id="R6ac7e273e77c4f01" /><Relationship Type="http://schemas.openxmlformats.org/officeDocument/2006/relationships/notesSlide" Target="/ppt/notesSlides/notesSlide6.xml" Id="R58c9e37146534a8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d9bd2662a77492f" /><Relationship Type="http://schemas.openxmlformats.org/officeDocument/2006/relationships/image" Target="/ppt/media/image7.png" Id="R4977fcb388af468b" /><Relationship Type="http://schemas.openxmlformats.org/officeDocument/2006/relationships/notesSlide" Target="/ppt/notesSlides/notesSlide7.xml" Id="R105865f650084a5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f99a388644d4f13" /><Relationship Type="http://schemas.openxmlformats.org/officeDocument/2006/relationships/image" Target="/ppt/media/image8.png" Id="R49650fa07c144423" /><Relationship Type="http://schemas.openxmlformats.org/officeDocument/2006/relationships/notesSlide" Target="/ppt/notesSlides/notesSlide8.xml" Id="R0f69b99911af4d2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44bd1581d7d496d" /><Relationship Type="http://schemas.openxmlformats.org/officeDocument/2006/relationships/image" Target="/ppt/media/image9.png" Id="Rff4cc0c688e044bb" /><Relationship Type="http://schemas.openxmlformats.org/officeDocument/2006/relationships/notesSlide" Target="/ppt/notesSlides/notesSlide9.xml" Id="R3d9817d241564b1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42c6e341b7947e7" /><Relationship Type="http://schemas.openxmlformats.org/officeDocument/2006/relationships/image" Target="/ppt/media/image10.png" Id="Re917466cf8fb48a4" /><Relationship Type="http://schemas.openxmlformats.org/officeDocument/2006/relationships/notesSlide" Target="/ppt/notesSlides/notesSlide10.xml" Id="R8f11bc4886b1489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3ef5e383e024552" /><Relationship Type="http://schemas.openxmlformats.org/officeDocument/2006/relationships/image" Target="/ppt/media/image11.png" Id="Rde4af765468c457c" /><Relationship Type="http://schemas.openxmlformats.org/officeDocument/2006/relationships/notesSlide" Target="/ppt/notesSlides/notesSlide11.xml" Id="R68d74f687ffe4f6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d79bf44dda54e09" /><Relationship Type="http://schemas.openxmlformats.org/officeDocument/2006/relationships/image" Target="/ppt/media/image12.png" Id="R0a26553fd8584574" /><Relationship Type="http://schemas.openxmlformats.org/officeDocument/2006/relationships/notesSlide" Target="/ppt/notesSlides/notesSlide12.xml" Id="R382e80c354e8425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974B36-D64C-4CD0-A35D-6298DE2EF5C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03a7cc18384c08"/>
          <a:srcRect xmlns:a="http://schemas.openxmlformats.org/drawingml/2006/main" l="18" t="0" r="1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287000" cy="12858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075816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C3BEF8-F7B6-4359-A35D-E479DBC0380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8e57a2da2243a4"/>
          <a:srcRect xmlns:a="http://schemas.openxmlformats.org/drawingml/2006/main" l="18" t="0" r="1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287000" cy="12858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753722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494BF5-CAC1-4B4A-A92A-89487464C7A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19d8377ef2443f"/>
          <a:srcRect xmlns:a="http://schemas.openxmlformats.org/drawingml/2006/main" l="18" t="0" r="1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287000" cy="12858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671448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E1B8F2-A109-4798-8347-736DCBC97C6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a5df67e7be484c"/>
          <a:srcRect xmlns:a="http://schemas.openxmlformats.org/drawingml/2006/main" l="18" t="0" r="1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287000" cy="12858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648927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8E6B31-B2A8-441A-BDC4-CBB13EC38AE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c377ba7de643a1"/>
          <a:srcRect xmlns:a="http://schemas.openxmlformats.org/drawingml/2006/main" l="18" t="0" r="1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287000" cy="12858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28846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59935B-A832-4513-8404-68CF97AABDE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c7e273e77c4f01"/>
          <a:srcRect xmlns:a="http://schemas.openxmlformats.org/drawingml/2006/main" l="18" t="0" r="1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287000" cy="12858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94710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D8FDE8-A400-4E35-B488-87DCC1F5953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77fcb388af468b"/>
          <a:srcRect xmlns:a="http://schemas.openxmlformats.org/drawingml/2006/main" l="18" t="0" r="1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287000" cy="12858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949215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4FF239-25C7-4925-A760-19A92CBF1CE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650fa07c144423"/>
          <a:srcRect xmlns:a="http://schemas.openxmlformats.org/drawingml/2006/main" l="18" t="0" r="1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287000" cy="12858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31163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ABDE38-ACF4-48DA-934A-FE74DAF3472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4cc0c688e044bb"/>
          <a:srcRect xmlns:a="http://schemas.openxmlformats.org/drawingml/2006/main" l="18" t="0" r="1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287000" cy="12858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178830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C6F662-CE64-4D1F-9374-C319AA642AC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17466cf8fb48a4"/>
          <a:srcRect xmlns:a="http://schemas.openxmlformats.org/drawingml/2006/main" l="18" t="0" r="1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287000" cy="12858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70017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20DDB0-CC96-4B80-A868-192BB79856A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4af765468c457c"/>
          <a:srcRect xmlns:a="http://schemas.openxmlformats.org/drawingml/2006/main" l="18" t="0" r="1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287000" cy="12858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2500371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5B7244-7BEB-46E4-9D5E-8B150E53E31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26553fd8584574"/>
          <a:srcRect xmlns:a="http://schemas.openxmlformats.org/drawingml/2006/main" l="18" t="0" r="1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287000" cy="12858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57105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2026-10-22T13:32:34.8730000Z</dcterms:created>
  <dcterms:modified xsi:type="dcterms:W3CDTF">2026-10-22T13:32:34.8730000Z</dcterms:modified>
</coreProperties>
</file>