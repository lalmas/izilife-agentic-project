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6effb337fa4ce4" /><Relationship Type="http://schemas.openxmlformats.org/officeDocument/2006/relationships/extended-properties" Target="/docProps/app.xml" Id="R57cb707a1468478f" /><Relationship Type="http://schemas.openxmlformats.org/officeDocument/2006/relationships/officeDocument" Target="/ppt/presentation.xml" Id="R9d1ad7cb5766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36492aee840de"/>
  </p:sldMasterIdLst>
  <p:notesMasterIdLst>
    <p:notesMasterId xmlns:r="http://schemas.openxmlformats.org/officeDocument/2006/relationships" r:id="R41401369a07e41ca"/>
  </p:notesMasterIdLst>
  <p:sldIdLst>
    <p:sldId xmlns:r="http://schemas.openxmlformats.org/officeDocument/2006/relationships" id="256" r:id="R8f0c588b19494bbc"/>
    <p:sldId xmlns:r="http://schemas.openxmlformats.org/officeDocument/2006/relationships" id="257" r:id="Rb45ae2488a464783"/>
    <p:sldId xmlns:r="http://schemas.openxmlformats.org/officeDocument/2006/relationships" id="258" r:id="R75ff45a140ce4910"/>
    <p:sldId xmlns:r="http://schemas.openxmlformats.org/officeDocument/2006/relationships" id="259" r:id="R3617225599d7479e"/>
    <p:sldId xmlns:r="http://schemas.openxmlformats.org/officeDocument/2006/relationships" id="260" r:id="R69b5835d59284061"/>
    <p:sldId xmlns:r="http://schemas.openxmlformats.org/officeDocument/2006/relationships" id="261" r:id="R60bd3f4710c34a1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9195cb6b141be" /><Relationship Type="http://schemas.openxmlformats.org/officeDocument/2006/relationships/slideMaster" Target="/ppt/slideMasters/slideMaster1.xml" Id="R53936492aee840de" /><Relationship Type="http://schemas.openxmlformats.org/officeDocument/2006/relationships/notesMaster" Target="/ppt/notesMasters/notesMaster1.xml" Id="R41401369a07e41ca" /><Relationship Type="http://schemas.openxmlformats.org/officeDocument/2006/relationships/presProps" Target="/ppt/presProps.xml" Id="R14e541b9f38a47f5" /><Relationship Type="http://schemas.openxmlformats.org/officeDocument/2006/relationships/tableStyles" Target="/ppt/tableStyles.xml" Id="Rdfc0e07cbaec4dfb" /><Relationship Type="http://schemas.openxmlformats.org/officeDocument/2006/relationships/slide" Target="/ppt/slides/slide1.xml" Id="R8f0c588b19494bbc" /><Relationship Type="http://schemas.openxmlformats.org/officeDocument/2006/relationships/slide" Target="/ppt/slides/slide2.xml" Id="Rb45ae2488a464783" /><Relationship Type="http://schemas.openxmlformats.org/officeDocument/2006/relationships/slide" Target="/ppt/slides/slide3.xml" Id="R75ff45a140ce4910" /><Relationship Type="http://schemas.openxmlformats.org/officeDocument/2006/relationships/slide" Target="/ppt/slides/slide4.xml" Id="R3617225599d7479e" /><Relationship Type="http://schemas.openxmlformats.org/officeDocument/2006/relationships/slide" Target="/ppt/slides/slide5.xml" Id="R69b5835d59284061" /><Relationship Type="http://schemas.openxmlformats.org/officeDocument/2006/relationships/slide" Target="/ppt/slides/slide6.xml" Id="R60bd3f4710c34a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83e716ef7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bbef50eba4d3d" /><Relationship Type="http://schemas.openxmlformats.org/officeDocument/2006/relationships/notesMaster" Target="/ppt/notesMasters/notesMaster1.xml" Id="R334d37a427e9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5300087726445b" /><Relationship Type="http://schemas.openxmlformats.org/officeDocument/2006/relationships/notesMaster" Target="/ppt/notesMasters/notesMaster1.xml" Id="R270f1bf5a0e54e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800a75dcd4654" /><Relationship Type="http://schemas.openxmlformats.org/officeDocument/2006/relationships/notesMaster" Target="/ppt/notesMasters/notesMaster1.xml" Id="R078cb2e42c0941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9d0a33f2114b3d" /><Relationship Type="http://schemas.openxmlformats.org/officeDocument/2006/relationships/notesMaster" Target="/ppt/notesMasters/notesMaster1.xml" Id="Rff3096235003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77a1f225c48ae" /><Relationship Type="http://schemas.openxmlformats.org/officeDocument/2006/relationships/notesMaster" Target="/ppt/notesMasters/notesMaster1.xml" Id="Rf0ec64d21e1b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af2e1d9bc44cc" /><Relationship Type="http://schemas.openxmlformats.org/officeDocument/2006/relationships/notesMaster" Target="/ppt/notesMasters/notesMaster1.xml" Id="Rca2316c35efb43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7a79568bf45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6a60428444f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8c6eefeb24b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a5c04650f46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3013fd2134a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095b123a9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0773D2-FBCE-49D2-BF63-F17C4B96B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E3A91E-4ECF-46FD-8526-613E274213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0F8F9A-77B4-49EE-9B52-4FD8E4FF3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9AC50-EBCE-4DD1-9FDD-671746CF9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A64EC4-D8B5-476E-AB58-6B0FC37528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40C6A5-5016-455A-80C1-1C7EE0190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5C775E-DEE0-4270-8A53-2FA220C283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3F7C25-0B8B-408A-BD9B-C7AC4A57DD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BFFBF-D0B8-4F14-BF34-437A06920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EE01CD-A5B7-41ED-B679-0B68D0021C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97ca480be48b2" /><Relationship Type="http://schemas.openxmlformats.org/officeDocument/2006/relationships/slideLayout" Target="/ppt/slideLayouts/slideLayout1.xml" Id="R05563d09e3054823" /><Relationship Type="http://schemas.openxmlformats.org/officeDocument/2006/relationships/slideLayout" Target="/ppt/slideLayouts/slideLayout2.xml" Id="Rb42ce2d7948b4496" /><Relationship Type="http://schemas.openxmlformats.org/officeDocument/2006/relationships/slideLayout" Target="/ppt/slideLayouts/slideLayout3.xml" Id="Rf066da4b86074ebd" /><Relationship Type="http://schemas.openxmlformats.org/officeDocument/2006/relationships/slideLayout" Target="/ppt/slideLayouts/slideLayout4.xml" Id="R3853055b7dca4ba6" /><Relationship Type="http://schemas.openxmlformats.org/officeDocument/2006/relationships/slideLayout" Target="/ppt/slideLayouts/slideLayout5.xml" Id="Re55c13b0628c44e7" /><Relationship Type="http://schemas.openxmlformats.org/officeDocument/2006/relationships/slideLayout" Target="/ppt/slideLayouts/slideLayout6.xml" Id="R1dcfdff40159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63d09e3054823"/>
    <p:sldLayoutId xmlns:r="http://schemas.openxmlformats.org/officeDocument/2006/relationships" id="2147483650" r:id="Rb42ce2d7948b4496"/>
    <p:sldLayoutId xmlns:r="http://schemas.openxmlformats.org/officeDocument/2006/relationships" id="2147483651" r:id="Rf066da4b86074ebd"/>
    <p:sldLayoutId xmlns:r="http://schemas.openxmlformats.org/officeDocument/2006/relationships" id="2147483652" r:id="R3853055b7dca4ba6"/>
    <p:sldLayoutId xmlns:r="http://schemas.openxmlformats.org/officeDocument/2006/relationships" id="2147483653" r:id="Re55c13b0628c44e7"/>
    <p:sldLayoutId xmlns:r="http://schemas.openxmlformats.org/officeDocument/2006/relationships" id="2147483654" r:id="R1dcfdff40159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7cd420eca4fba" /><Relationship Type="http://schemas.openxmlformats.org/officeDocument/2006/relationships/image" Target="/ppt/media/image.png" Id="R7888470d61e64e36" /><Relationship Type="http://schemas.openxmlformats.org/officeDocument/2006/relationships/image" Target="/ppt/media/image.bin" Id="Rcacb5e517905418f" /><Relationship Type="http://schemas.openxmlformats.org/officeDocument/2006/relationships/notesSlide" Target="/ppt/notesSlides/notesSlide1.xml" Id="R7a54ed986e12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545177e044b7e" /><Relationship Type="http://schemas.openxmlformats.org/officeDocument/2006/relationships/notesSlide" Target="/ppt/notesSlides/notesSlide2.xml" Id="R6c94dca3e59d43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dd5202ff04351" /><Relationship Type="http://schemas.openxmlformats.org/officeDocument/2006/relationships/notesSlide" Target="/ppt/notesSlides/notesSlide3.xml" Id="R7b987c6e237e42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6c679312e4b24" /><Relationship Type="http://schemas.openxmlformats.org/officeDocument/2006/relationships/notesSlide" Target="/ppt/notesSlides/notesSlide4.xml" Id="Rc0958dcbabc648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0d0161da94ea7" /><Relationship Type="http://schemas.openxmlformats.org/officeDocument/2006/relationships/notesSlide" Target="/ppt/notesSlides/notesSlide5.xml" Id="R06febd2e64d840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19eaa54984b5a" /><Relationship Type="http://schemas.openxmlformats.org/officeDocument/2006/relationships/notesSlide" Target="/ppt/notesSlides/notesSlide6.xml" Id="R69f597a04ecd4f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42C9E-2A53-4D7F-977B-03002507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8470d61e64e3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Voile bleu">
            <a:extLst xmlns:a="http://schemas.openxmlformats.org/drawingml/2006/main">
              <a:ext uri="{FF2B5EF4-FFF2-40B4-BE49-F238E27FC236}">
                <a16:creationId xmlns:a16="http://schemas.microsoft.com/office/drawing/2014/main" id="{3EE616AF-7A31-42E0-B5DD-5829CC19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 clair">
            <a:extLst xmlns:a="http://schemas.openxmlformats.org/drawingml/2006/main">
              <a:ext uri="{FF2B5EF4-FFF2-40B4-BE49-F238E27FC236}">
                <a16:creationId xmlns:a16="http://schemas.microsoft.com/office/drawing/2014/main" id="{E0EB275B-1EBB-49AC-80A4-71A720E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4" name="Logo vert">
            <a:extLst xmlns:a="http://schemas.openxmlformats.org/drawingml/2006/main">
              <a:ext uri="{FF2B5EF4-FFF2-40B4-BE49-F238E27FC236}">
                <a16:creationId xmlns:a16="http://schemas.microsoft.com/office/drawing/2014/main" id="{3D3CB650-8207-49D4-9F29-0EF200B0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5" name="Logo suffixe clair">
            <a:extLst xmlns:a="http://schemas.openxmlformats.org/drawingml/2006/main">
              <a:ext uri="{FF2B5EF4-FFF2-40B4-BE49-F238E27FC236}">
                <a16:creationId xmlns:a16="http://schemas.microsoft.com/office/drawing/2014/main" id="{F09F6C72-C2F0-4066-8A4F-C40DA34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6" name="Pastille IZILIFE PASS">
            <a:extLst xmlns:a="http://schemas.openxmlformats.org/drawingml/2006/main">
              <a:ext uri="{FF2B5EF4-FFF2-40B4-BE49-F238E27FC236}">
                <a16:creationId xmlns:a16="http://schemas.microsoft.com/office/drawing/2014/main" id="{255570C6-6FD6-48EE-9053-0D790F8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3431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e IZILIFE PASS">
            <a:extLst xmlns:a="http://schemas.openxmlformats.org/drawingml/2006/main">
              <a:ext uri="{FF2B5EF4-FFF2-40B4-BE49-F238E27FC236}">
                <a16:creationId xmlns:a16="http://schemas.microsoft.com/office/drawing/2014/main" id="{5ED03B35-7C7C-4B29-B4AE-66F68BE5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IZILIFE PASS</a:t>
            </a:r>
          </a:p>
        </p:txBody>
      </p:sp>
      <p:sp>
        <p:nvSpPr>
          <p:cNvPr id="8" name="Accroche blanche">
            <a:extLst xmlns:a="http://schemas.openxmlformats.org/drawingml/2006/main">
              <a:ext uri="{FF2B5EF4-FFF2-40B4-BE49-F238E27FC236}">
                <a16:creationId xmlns:a16="http://schemas.microsoft.com/office/drawing/2014/main" id="{8EF50AEA-CF11-4F61-9D40-D329FAC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</a:defRPr>
            </a:defPPr>
            <a:lvl1pPr algn="l">
              <a:defRPr sz="4950" b="1">
                <a:solidFill>
                  <a:srgbClr val="FFFFFF"/>
                </a:solidFill>
              </a:defRPr>
            </a:lvl1pPr>
            <a:lvl2pPr algn="l">
              <a:defRPr sz="4950" b="1">
                <a:solidFill>
                  <a:srgbClr val="FFFFFF"/>
                </a:solidFill>
              </a:defRPr>
            </a:lvl2pPr>
            <a:lvl3pPr algn="l">
              <a:defRPr sz="4950" b="1">
                <a:solidFill>
                  <a:srgbClr val="FFFFFF"/>
                </a:solidFill>
              </a:defRPr>
            </a:lvl3pPr>
            <a:lvl4pPr algn="l">
              <a:defRPr sz="4950" b="1">
                <a:solidFill>
                  <a:srgbClr val="FFFFFF"/>
                </a:solidFill>
              </a:defRPr>
            </a:lvl4pPr>
            <a:lvl5pPr algn="l">
              <a:defRPr sz="4950" b="1">
                <a:solidFill>
                  <a:srgbClr val="FFFFFF"/>
                </a:solidFill>
              </a:defRPr>
            </a:lvl5pPr>
            <a:lvl6pPr algn="l">
              <a:defRPr sz="4950" b="1">
                <a:solidFill>
                  <a:srgbClr val="FFFFFF"/>
                </a:solidFill>
              </a:defRPr>
            </a:lvl6pPr>
            <a:lvl7pPr algn="l">
              <a:defRPr sz="4950" b="1">
                <a:solidFill>
                  <a:srgbClr val="FFFFFF"/>
                </a:solidFill>
              </a:defRPr>
            </a:lvl7pPr>
            <a:lvl8pPr algn="l">
              <a:defRPr sz="4950" b="1">
                <a:solidFill>
                  <a:srgbClr val="FFFFFF"/>
                </a:solidFill>
              </a:defRPr>
            </a:lvl8pPr>
            <a:lvl9pPr algn="l"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Des avantages.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Des cadeaux.</a:t>
            </a:r>
          </a:p>
        </p:txBody>
      </p:sp>
      <p:sp>
        <p:nvSpPr>
          <p:cNvPr id="9" name="Accroche verte">
            <a:extLst xmlns:a="http://schemas.openxmlformats.org/drawingml/2006/main">
              <a:ext uri="{FF2B5EF4-FFF2-40B4-BE49-F238E27FC236}">
                <a16:creationId xmlns:a16="http://schemas.microsoft.com/office/drawing/2014/main" id="{F325B80D-45A6-42E6-9771-0E2EDA2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18D29A"/>
                </a:solidFill>
              </a:defRPr>
            </a:defPPr>
            <a:lvl1pPr algn="l">
              <a:defRPr sz="4950" b="1">
                <a:solidFill>
                  <a:srgbClr val="18D29A"/>
                </a:solidFill>
              </a:defRPr>
            </a:lvl1pPr>
            <a:lvl2pPr algn="l">
              <a:defRPr sz="4950" b="1">
                <a:solidFill>
                  <a:srgbClr val="18D29A"/>
                </a:solidFill>
              </a:defRPr>
            </a:lvl2pPr>
            <a:lvl3pPr algn="l">
              <a:defRPr sz="4950" b="1">
                <a:solidFill>
                  <a:srgbClr val="18D29A"/>
                </a:solidFill>
              </a:defRPr>
            </a:lvl3pPr>
            <a:lvl4pPr algn="l">
              <a:defRPr sz="4950" b="1">
                <a:solidFill>
                  <a:srgbClr val="18D29A"/>
                </a:solidFill>
              </a:defRPr>
            </a:lvl4pPr>
            <a:lvl5pPr algn="l">
              <a:defRPr sz="4950" b="1">
                <a:solidFill>
                  <a:srgbClr val="18D29A"/>
                </a:solidFill>
              </a:defRPr>
            </a:lvl5pPr>
            <a:lvl6pPr algn="l">
              <a:defRPr sz="4950" b="1">
                <a:solidFill>
                  <a:srgbClr val="18D29A"/>
                </a:solidFill>
              </a:defRPr>
            </a:lvl6pPr>
            <a:lvl7pPr algn="l">
              <a:defRPr sz="4950" b="1">
                <a:solidFill>
                  <a:srgbClr val="18D29A"/>
                </a:solidFill>
              </a:defRPr>
            </a:lvl7pPr>
            <a:lvl8pPr algn="l">
              <a:defRPr sz="4950" b="1">
                <a:solidFill>
                  <a:srgbClr val="18D29A"/>
                </a:solidFill>
              </a:defRPr>
            </a:lvl8pPr>
            <a:lvl9pPr algn="l">
              <a:defRPr sz="49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8D29A"/>
                </a:solidFill>
              </a:defRPr>
            </a:pPr>
            <a:r>
              <a:rPr sz="4950" b="1">
                <a:solidFill>
                  <a:srgbClr val="18D29A"/>
                </a:solidFill>
              </a:rPr>
              <a:t>Toute l’année.</a:t>
            </a:r>
          </a:p>
        </p:txBody>
      </p:sp>
      <p:sp>
        <p:nvSpPr>
          <p:cNvPr id="10" name="Sous-titre">
            <a:extLst xmlns:a="http://schemas.openxmlformats.org/drawingml/2006/main">
              <a:ext uri="{FF2B5EF4-FFF2-40B4-BE49-F238E27FC236}">
                <a16:creationId xmlns:a16="http://schemas.microsoft.com/office/drawing/2014/main" id="{12A5E54E-AD5A-4B7B-9518-36A1A28C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</a:defRPr>
            </a:defPPr>
            <a:lvl1pPr algn="l">
              <a:defRPr sz="2175" b="0">
                <a:solidFill>
                  <a:srgbClr val="FFFFFF"/>
                </a:solidFill>
              </a:defRPr>
            </a:lvl1pPr>
            <a:lvl2pPr algn="l">
              <a:defRPr sz="2175" b="0">
                <a:solidFill>
                  <a:srgbClr val="FFFFFF"/>
                </a:solidFill>
              </a:defRPr>
            </a:lvl2pPr>
            <a:lvl3pPr algn="l">
              <a:defRPr sz="2175" b="0">
                <a:solidFill>
                  <a:srgbClr val="FFFFFF"/>
                </a:solidFill>
              </a:defRPr>
            </a:lvl3pPr>
            <a:lvl4pPr algn="l">
              <a:defRPr sz="2175" b="0">
                <a:solidFill>
                  <a:srgbClr val="FFFFFF"/>
                </a:solidFill>
              </a:defRPr>
            </a:lvl4pPr>
            <a:lvl5pPr algn="l">
              <a:defRPr sz="2175" b="0">
                <a:solidFill>
                  <a:srgbClr val="FFFFFF"/>
                </a:solidFill>
              </a:defRPr>
            </a:lvl5pPr>
            <a:lvl6pPr algn="l">
              <a:defRPr sz="2175" b="0">
                <a:solidFill>
                  <a:srgbClr val="FFFFFF"/>
                </a:solidFill>
              </a:defRPr>
            </a:lvl6pPr>
            <a:lvl7pPr algn="l">
              <a:defRPr sz="2175" b="0">
                <a:solidFill>
                  <a:srgbClr val="FFFFFF"/>
                </a:solidFill>
              </a:defRPr>
            </a:lvl7pPr>
            <a:lvl8pPr algn="l">
              <a:defRPr sz="2175" b="0">
                <a:solidFill>
                  <a:srgbClr val="FFFFFF"/>
                </a:solidFill>
              </a:defRPr>
            </a:lvl8pPr>
            <a:lvl9pPr algn="l"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Chez tes commerces et lieux préférés.</a:t>
            </a:r>
          </a:p>
        </p:txBody>
      </p:sp>
      <p:sp>
        <p:nvSpPr>
          <p:cNvPr id="11" name="Carte offre de lancement">
            <a:extLst xmlns:a="http://schemas.openxmlformats.org/drawingml/2006/main">
              <a:ext uri="{FF2B5EF4-FFF2-40B4-BE49-F238E27FC236}">
                <a16:creationId xmlns:a16="http://schemas.microsoft.com/office/drawing/2014/main" id="{64F0D823-E3B9-4C91-97E5-1F798290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00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bellé offre">
            <a:extLst xmlns:a="http://schemas.openxmlformats.org/drawingml/2006/main">
              <a:ext uri="{FF2B5EF4-FFF2-40B4-BE49-F238E27FC236}">
                <a16:creationId xmlns:a16="http://schemas.microsoft.com/office/drawing/2014/main" id="{1694468F-C443-422F-A017-3168DF4B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72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7D86"/>
                </a:solidFill>
              </a:defRPr>
            </a:defPPr>
            <a:lvl1pPr algn="l">
              <a:defRPr sz="1500" b="1">
                <a:solidFill>
                  <a:srgbClr val="FF7D86"/>
                </a:solidFill>
              </a:defRPr>
            </a:lvl1pPr>
            <a:lvl2pPr algn="l">
              <a:defRPr sz="1500" b="1">
                <a:solidFill>
                  <a:srgbClr val="FF7D86"/>
                </a:solidFill>
              </a:defRPr>
            </a:lvl2pPr>
            <a:lvl3pPr algn="l">
              <a:defRPr sz="1500" b="1">
                <a:solidFill>
                  <a:srgbClr val="FF7D86"/>
                </a:solidFill>
              </a:defRPr>
            </a:lvl3pPr>
            <a:lvl4pPr algn="l">
              <a:defRPr sz="1500" b="1">
                <a:solidFill>
                  <a:srgbClr val="FF7D86"/>
                </a:solidFill>
              </a:defRPr>
            </a:lvl4pPr>
            <a:lvl5pPr algn="l">
              <a:defRPr sz="1500" b="1">
                <a:solidFill>
                  <a:srgbClr val="FF7D86"/>
                </a:solidFill>
              </a:defRPr>
            </a:lvl5pPr>
            <a:lvl6pPr algn="l">
              <a:defRPr sz="1500" b="1">
                <a:solidFill>
                  <a:srgbClr val="FF7D86"/>
                </a:solidFill>
              </a:defRPr>
            </a:lvl6pPr>
            <a:lvl7pPr algn="l">
              <a:defRPr sz="1500" b="1">
                <a:solidFill>
                  <a:srgbClr val="FF7D86"/>
                </a:solidFill>
              </a:defRPr>
            </a:lvl7pPr>
            <a:lvl8pPr algn="l">
              <a:defRPr sz="1500" b="1">
                <a:solidFill>
                  <a:srgbClr val="FF7D86"/>
                </a:solidFill>
              </a:defRPr>
            </a:lvl8pPr>
            <a:lvl9pPr algn="l">
              <a:defRPr sz="1500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7D86"/>
                </a:solidFill>
              </a:defRPr>
            </a:pPr>
            <a:r>
              <a:rPr sz="1500" b="1">
                <a:solidFill>
                  <a:srgbClr val="FF7D86"/>
                </a:solidFill>
              </a:rPr>
              <a:t>OFFRE DE LANCEMENT</a:t>
            </a:r>
          </a:p>
        </p:txBody>
      </p:sp>
      <p:sp>
        <p:nvSpPr>
          <p:cNvPr id="13" name="Valeur offre">
            <a:extLst xmlns:a="http://schemas.openxmlformats.org/drawingml/2006/main">
              <a:ext uri="{FF2B5EF4-FFF2-40B4-BE49-F238E27FC236}">
                <a16:creationId xmlns:a16="http://schemas.microsoft.com/office/drawing/2014/main" id="{D89861C6-60F1-479D-97F8-76930A5D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15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071829"/>
                </a:solidFill>
              </a:defRPr>
            </a:defPPr>
            <a:lvl1pPr algn="l">
              <a:defRPr sz="3150" b="1">
                <a:solidFill>
                  <a:srgbClr val="071829"/>
                </a:solidFill>
              </a:defRPr>
            </a:lvl1pPr>
            <a:lvl2pPr algn="l">
              <a:defRPr sz="3150" b="1">
                <a:solidFill>
                  <a:srgbClr val="071829"/>
                </a:solidFill>
              </a:defRPr>
            </a:lvl2pPr>
            <a:lvl3pPr algn="l">
              <a:defRPr sz="3150" b="1">
                <a:solidFill>
                  <a:srgbClr val="071829"/>
                </a:solidFill>
              </a:defRPr>
            </a:lvl3pPr>
            <a:lvl4pPr algn="l">
              <a:defRPr sz="3150" b="1">
                <a:solidFill>
                  <a:srgbClr val="071829"/>
                </a:solidFill>
              </a:defRPr>
            </a:lvl4pPr>
            <a:lvl5pPr algn="l">
              <a:defRPr sz="3150" b="1">
                <a:solidFill>
                  <a:srgbClr val="071829"/>
                </a:solidFill>
              </a:defRPr>
            </a:lvl5pPr>
            <a:lvl6pPr algn="l">
              <a:defRPr sz="3150" b="1">
                <a:solidFill>
                  <a:srgbClr val="071829"/>
                </a:solidFill>
              </a:defRPr>
            </a:lvl6pPr>
            <a:lvl7pPr algn="l">
              <a:defRPr sz="3150" b="1">
                <a:solidFill>
                  <a:srgbClr val="071829"/>
                </a:solidFill>
              </a:defRPr>
            </a:lvl7pPr>
            <a:lvl8pPr algn="l">
              <a:defRPr sz="3150" b="1">
                <a:solidFill>
                  <a:srgbClr val="071829"/>
                </a:solidFill>
              </a:defRPr>
            </a:lvl8pPr>
            <a:lvl9pPr algn="l">
              <a:defRPr sz="31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71829"/>
                </a:solidFill>
              </a:defRPr>
            </a:pPr>
            <a:r>
              <a:rPr sz="3150" b="1">
                <a:solidFill>
                  <a:srgbClr val="071829"/>
                </a:solidFill>
              </a:rPr>
              <a:t>1 AN OFFERT</a:t>
            </a:r>
          </a:p>
        </p:txBody>
      </p:sp>
      <p:sp>
        <p:nvSpPr>
          <p:cNvPr id="14" name="Téléphone cadre">
            <a:extLst xmlns:a="http://schemas.openxmlformats.org/drawingml/2006/main">
              <a:ext uri="{FF2B5EF4-FFF2-40B4-BE49-F238E27FC236}">
                <a16:creationId xmlns:a16="http://schemas.microsoft.com/office/drawing/2014/main" id="{588DDF3E-C341-4CB6-8074-E581D6C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3543300" cy="64293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éléphone écran">
            <a:extLst xmlns:a="http://schemas.openxmlformats.org/drawingml/2006/main">
              <a:ext uri="{FF2B5EF4-FFF2-40B4-BE49-F238E27FC236}">
                <a16:creationId xmlns:a16="http://schemas.microsoft.com/office/drawing/2014/main" id="{24AC5D7F-4E48-45B7-A113-228E49D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24475"/>
            <a:ext cx="3200400" cy="5953125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F2CD6-0113-4356-8D81-0D97D968F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b5e517905418f"/>
          <a:srcRect xmlns:a="http://schemas.openxmlformats.org/drawingml/2006/main" l="23607" t="0" r="23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5381625"/>
            <a:ext cx="3067050" cy="58102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7" name="CTA">
            <a:extLst xmlns:a="http://schemas.openxmlformats.org/drawingml/2006/main">
              <a:ext uri="{FF2B5EF4-FFF2-40B4-BE49-F238E27FC236}">
                <a16:creationId xmlns:a16="http://schemas.microsoft.com/office/drawing/2014/main" id="{C73945F9-372F-415E-BA4D-C682C58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15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Découvre le Pass  →</a:t>
            </a:r>
          </a:p>
        </p:txBody>
      </p:sp>
      <p:sp>
        <p:nvSpPr>
          <p:cNvPr id="18" name="Pagination">
            <a:extLst xmlns:a="http://schemas.openxmlformats.org/drawingml/2006/main">
              <a:ext uri="{FF2B5EF4-FFF2-40B4-BE49-F238E27FC236}">
                <a16:creationId xmlns:a16="http://schemas.microsoft.com/office/drawing/2014/main" id="{672644E0-C8B6-423D-946E-6A66E7D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1451877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ogo noir">
            <a:extLst xmlns:a="http://schemas.openxmlformats.org/drawingml/2006/main">
              <a:ext uri="{FF2B5EF4-FFF2-40B4-BE49-F238E27FC236}">
                <a16:creationId xmlns:a16="http://schemas.microsoft.com/office/drawing/2014/main" id="{92A9A9E4-9110-42FD-A0C4-C2AE5F03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izi</a:t>
            </a:r>
          </a:p>
        </p:txBody>
      </p:sp>
      <p:sp>
        <p:nvSpPr>
          <p:cNvPr id="2" name="Logo vert">
            <a:extLst xmlns:a="http://schemas.openxmlformats.org/drawingml/2006/main">
              <a:ext uri="{FF2B5EF4-FFF2-40B4-BE49-F238E27FC236}">
                <a16:creationId xmlns:a16="http://schemas.microsoft.com/office/drawing/2014/main" id="{23C35809-1CAC-4550-B5B0-F0BB1FA7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3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724DC1AD-E19D-4021-9711-4B9DDBFA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.co</a:t>
            </a:r>
          </a:p>
        </p:txBody>
      </p:sp>
      <p:sp>
        <p:nvSpPr>
          <p:cNvPr id="4" name="Pastille COMMENT ÇA MARCHE ?">
            <a:extLst xmlns:a="http://schemas.openxmlformats.org/drawingml/2006/main">
              <a:ext uri="{FF2B5EF4-FFF2-40B4-BE49-F238E27FC236}">
                <a16:creationId xmlns:a16="http://schemas.microsoft.com/office/drawing/2014/main" id="{251FC936-56E8-4BAE-B3F5-CD289B3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381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e COMMENT ÇA MARCHE ?">
            <a:extLst xmlns:a="http://schemas.openxmlformats.org/drawingml/2006/main">
              <a:ext uri="{FF2B5EF4-FFF2-40B4-BE49-F238E27FC236}">
                <a16:creationId xmlns:a16="http://schemas.microsoft.com/office/drawing/2014/main" id="{130FB694-CD8A-4F38-BA71-99D5B40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38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COMMENT ÇA MARCHE ?</a:t>
            </a:r>
          </a:p>
        </p:txBody>
      </p:sp>
      <p:sp>
        <p:nvSpPr>
          <p:cNvPr id="6" name="Titre ligne 1">
            <a:extLst xmlns:a="http://schemas.openxmlformats.org/drawingml/2006/main">
              <a:ext uri="{FF2B5EF4-FFF2-40B4-BE49-F238E27FC236}">
                <a16:creationId xmlns:a16="http://schemas.microsoft.com/office/drawing/2014/main" id="{48613049-A541-4EAD-A292-7922196F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071829"/>
                </a:solidFill>
              </a:defRPr>
            </a:defPPr>
            <a:lvl1pPr algn="l">
              <a:defRPr sz="5025" b="1">
                <a:solidFill>
                  <a:srgbClr val="071829"/>
                </a:solidFill>
              </a:defRPr>
            </a:lvl1pPr>
            <a:lvl2pPr algn="l">
              <a:defRPr sz="5025" b="1">
                <a:solidFill>
                  <a:srgbClr val="071829"/>
                </a:solidFill>
              </a:defRPr>
            </a:lvl2pPr>
            <a:lvl3pPr algn="l">
              <a:defRPr sz="5025" b="1">
                <a:solidFill>
                  <a:srgbClr val="071829"/>
                </a:solidFill>
              </a:defRPr>
            </a:lvl3pPr>
            <a:lvl4pPr algn="l">
              <a:defRPr sz="5025" b="1">
                <a:solidFill>
                  <a:srgbClr val="071829"/>
                </a:solidFill>
              </a:defRPr>
            </a:lvl4pPr>
            <a:lvl5pPr algn="l">
              <a:defRPr sz="5025" b="1">
                <a:solidFill>
                  <a:srgbClr val="071829"/>
                </a:solidFill>
              </a:defRPr>
            </a:lvl5pPr>
            <a:lvl6pPr algn="l">
              <a:defRPr sz="5025" b="1">
                <a:solidFill>
                  <a:srgbClr val="071829"/>
                </a:solidFill>
              </a:defRPr>
            </a:lvl6pPr>
            <a:lvl7pPr algn="l">
              <a:defRPr sz="5025" b="1">
                <a:solidFill>
                  <a:srgbClr val="071829"/>
                </a:solidFill>
              </a:defRPr>
            </a:lvl7pPr>
            <a:lvl8pPr algn="l">
              <a:defRPr sz="5025" b="1">
                <a:solidFill>
                  <a:srgbClr val="071829"/>
                </a:solidFill>
              </a:defRPr>
            </a:lvl8pPr>
            <a:lvl9pPr algn="l">
              <a:defRPr sz="50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071829"/>
                </a:solidFill>
              </a:defRPr>
            </a:pPr>
            <a:r>
              <a:rPr sz="5025" b="1">
                <a:solidFill>
                  <a:srgbClr val="071829"/>
                </a:solidFill>
              </a:rPr>
              <a:t>Trois types</a:t>
            </a:r>
          </a:p>
        </p:txBody>
      </p:sp>
      <p:sp>
        <p:nvSpPr>
          <p:cNvPr id="7" name="Titre ligne 2">
            <a:extLst xmlns:a="http://schemas.openxmlformats.org/drawingml/2006/main">
              <a:ext uri="{FF2B5EF4-FFF2-40B4-BE49-F238E27FC236}">
                <a16:creationId xmlns:a16="http://schemas.microsoft.com/office/drawing/2014/main" id="{BE70295C-8D8F-4F0B-B8D0-2E40783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18D29A"/>
                </a:solidFill>
              </a:defRPr>
            </a:defPPr>
            <a:lvl1pPr algn="l">
              <a:defRPr sz="5025" b="1">
                <a:solidFill>
                  <a:srgbClr val="18D29A"/>
                </a:solidFill>
              </a:defRPr>
            </a:lvl1pPr>
            <a:lvl2pPr algn="l">
              <a:defRPr sz="5025" b="1">
                <a:solidFill>
                  <a:srgbClr val="18D29A"/>
                </a:solidFill>
              </a:defRPr>
            </a:lvl2pPr>
            <a:lvl3pPr algn="l">
              <a:defRPr sz="5025" b="1">
                <a:solidFill>
                  <a:srgbClr val="18D29A"/>
                </a:solidFill>
              </a:defRPr>
            </a:lvl3pPr>
            <a:lvl4pPr algn="l">
              <a:defRPr sz="5025" b="1">
                <a:solidFill>
                  <a:srgbClr val="18D29A"/>
                </a:solidFill>
              </a:defRPr>
            </a:lvl4pPr>
            <a:lvl5pPr algn="l">
              <a:defRPr sz="5025" b="1">
                <a:solidFill>
                  <a:srgbClr val="18D29A"/>
                </a:solidFill>
              </a:defRPr>
            </a:lvl5pPr>
            <a:lvl6pPr algn="l">
              <a:defRPr sz="5025" b="1">
                <a:solidFill>
                  <a:srgbClr val="18D29A"/>
                </a:solidFill>
              </a:defRPr>
            </a:lvl6pPr>
            <a:lvl7pPr algn="l">
              <a:defRPr sz="5025" b="1">
                <a:solidFill>
                  <a:srgbClr val="18D29A"/>
                </a:solidFill>
              </a:defRPr>
            </a:lvl7pPr>
            <a:lvl8pPr algn="l">
              <a:defRPr sz="5025" b="1">
                <a:solidFill>
                  <a:srgbClr val="18D29A"/>
                </a:solidFill>
              </a:defRPr>
            </a:lvl8pPr>
            <a:lvl9pPr algn="l">
              <a:defRPr sz="502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18D29A"/>
                </a:solidFill>
              </a:defRPr>
            </a:pPr>
            <a:r>
              <a:rPr sz="5025" b="1">
                <a:solidFill>
                  <a:srgbClr val="18D29A"/>
                </a:solidFill>
              </a:rPr>
              <a:t>d’avantages.</a:t>
            </a:r>
          </a:p>
        </p:txBody>
      </p:sp>
      <p:sp>
        <p:nvSpPr>
          <p:cNvPr id="8" name="Carte Offre permanente">
            <a:extLst xmlns:a="http://schemas.openxmlformats.org/drawingml/2006/main">
              <a:ext uri="{FF2B5EF4-FFF2-40B4-BE49-F238E27FC236}">
                <a16:creationId xmlns:a16="http://schemas.microsoft.com/office/drawing/2014/main" id="{2510B5DA-FC3E-49BB-B3C7-1937411E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91059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cône fond Offre permanente">
            <a:extLst xmlns:a="http://schemas.openxmlformats.org/drawingml/2006/main">
              <a:ext uri="{FF2B5EF4-FFF2-40B4-BE49-F238E27FC236}">
                <a16:creationId xmlns:a16="http://schemas.microsoft.com/office/drawing/2014/main" id="{FBE6AB4F-2445-419A-BA23-73F7B238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90925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D29A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cône Offre permanente">
            <a:extLst xmlns:a="http://schemas.openxmlformats.org/drawingml/2006/main">
              <a:ext uri="{FF2B5EF4-FFF2-40B4-BE49-F238E27FC236}">
                <a16:creationId xmlns:a16="http://schemas.microsoft.com/office/drawing/2014/main" id="{FDEFB29C-A821-416B-AFFA-F0FA328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314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18D29A"/>
                </a:solidFill>
              </a:defRPr>
            </a:defPPr>
            <a:lvl1pPr algn="ctr">
              <a:defRPr sz="5250" b="1">
                <a:solidFill>
                  <a:srgbClr val="18D29A"/>
                </a:solidFill>
              </a:defRPr>
            </a:lvl1pPr>
            <a:lvl2pPr algn="ctr">
              <a:defRPr sz="5250" b="1">
                <a:solidFill>
                  <a:srgbClr val="18D29A"/>
                </a:solidFill>
              </a:defRPr>
            </a:lvl2pPr>
            <a:lvl3pPr algn="ctr">
              <a:defRPr sz="5250" b="1">
                <a:solidFill>
                  <a:srgbClr val="18D29A"/>
                </a:solidFill>
              </a:defRPr>
            </a:lvl3pPr>
            <a:lvl4pPr algn="ctr">
              <a:defRPr sz="5250" b="1">
                <a:solidFill>
                  <a:srgbClr val="18D29A"/>
                </a:solidFill>
              </a:defRPr>
            </a:lvl4pPr>
            <a:lvl5pPr algn="ctr">
              <a:defRPr sz="5250" b="1">
                <a:solidFill>
                  <a:srgbClr val="18D29A"/>
                </a:solidFill>
              </a:defRPr>
            </a:lvl5pPr>
            <a:lvl6pPr algn="ctr">
              <a:defRPr sz="5250" b="1">
                <a:solidFill>
                  <a:srgbClr val="18D29A"/>
                </a:solidFill>
              </a:defRPr>
            </a:lvl6pPr>
            <a:lvl7pPr algn="ctr">
              <a:defRPr sz="5250" b="1">
                <a:solidFill>
                  <a:srgbClr val="18D29A"/>
                </a:solidFill>
              </a:defRPr>
            </a:lvl7pPr>
            <a:lvl8pPr algn="ctr">
              <a:defRPr sz="5250" b="1">
                <a:solidFill>
                  <a:srgbClr val="18D29A"/>
                </a:solidFill>
              </a:defRPr>
            </a:lvl8pPr>
            <a:lvl9pPr algn="ctr">
              <a:defRPr sz="5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18D29A"/>
                </a:solidFill>
              </a:defRPr>
            </a:pPr>
            <a:r>
              <a:rPr sz="5250" b="1">
                <a:solidFill>
                  <a:srgbClr val="18D29A"/>
                </a:solidFill>
              </a:rPr>
              <a:t>∞</a:t>
            </a:r>
          </a:p>
        </p:txBody>
      </p:sp>
      <p:sp>
        <p:nvSpPr>
          <p:cNvPr id="11" name="Titre Offre permanente">
            <a:extLst xmlns:a="http://schemas.openxmlformats.org/drawingml/2006/main">
              <a:ext uri="{FF2B5EF4-FFF2-40B4-BE49-F238E27FC236}">
                <a16:creationId xmlns:a16="http://schemas.microsoft.com/office/drawing/2014/main" id="{6A8D8AAC-0CFD-4C80-A992-D500AA0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071829"/>
                </a:solidFill>
              </a:defRPr>
            </a:defPPr>
            <a:lvl1pPr algn="l">
              <a:defRPr sz="2850" b="1">
                <a:solidFill>
                  <a:srgbClr val="071829"/>
                </a:solidFill>
              </a:defRPr>
            </a:lvl1pPr>
            <a:lvl2pPr algn="l">
              <a:defRPr sz="2850" b="1">
                <a:solidFill>
                  <a:srgbClr val="071829"/>
                </a:solidFill>
              </a:defRPr>
            </a:lvl2pPr>
            <a:lvl3pPr algn="l">
              <a:defRPr sz="2850" b="1">
                <a:solidFill>
                  <a:srgbClr val="071829"/>
                </a:solidFill>
              </a:defRPr>
            </a:lvl3pPr>
            <a:lvl4pPr algn="l">
              <a:defRPr sz="2850" b="1">
                <a:solidFill>
                  <a:srgbClr val="071829"/>
                </a:solidFill>
              </a:defRPr>
            </a:lvl4pPr>
            <a:lvl5pPr algn="l">
              <a:defRPr sz="2850" b="1">
                <a:solidFill>
                  <a:srgbClr val="071829"/>
                </a:solidFill>
              </a:defRPr>
            </a:lvl5pPr>
            <a:lvl6pPr algn="l">
              <a:defRPr sz="2850" b="1">
                <a:solidFill>
                  <a:srgbClr val="071829"/>
                </a:solidFill>
              </a:defRPr>
            </a:lvl6pPr>
            <a:lvl7pPr algn="l">
              <a:defRPr sz="2850" b="1">
                <a:solidFill>
                  <a:srgbClr val="071829"/>
                </a:solidFill>
              </a:defRPr>
            </a:lvl7pPr>
            <a:lvl8pPr algn="l">
              <a:defRPr sz="2850" b="1">
                <a:solidFill>
                  <a:srgbClr val="071829"/>
                </a:solidFill>
              </a:defRPr>
            </a:lvl8pPr>
            <a:lvl9pPr algn="l">
              <a:defRPr sz="28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71829"/>
                </a:solidFill>
              </a:defRPr>
            </a:pPr>
            <a:r>
              <a:rPr sz="2850" b="1">
                <a:solidFill>
                  <a:srgbClr val="071829"/>
                </a:solidFill>
              </a:rPr>
              <a:t>Offre permanente</a:t>
            </a:r>
          </a:p>
        </p:txBody>
      </p:sp>
      <p:sp>
        <p:nvSpPr>
          <p:cNvPr id="12" name="Fréquence Offre permanente">
            <a:extLst xmlns:a="http://schemas.openxmlformats.org/drawingml/2006/main">
              <a:ext uri="{FF2B5EF4-FFF2-40B4-BE49-F238E27FC236}">
                <a16:creationId xmlns:a16="http://schemas.microsoft.com/office/drawing/2014/main" id="{06D0D4B4-B0B3-4DE1-B402-FEE948AC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647184"/>
                </a:solidFill>
              </a:defRPr>
            </a:defPPr>
            <a:lvl1pPr algn="l">
              <a:defRPr sz="2100" b="0">
                <a:solidFill>
                  <a:srgbClr val="647184"/>
                </a:solidFill>
              </a:defRPr>
            </a:lvl1pPr>
            <a:lvl2pPr algn="l">
              <a:defRPr sz="2100" b="0">
                <a:solidFill>
                  <a:srgbClr val="647184"/>
                </a:solidFill>
              </a:defRPr>
            </a:lvl2pPr>
            <a:lvl3pPr algn="l">
              <a:defRPr sz="2100" b="0">
                <a:solidFill>
                  <a:srgbClr val="647184"/>
                </a:solidFill>
              </a:defRPr>
            </a:lvl3pPr>
            <a:lvl4pPr algn="l">
              <a:defRPr sz="2100" b="0">
                <a:solidFill>
                  <a:srgbClr val="647184"/>
                </a:solidFill>
              </a:defRPr>
            </a:lvl4pPr>
            <a:lvl5pPr algn="l">
              <a:defRPr sz="2100" b="0">
                <a:solidFill>
                  <a:srgbClr val="647184"/>
                </a:solidFill>
              </a:defRPr>
            </a:lvl5pPr>
            <a:lvl6pPr algn="l">
              <a:defRPr sz="2100" b="0">
                <a:solidFill>
                  <a:srgbClr val="647184"/>
                </a:solidFill>
              </a:defRPr>
            </a:lvl6pPr>
            <a:lvl7pPr algn="l">
              <a:defRPr sz="2100" b="0">
                <a:solidFill>
                  <a:srgbClr val="647184"/>
                </a:solidFill>
              </a:defRPr>
            </a:lvl7pPr>
            <a:lvl8pPr algn="l">
              <a:defRPr sz="2100" b="0">
                <a:solidFill>
                  <a:srgbClr val="647184"/>
                </a:solidFill>
              </a:defRPr>
            </a:lvl8pPr>
            <a:lvl9pPr algn="l">
              <a:defRPr sz="2100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7184"/>
                </a:solidFill>
              </a:defRPr>
            </a:pPr>
            <a:r>
              <a:rPr sz="2100" b="0">
                <a:solidFill>
                  <a:srgbClr val="647184"/>
                </a:solidFill>
              </a:rPr>
              <a:t>1 fois par jour et par lieu</a:t>
            </a:r>
          </a:p>
        </p:txBody>
      </p:sp>
      <p:sp>
        <p:nvSpPr>
          <p:cNvPr id="13" name="Précision Offre permanente">
            <a:extLst xmlns:a="http://schemas.openxmlformats.org/drawingml/2006/main">
              <a:ext uri="{FF2B5EF4-FFF2-40B4-BE49-F238E27FC236}">
                <a16:creationId xmlns:a16="http://schemas.microsoft.com/office/drawing/2014/main" id="{FDF4EAF1-7DBC-4101-906D-48890718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8D29A"/>
                </a:solidFill>
              </a:defRPr>
            </a:defPPr>
            <a:lvl1pPr algn="l">
              <a:defRPr sz="1725" b="1">
                <a:solidFill>
                  <a:srgbClr val="18D29A"/>
                </a:solidFill>
              </a:defRPr>
            </a:lvl1pPr>
            <a:lvl2pPr algn="l">
              <a:defRPr sz="1725" b="1">
                <a:solidFill>
                  <a:srgbClr val="18D29A"/>
                </a:solidFill>
              </a:defRPr>
            </a:lvl2pPr>
            <a:lvl3pPr algn="l">
              <a:defRPr sz="1725" b="1">
                <a:solidFill>
                  <a:srgbClr val="18D29A"/>
                </a:solidFill>
              </a:defRPr>
            </a:lvl3pPr>
            <a:lvl4pPr algn="l">
              <a:defRPr sz="1725" b="1">
                <a:solidFill>
                  <a:srgbClr val="18D29A"/>
                </a:solidFill>
              </a:defRPr>
            </a:lvl4pPr>
            <a:lvl5pPr algn="l">
              <a:defRPr sz="1725" b="1">
                <a:solidFill>
                  <a:srgbClr val="18D29A"/>
                </a:solidFill>
              </a:defRPr>
            </a:lvl5pPr>
            <a:lvl6pPr algn="l">
              <a:defRPr sz="1725" b="1">
                <a:solidFill>
                  <a:srgbClr val="18D29A"/>
                </a:solidFill>
              </a:defRPr>
            </a:lvl6pPr>
            <a:lvl7pPr algn="l">
              <a:defRPr sz="1725" b="1">
                <a:solidFill>
                  <a:srgbClr val="18D29A"/>
                </a:solidFill>
              </a:defRPr>
            </a:lvl7pPr>
            <a:lvl8pPr algn="l">
              <a:defRPr sz="1725" b="1">
                <a:solidFill>
                  <a:srgbClr val="18D29A"/>
                </a:solidFill>
              </a:defRPr>
            </a:lvl8pPr>
            <a:lvl9pPr algn="l">
              <a:defRPr sz="172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8D29A"/>
                </a:solidFill>
              </a:defRPr>
            </a:pPr>
            <a:r>
              <a:rPr sz="1725" b="1">
                <a:solidFill>
                  <a:srgbClr val="18D29A"/>
                </a:solidFill>
              </a:rPr>
              <a:t>À renouveler chaque jour</a:t>
            </a:r>
          </a:p>
        </p:txBody>
      </p:sp>
      <p:sp>
        <p:nvSpPr>
          <p:cNvPr id="14" name="Carte Cadeau annuel">
            <a:extLst xmlns:a="http://schemas.openxmlformats.org/drawingml/2006/main">
              <a:ext uri="{FF2B5EF4-FFF2-40B4-BE49-F238E27FC236}">
                <a16:creationId xmlns:a16="http://schemas.microsoft.com/office/drawing/2014/main" id="{DDDBAF95-E2D7-43BC-9B30-5B55A58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91059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cône fond Cadeau annuel">
            <a:extLst xmlns:a="http://schemas.openxmlformats.org/drawingml/2006/main">
              <a:ext uri="{FF2B5EF4-FFF2-40B4-BE49-F238E27FC236}">
                <a16:creationId xmlns:a16="http://schemas.microsoft.com/office/drawing/2014/main" id="{356B4AD9-9443-4C42-8BCF-4750B688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0198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8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cône Cadeau annuel">
            <a:extLst xmlns:a="http://schemas.openxmlformats.org/drawingml/2006/main">
              <a:ext uri="{FF2B5EF4-FFF2-40B4-BE49-F238E27FC236}">
                <a16:creationId xmlns:a16="http://schemas.microsoft.com/office/drawing/2014/main" id="{F6A77413-44FE-4F94-AC67-B547C8E6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62675"/>
            <a:ext cx="1314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FF7D86"/>
                </a:solidFill>
              </a:defRPr>
            </a:defPPr>
            <a:lvl1pPr algn="ctr">
              <a:defRPr sz="5250" b="1">
                <a:solidFill>
                  <a:srgbClr val="FF7D86"/>
                </a:solidFill>
              </a:defRPr>
            </a:lvl1pPr>
            <a:lvl2pPr algn="ctr">
              <a:defRPr sz="5250" b="1">
                <a:solidFill>
                  <a:srgbClr val="FF7D86"/>
                </a:solidFill>
              </a:defRPr>
            </a:lvl2pPr>
            <a:lvl3pPr algn="ctr">
              <a:defRPr sz="5250" b="1">
                <a:solidFill>
                  <a:srgbClr val="FF7D86"/>
                </a:solidFill>
              </a:defRPr>
            </a:lvl3pPr>
            <a:lvl4pPr algn="ctr">
              <a:defRPr sz="5250" b="1">
                <a:solidFill>
                  <a:srgbClr val="FF7D86"/>
                </a:solidFill>
              </a:defRPr>
            </a:lvl4pPr>
            <a:lvl5pPr algn="ctr">
              <a:defRPr sz="5250" b="1">
                <a:solidFill>
                  <a:srgbClr val="FF7D86"/>
                </a:solidFill>
              </a:defRPr>
            </a:lvl5pPr>
            <a:lvl6pPr algn="ctr">
              <a:defRPr sz="5250" b="1">
                <a:solidFill>
                  <a:srgbClr val="FF7D86"/>
                </a:solidFill>
              </a:defRPr>
            </a:lvl6pPr>
            <a:lvl7pPr algn="ctr">
              <a:defRPr sz="5250" b="1">
                <a:solidFill>
                  <a:srgbClr val="FF7D86"/>
                </a:solidFill>
              </a:defRPr>
            </a:lvl7pPr>
            <a:lvl8pPr algn="ctr">
              <a:defRPr sz="5250" b="1">
                <a:solidFill>
                  <a:srgbClr val="FF7D86"/>
                </a:solidFill>
              </a:defRPr>
            </a:lvl8pPr>
            <a:lvl9pPr algn="ctr">
              <a:defRPr sz="5250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FF7D86"/>
                </a:solidFill>
              </a:defRPr>
            </a:pPr>
            <a:r>
              <a:rPr sz="5250" b="1">
                <a:solidFill>
                  <a:srgbClr val="FF7D86"/>
                </a:solidFill>
              </a:rPr>
              <a:t>□</a:t>
            </a:r>
          </a:p>
        </p:txBody>
      </p:sp>
      <p:sp>
        <p:nvSpPr>
          <p:cNvPr id="17" name="Titre Cadeau annuel">
            <a:extLst xmlns:a="http://schemas.openxmlformats.org/drawingml/2006/main">
              <a:ext uri="{FF2B5EF4-FFF2-40B4-BE49-F238E27FC236}">
                <a16:creationId xmlns:a16="http://schemas.microsoft.com/office/drawing/2014/main" id="{1613D4F0-6B3E-47DB-A201-9213CBBD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626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071829"/>
                </a:solidFill>
              </a:defRPr>
            </a:defPPr>
            <a:lvl1pPr algn="l">
              <a:defRPr sz="2850" b="1">
                <a:solidFill>
                  <a:srgbClr val="071829"/>
                </a:solidFill>
              </a:defRPr>
            </a:lvl1pPr>
            <a:lvl2pPr algn="l">
              <a:defRPr sz="2850" b="1">
                <a:solidFill>
                  <a:srgbClr val="071829"/>
                </a:solidFill>
              </a:defRPr>
            </a:lvl2pPr>
            <a:lvl3pPr algn="l">
              <a:defRPr sz="2850" b="1">
                <a:solidFill>
                  <a:srgbClr val="071829"/>
                </a:solidFill>
              </a:defRPr>
            </a:lvl3pPr>
            <a:lvl4pPr algn="l">
              <a:defRPr sz="2850" b="1">
                <a:solidFill>
                  <a:srgbClr val="071829"/>
                </a:solidFill>
              </a:defRPr>
            </a:lvl4pPr>
            <a:lvl5pPr algn="l">
              <a:defRPr sz="2850" b="1">
                <a:solidFill>
                  <a:srgbClr val="071829"/>
                </a:solidFill>
              </a:defRPr>
            </a:lvl5pPr>
            <a:lvl6pPr algn="l">
              <a:defRPr sz="2850" b="1">
                <a:solidFill>
                  <a:srgbClr val="071829"/>
                </a:solidFill>
              </a:defRPr>
            </a:lvl6pPr>
            <a:lvl7pPr algn="l">
              <a:defRPr sz="2850" b="1">
                <a:solidFill>
                  <a:srgbClr val="071829"/>
                </a:solidFill>
              </a:defRPr>
            </a:lvl7pPr>
            <a:lvl8pPr algn="l">
              <a:defRPr sz="2850" b="1">
                <a:solidFill>
                  <a:srgbClr val="071829"/>
                </a:solidFill>
              </a:defRPr>
            </a:lvl8pPr>
            <a:lvl9pPr algn="l">
              <a:defRPr sz="28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71829"/>
                </a:solidFill>
              </a:defRPr>
            </a:pPr>
            <a:r>
              <a:rPr sz="2850" b="1">
                <a:solidFill>
                  <a:srgbClr val="071829"/>
                </a:solidFill>
              </a:rPr>
              <a:t>Cadeau annuel</a:t>
            </a:r>
          </a:p>
        </p:txBody>
      </p:sp>
      <p:sp>
        <p:nvSpPr>
          <p:cNvPr id="18" name="Fréquence Cadeau annuel">
            <a:extLst xmlns:a="http://schemas.openxmlformats.org/drawingml/2006/main">
              <a:ext uri="{FF2B5EF4-FFF2-40B4-BE49-F238E27FC236}">
                <a16:creationId xmlns:a16="http://schemas.microsoft.com/office/drawing/2014/main" id="{B85E130F-7CA8-4DAB-A9DC-6C12827B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6675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647184"/>
                </a:solidFill>
              </a:defRPr>
            </a:defPPr>
            <a:lvl1pPr algn="l">
              <a:defRPr sz="2100" b="0">
                <a:solidFill>
                  <a:srgbClr val="647184"/>
                </a:solidFill>
              </a:defRPr>
            </a:lvl1pPr>
            <a:lvl2pPr algn="l">
              <a:defRPr sz="2100" b="0">
                <a:solidFill>
                  <a:srgbClr val="647184"/>
                </a:solidFill>
              </a:defRPr>
            </a:lvl2pPr>
            <a:lvl3pPr algn="l">
              <a:defRPr sz="2100" b="0">
                <a:solidFill>
                  <a:srgbClr val="647184"/>
                </a:solidFill>
              </a:defRPr>
            </a:lvl3pPr>
            <a:lvl4pPr algn="l">
              <a:defRPr sz="2100" b="0">
                <a:solidFill>
                  <a:srgbClr val="647184"/>
                </a:solidFill>
              </a:defRPr>
            </a:lvl4pPr>
            <a:lvl5pPr algn="l">
              <a:defRPr sz="2100" b="0">
                <a:solidFill>
                  <a:srgbClr val="647184"/>
                </a:solidFill>
              </a:defRPr>
            </a:lvl5pPr>
            <a:lvl6pPr algn="l">
              <a:defRPr sz="2100" b="0">
                <a:solidFill>
                  <a:srgbClr val="647184"/>
                </a:solidFill>
              </a:defRPr>
            </a:lvl6pPr>
            <a:lvl7pPr algn="l">
              <a:defRPr sz="2100" b="0">
                <a:solidFill>
                  <a:srgbClr val="647184"/>
                </a:solidFill>
              </a:defRPr>
            </a:lvl7pPr>
            <a:lvl8pPr algn="l">
              <a:defRPr sz="2100" b="0">
                <a:solidFill>
                  <a:srgbClr val="647184"/>
                </a:solidFill>
              </a:defRPr>
            </a:lvl8pPr>
            <a:lvl9pPr algn="l">
              <a:defRPr sz="2100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7184"/>
                </a:solidFill>
              </a:defRPr>
            </a:pPr>
            <a:r>
              <a:rPr sz="2100" b="0">
                <a:solidFill>
                  <a:srgbClr val="647184"/>
                </a:solidFill>
              </a:rPr>
              <a:t>1 fois par an dans chaque lieu participant</a:t>
            </a:r>
          </a:p>
        </p:txBody>
      </p:sp>
      <p:sp>
        <p:nvSpPr>
          <p:cNvPr id="19" name="Précision Cadeau annuel">
            <a:extLst xmlns:a="http://schemas.openxmlformats.org/drawingml/2006/main">
              <a:ext uri="{FF2B5EF4-FFF2-40B4-BE49-F238E27FC236}">
                <a16:creationId xmlns:a16="http://schemas.microsoft.com/office/drawing/2014/main" id="{5EAA7FB3-1867-4181-84F5-9DF8D8FC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437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7D86"/>
                </a:solidFill>
              </a:defRPr>
            </a:defPPr>
            <a:lvl1pPr algn="l">
              <a:defRPr sz="1725" b="1">
                <a:solidFill>
                  <a:srgbClr val="FF7D86"/>
                </a:solidFill>
              </a:defRPr>
            </a:lvl1pPr>
            <a:lvl2pPr algn="l">
              <a:defRPr sz="1725" b="1">
                <a:solidFill>
                  <a:srgbClr val="FF7D86"/>
                </a:solidFill>
              </a:defRPr>
            </a:lvl2pPr>
            <a:lvl3pPr algn="l">
              <a:defRPr sz="1725" b="1">
                <a:solidFill>
                  <a:srgbClr val="FF7D86"/>
                </a:solidFill>
              </a:defRPr>
            </a:lvl3pPr>
            <a:lvl4pPr algn="l">
              <a:defRPr sz="1725" b="1">
                <a:solidFill>
                  <a:srgbClr val="FF7D86"/>
                </a:solidFill>
              </a:defRPr>
            </a:lvl4pPr>
            <a:lvl5pPr algn="l">
              <a:defRPr sz="1725" b="1">
                <a:solidFill>
                  <a:srgbClr val="FF7D86"/>
                </a:solidFill>
              </a:defRPr>
            </a:lvl5pPr>
            <a:lvl6pPr algn="l">
              <a:defRPr sz="1725" b="1">
                <a:solidFill>
                  <a:srgbClr val="FF7D86"/>
                </a:solidFill>
              </a:defRPr>
            </a:lvl6pPr>
            <a:lvl7pPr algn="l">
              <a:defRPr sz="1725" b="1">
                <a:solidFill>
                  <a:srgbClr val="FF7D86"/>
                </a:solidFill>
              </a:defRPr>
            </a:lvl7pPr>
            <a:lvl8pPr algn="l">
              <a:defRPr sz="1725" b="1">
                <a:solidFill>
                  <a:srgbClr val="FF7D86"/>
                </a:solidFill>
              </a:defRPr>
            </a:lvl8pPr>
            <a:lvl9pPr algn="l">
              <a:defRPr sz="1725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7D86"/>
                </a:solidFill>
              </a:defRPr>
            </a:pPr>
            <a:r>
              <a:rPr sz="1725" b="1">
                <a:solidFill>
                  <a:srgbClr val="FF7D86"/>
                </a:solidFill>
              </a:rPr>
              <a:t>Selon les cadeaux proposés par le lieu</a:t>
            </a:r>
          </a:p>
        </p:txBody>
      </p:sp>
      <p:sp>
        <p:nvSpPr>
          <p:cNvPr id="20" name="Carte Offre anniversaire">
            <a:extLst xmlns:a="http://schemas.openxmlformats.org/drawingml/2006/main">
              <a:ext uri="{FF2B5EF4-FFF2-40B4-BE49-F238E27FC236}">
                <a16:creationId xmlns:a16="http://schemas.microsoft.com/office/drawing/2014/main" id="{E967FE6E-04F4-4C7A-973E-CD085C0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43875"/>
            <a:ext cx="91059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cône fond Offre anniversaire">
            <a:extLst xmlns:a="http://schemas.openxmlformats.org/drawingml/2006/main">
              <a:ext uri="{FF2B5EF4-FFF2-40B4-BE49-F238E27FC236}">
                <a16:creationId xmlns:a16="http://schemas.microsoft.com/office/drawing/2014/main" id="{0350F106-7A07-454F-8C99-E74713D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448675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cône Offre anniversaire">
            <a:extLst xmlns:a="http://schemas.openxmlformats.org/drawingml/2006/main">
              <a:ext uri="{FF2B5EF4-FFF2-40B4-BE49-F238E27FC236}">
                <a16:creationId xmlns:a16="http://schemas.microsoft.com/office/drawing/2014/main" id="{0E5C4A76-BC1F-4D1F-9F2F-A6F60841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314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F4C95D"/>
                </a:solidFill>
              </a:defRPr>
            </a:defPPr>
            <a:lvl1pPr algn="ctr">
              <a:defRPr sz="5250" b="1">
                <a:solidFill>
                  <a:srgbClr val="F4C95D"/>
                </a:solidFill>
              </a:defRPr>
            </a:lvl1pPr>
            <a:lvl2pPr algn="ctr">
              <a:defRPr sz="5250" b="1">
                <a:solidFill>
                  <a:srgbClr val="F4C95D"/>
                </a:solidFill>
              </a:defRPr>
            </a:lvl2pPr>
            <a:lvl3pPr algn="ctr">
              <a:defRPr sz="5250" b="1">
                <a:solidFill>
                  <a:srgbClr val="F4C95D"/>
                </a:solidFill>
              </a:defRPr>
            </a:lvl3pPr>
            <a:lvl4pPr algn="ctr">
              <a:defRPr sz="5250" b="1">
                <a:solidFill>
                  <a:srgbClr val="F4C95D"/>
                </a:solidFill>
              </a:defRPr>
            </a:lvl4pPr>
            <a:lvl5pPr algn="ctr">
              <a:defRPr sz="5250" b="1">
                <a:solidFill>
                  <a:srgbClr val="F4C95D"/>
                </a:solidFill>
              </a:defRPr>
            </a:lvl5pPr>
            <a:lvl6pPr algn="ctr">
              <a:defRPr sz="5250" b="1">
                <a:solidFill>
                  <a:srgbClr val="F4C95D"/>
                </a:solidFill>
              </a:defRPr>
            </a:lvl6pPr>
            <a:lvl7pPr algn="ctr">
              <a:defRPr sz="5250" b="1">
                <a:solidFill>
                  <a:srgbClr val="F4C95D"/>
                </a:solidFill>
              </a:defRPr>
            </a:lvl7pPr>
            <a:lvl8pPr algn="ctr">
              <a:defRPr sz="5250" b="1">
                <a:solidFill>
                  <a:srgbClr val="F4C95D"/>
                </a:solidFill>
              </a:defRPr>
            </a:lvl8pPr>
            <a:lvl9pPr algn="ctr">
              <a:defRPr sz="5250" b="1">
                <a:solidFill>
                  <a:srgbClr val="F4C95D"/>
                </a:solidFill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F4C95D"/>
                </a:solidFill>
              </a:defRPr>
            </a:pPr>
            <a:r>
              <a:rPr sz="5250" b="1">
                <a:solidFill>
                  <a:srgbClr val="F4C95D"/>
                </a:solidFill>
              </a:rPr>
              <a:t>●</a:t>
            </a:r>
          </a:p>
        </p:txBody>
      </p:sp>
      <p:sp>
        <p:nvSpPr>
          <p:cNvPr id="23" name="Titre Offre anniversaire">
            <a:extLst xmlns:a="http://schemas.openxmlformats.org/drawingml/2006/main">
              <a:ext uri="{FF2B5EF4-FFF2-40B4-BE49-F238E27FC236}">
                <a16:creationId xmlns:a16="http://schemas.microsoft.com/office/drawing/2014/main" id="{36E49797-FB4B-4BD5-AA57-62820537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5915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071829"/>
                </a:solidFill>
              </a:defRPr>
            </a:defPPr>
            <a:lvl1pPr algn="l">
              <a:defRPr sz="2850" b="1">
                <a:solidFill>
                  <a:srgbClr val="071829"/>
                </a:solidFill>
              </a:defRPr>
            </a:lvl1pPr>
            <a:lvl2pPr algn="l">
              <a:defRPr sz="2850" b="1">
                <a:solidFill>
                  <a:srgbClr val="071829"/>
                </a:solidFill>
              </a:defRPr>
            </a:lvl2pPr>
            <a:lvl3pPr algn="l">
              <a:defRPr sz="2850" b="1">
                <a:solidFill>
                  <a:srgbClr val="071829"/>
                </a:solidFill>
              </a:defRPr>
            </a:lvl3pPr>
            <a:lvl4pPr algn="l">
              <a:defRPr sz="2850" b="1">
                <a:solidFill>
                  <a:srgbClr val="071829"/>
                </a:solidFill>
              </a:defRPr>
            </a:lvl4pPr>
            <a:lvl5pPr algn="l">
              <a:defRPr sz="2850" b="1">
                <a:solidFill>
                  <a:srgbClr val="071829"/>
                </a:solidFill>
              </a:defRPr>
            </a:lvl5pPr>
            <a:lvl6pPr algn="l">
              <a:defRPr sz="2850" b="1">
                <a:solidFill>
                  <a:srgbClr val="071829"/>
                </a:solidFill>
              </a:defRPr>
            </a:lvl6pPr>
            <a:lvl7pPr algn="l">
              <a:defRPr sz="2850" b="1">
                <a:solidFill>
                  <a:srgbClr val="071829"/>
                </a:solidFill>
              </a:defRPr>
            </a:lvl7pPr>
            <a:lvl8pPr algn="l">
              <a:defRPr sz="2850" b="1">
                <a:solidFill>
                  <a:srgbClr val="071829"/>
                </a:solidFill>
              </a:defRPr>
            </a:lvl8pPr>
            <a:lvl9pPr algn="l">
              <a:defRPr sz="28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71829"/>
                </a:solidFill>
              </a:defRPr>
            </a:pPr>
            <a:r>
              <a:rPr sz="2850" b="1">
                <a:solidFill>
                  <a:srgbClr val="071829"/>
                </a:solidFill>
              </a:rPr>
              <a:t>Offre anniversaire</a:t>
            </a:r>
          </a:p>
        </p:txBody>
      </p:sp>
      <p:sp>
        <p:nvSpPr>
          <p:cNvPr id="24" name="Fréquence Offre anniversaire">
            <a:extLst xmlns:a="http://schemas.openxmlformats.org/drawingml/2006/main">
              <a:ext uri="{FF2B5EF4-FFF2-40B4-BE49-F238E27FC236}">
                <a16:creationId xmlns:a16="http://schemas.microsoft.com/office/drawing/2014/main" id="{0FC3CA75-0D6A-4D02-95BA-F0E82DC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0963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647184"/>
                </a:solidFill>
              </a:defRPr>
            </a:defPPr>
            <a:lvl1pPr algn="l">
              <a:defRPr sz="2100" b="0">
                <a:solidFill>
                  <a:srgbClr val="647184"/>
                </a:solidFill>
              </a:defRPr>
            </a:lvl1pPr>
            <a:lvl2pPr algn="l">
              <a:defRPr sz="2100" b="0">
                <a:solidFill>
                  <a:srgbClr val="647184"/>
                </a:solidFill>
              </a:defRPr>
            </a:lvl2pPr>
            <a:lvl3pPr algn="l">
              <a:defRPr sz="2100" b="0">
                <a:solidFill>
                  <a:srgbClr val="647184"/>
                </a:solidFill>
              </a:defRPr>
            </a:lvl3pPr>
            <a:lvl4pPr algn="l">
              <a:defRPr sz="2100" b="0">
                <a:solidFill>
                  <a:srgbClr val="647184"/>
                </a:solidFill>
              </a:defRPr>
            </a:lvl4pPr>
            <a:lvl5pPr algn="l">
              <a:defRPr sz="2100" b="0">
                <a:solidFill>
                  <a:srgbClr val="647184"/>
                </a:solidFill>
              </a:defRPr>
            </a:lvl5pPr>
            <a:lvl6pPr algn="l">
              <a:defRPr sz="2100" b="0">
                <a:solidFill>
                  <a:srgbClr val="647184"/>
                </a:solidFill>
              </a:defRPr>
            </a:lvl6pPr>
            <a:lvl7pPr algn="l">
              <a:defRPr sz="2100" b="0">
                <a:solidFill>
                  <a:srgbClr val="647184"/>
                </a:solidFill>
              </a:defRPr>
            </a:lvl7pPr>
            <a:lvl8pPr algn="l">
              <a:defRPr sz="2100" b="0">
                <a:solidFill>
                  <a:srgbClr val="647184"/>
                </a:solidFill>
              </a:defRPr>
            </a:lvl8pPr>
            <a:lvl9pPr algn="l">
              <a:defRPr sz="2100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7184"/>
                </a:solidFill>
              </a:defRPr>
            </a:pPr>
            <a:r>
              <a:rPr sz="2100" b="0">
                <a:solidFill>
                  <a:srgbClr val="647184"/>
                </a:solidFill>
              </a:rPr>
              <a:t>1 fois par an dans un lieu participant</a:t>
            </a:r>
          </a:p>
        </p:txBody>
      </p:sp>
      <p:sp>
        <p:nvSpPr>
          <p:cNvPr id="25" name="Précision Offre anniversaire">
            <a:extLst xmlns:a="http://schemas.openxmlformats.org/drawingml/2006/main">
              <a:ext uri="{FF2B5EF4-FFF2-40B4-BE49-F238E27FC236}">
                <a16:creationId xmlns:a16="http://schemas.microsoft.com/office/drawing/2014/main" id="{BDD660D2-1671-4BD1-ADEF-9B59E0A2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726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C95D"/>
                </a:solidFill>
              </a:defRPr>
            </a:defPPr>
            <a:lvl1pPr algn="l">
              <a:defRPr sz="1725" b="1">
                <a:solidFill>
                  <a:srgbClr val="F4C95D"/>
                </a:solidFill>
              </a:defRPr>
            </a:lvl1pPr>
            <a:lvl2pPr algn="l">
              <a:defRPr sz="1725" b="1">
                <a:solidFill>
                  <a:srgbClr val="F4C95D"/>
                </a:solidFill>
              </a:defRPr>
            </a:lvl2pPr>
            <a:lvl3pPr algn="l">
              <a:defRPr sz="1725" b="1">
                <a:solidFill>
                  <a:srgbClr val="F4C95D"/>
                </a:solidFill>
              </a:defRPr>
            </a:lvl3pPr>
            <a:lvl4pPr algn="l">
              <a:defRPr sz="1725" b="1">
                <a:solidFill>
                  <a:srgbClr val="F4C95D"/>
                </a:solidFill>
              </a:defRPr>
            </a:lvl4pPr>
            <a:lvl5pPr algn="l">
              <a:defRPr sz="1725" b="1">
                <a:solidFill>
                  <a:srgbClr val="F4C95D"/>
                </a:solidFill>
              </a:defRPr>
            </a:lvl5pPr>
            <a:lvl6pPr algn="l">
              <a:defRPr sz="1725" b="1">
                <a:solidFill>
                  <a:srgbClr val="F4C95D"/>
                </a:solidFill>
              </a:defRPr>
            </a:lvl6pPr>
            <a:lvl7pPr algn="l">
              <a:defRPr sz="1725" b="1">
                <a:solidFill>
                  <a:srgbClr val="F4C95D"/>
                </a:solidFill>
              </a:defRPr>
            </a:lvl7pPr>
            <a:lvl8pPr algn="l">
              <a:defRPr sz="1725" b="1">
                <a:solidFill>
                  <a:srgbClr val="F4C95D"/>
                </a:solidFill>
              </a:defRPr>
            </a:lvl8pPr>
            <a:lvl9pPr algn="l">
              <a:defRPr sz="1725" b="1">
                <a:solidFill>
                  <a:srgbClr val="F4C95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C95D"/>
                </a:solidFill>
              </a:defRPr>
            </a:pPr>
            <a:r>
              <a:rPr sz="1725" b="1">
                <a:solidFill>
                  <a:srgbClr val="F4C95D"/>
                </a:solidFill>
              </a:rPr>
              <a:t>Pendant ton mois d’anniversaire</a:t>
            </a:r>
          </a:p>
        </p:txBody>
      </p:sp>
      <p:sp>
        <p:nvSpPr>
          <p:cNvPr id="26" name="Autres avantages">
            <a:extLst xmlns:a="http://schemas.openxmlformats.org/drawingml/2006/main">
              <a:ext uri="{FF2B5EF4-FFF2-40B4-BE49-F238E27FC236}">
                <a16:creationId xmlns:a16="http://schemas.microsoft.com/office/drawing/2014/main" id="{E60F8BD7-EBCF-4561-A126-5C77AF2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668000"/>
            <a:ext cx="552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1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e autres avantages">
            <a:extLst xmlns:a="http://schemas.openxmlformats.org/drawingml/2006/main">
              <a:ext uri="{FF2B5EF4-FFF2-40B4-BE49-F238E27FC236}">
                <a16:creationId xmlns:a16="http://schemas.microsoft.com/office/drawing/2014/main" id="{CF4DC6E9-C81A-4597-A0CE-2642C98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6870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Et d’autres avantages à venir.</a:t>
            </a:r>
          </a:p>
        </p:txBody>
      </p:sp>
      <p:sp>
        <p:nvSpPr>
          <p:cNvPr id="28" name="Pagination">
            <a:extLst xmlns:a="http://schemas.openxmlformats.org/drawingml/2006/main">
              <a:ext uri="{FF2B5EF4-FFF2-40B4-BE49-F238E27FC236}">
                <a16:creationId xmlns:a16="http://schemas.microsoft.com/office/drawing/2014/main" id="{51280F3F-792F-46DE-8EB4-BFAF826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599839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ogo noir">
            <a:extLst xmlns:a="http://schemas.openxmlformats.org/drawingml/2006/main">
              <a:ext uri="{FF2B5EF4-FFF2-40B4-BE49-F238E27FC236}">
                <a16:creationId xmlns:a16="http://schemas.microsoft.com/office/drawing/2014/main" id="{9504E7DE-6047-4870-BF62-E446EE9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izi</a:t>
            </a:r>
          </a:p>
        </p:txBody>
      </p:sp>
      <p:sp>
        <p:nvSpPr>
          <p:cNvPr id="2" name="Logo vert">
            <a:extLst xmlns:a="http://schemas.openxmlformats.org/drawingml/2006/main">
              <a:ext uri="{FF2B5EF4-FFF2-40B4-BE49-F238E27FC236}">
                <a16:creationId xmlns:a16="http://schemas.microsoft.com/office/drawing/2014/main" id="{8A72472F-2097-411A-B01F-AFA632C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3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7F9D403D-BA64-42B9-A65A-3E0B38A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.co</a:t>
            </a:r>
          </a:p>
        </p:txBody>
      </p:sp>
      <p:sp>
        <p:nvSpPr>
          <p:cNvPr id="4" name="Pastille OÙ VOIR LES OFFRES ?">
            <a:extLst xmlns:a="http://schemas.openxmlformats.org/drawingml/2006/main">
              <a:ext uri="{FF2B5EF4-FFF2-40B4-BE49-F238E27FC236}">
                <a16:creationId xmlns:a16="http://schemas.microsoft.com/office/drawing/2014/main" id="{B185410E-9464-4E28-962B-CEBFD11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476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e OÙ VOIR LES OFFRES ?">
            <a:extLst xmlns:a="http://schemas.openxmlformats.org/drawingml/2006/main">
              <a:ext uri="{FF2B5EF4-FFF2-40B4-BE49-F238E27FC236}">
                <a16:creationId xmlns:a16="http://schemas.microsoft.com/office/drawing/2014/main" id="{F34FBF3F-271A-4E29-9D6C-97DDB34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OÙ VOIR LES OFFRES ?</a:t>
            </a:r>
          </a:p>
        </p:txBody>
      </p:sp>
      <p:sp>
        <p:nvSpPr>
          <p:cNvPr id="6" name="Titre ligne 1">
            <a:extLst xmlns:a="http://schemas.openxmlformats.org/drawingml/2006/main">
              <a:ext uri="{FF2B5EF4-FFF2-40B4-BE49-F238E27FC236}">
                <a16:creationId xmlns:a16="http://schemas.microsoft.com/office/drawing/2014/main" id="{A647D9C4-857E-4283-9584-5C47228C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071829"/>
                </a:solidFill>
              </a:defRPr>
            </a:defPPr>
            <a:lvl1pPr algn="l">
              <a:defRPr sz="4575" b="1">
                <a:solidFill>
                  <a:srgbClr val="071829"/>
                </a:solidFill>
              </a:defRPr>
            </a:lvl1pPr>
            <a:lvl2pPr algn="l">
              <a:defRPr sz="4575" b="1">
                <a:solidFill>
                  <a:srgbClr val="071829"/>
                </a:solidFill>
              </a:defRPr>
            </a:lvl2pPr>
            <a:lvl3pPr algn="l">
              <a:defRPr sz="4575" b="1">
                <a:solidFill>
                  <a:srgbClr val="071829"/>
                </a:solidFill>
              </a:defRPr>
            </a:lvl3pPr>
            <a:lvl4pPr algn="l">
              <a:defRPr sz="4575" b="1">
                <a:solidFill>
                  <a:srgbClr val="071829"/>
                </a:solidFill>
              </a:defRPr>
            </a:lvl4pPr>
            <a:lvl5pPr algn="l">
              <a:defRPr sz="4575" b="1">
                <a:solidFill>
                  <a:srgbClr val="071829"/>
                </a:solidFill>
              </a:defRPr>
            </a:lvl5pPr>
            <a:lvl6pPr algn="l">
              <a:defRPr sz="4575" b="1">
                <a:solidFill>
                  <a:srgbClr val="071829"/>
                </a:solidFill>
              </a:defRPr>
            </a:lvl6pPr>
            <a:lvl7pPr algn="l">
              <a:defRPr sz="4575" b="1">
                <a:solidFill>
                  <a:srgbClr val="071829"/>
                </a:solidFill>
              </a:defRPr>
            </a:lvl7pPr>
            <a:lvl8pPr algn="l">
              <a:defRPr sz="4575" b="1">
                <a:solidFill>
                  <a:srgbClr val="071829"/>
                </a:solidFill>
              </a:defRPr>
            </a:lvl8pPr>
            <a:lvl9pPr algn="l">
              <a:defRPr sz="45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071829"/>
                </a:solidFill>
              </a:defRPr>
            </a:pPr>
            <a:r>
              <a:rPr sz="4575" b="1">
                <a:solidFill>
                  <a:srgbClr val="071829"/>
                </a:solidFill>
              </a:rPr>
              <a:t>Rendez-vous dans</a:t>
            </a:r>
          </a:p>
        </p:txBody>
      </p:sp>
      <p:sp>
        <p:nvSpPr>
          <p:cNvPr id="7" name="Titre ligne 2">
            <a:extLst xmlns:a="http://schemas.openxmlformats.org/drawingml/2006/main">
              <a:ext uri="{FF2B5EF4-FFF2-40B4-BE49-F238E27FC236}">
                <a16:creationId xmlns:a16="http://schemas.microsoft.com/office/drawing/2014/main" id="{0FEC56A3-57AC-4372-8E95-2EC5AA3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18D29A"/>
                </a:solidFill>
              </a:defRPr>
            </a:defPPr>
            <a:lvl1pPr algn="l">
              <a:defRPr sz="4575" b="1">
                <a:solidFill>
                  <a:srgbClr val="18D29A"/>
                </a:solidFill>
              </a:defRPr>
            </a:lvl1pPr>
            <a:lvl2pPr algn="l">
              <a:defRPr sz="4575" b="1">
                <a:solidFill>
                  <a:srgbClr val="18D29A"/>
                </a:solidFill>
              </a:defRPr>
            </a:lvl2pPr>
            <a:lvl3pPr algn="l">
              <a:defRPr sz="4575" b="1">
                <a:solidFill>
                  <a:srgbClr val="18D29A"/>
                </a:solidFill>
              </a:defRPr>
            </a:lvl3pPr>
            <a:lvl4pPr algn="l">
              <a:defRPr sz="4575" b="1">
                <a:solidFill>
                  <a:srgbClr val="18D29A"/>
                </a:solidFill>
              </a:defRPr>
            </a:lvl4pPr>
            <a:lvl5pPr algn="l">
              <a:defRPr sz="4575" b="1">
                <a:solidFill>
                  <a:srgbClr val="18D29A"/>
                </a:solidFill>
              </a:defRPr>
            </a:lvl5pPr>
            <a:lvl6pPr algn="l">
              <a:defRPr sz="4575" b="1">
                <a:solidFill>
                  <a:srgbClr val="18D29A"/>
                </a:solidFill>
              </a:defRPr>
            </a:lvl6pPr>
            <a:lvl7pPr algn="l">
              <a:defRPr sz="4575" b="1">
                <a:solidFill>
                  <a:srgbClr val="18D29A"/>
                </a:solidFill>
              </a:defRPr>
            </a:lvl7pPr>
            <a:lvl8pPr algn="l">
              <a:defRPr sz="4575" b="1">
                <a:solidFill>
                  <a:srgbClr val="18D29A"/>
                </a:solidFill>
              </a:defRPr>
            </a:lvl8pPr>
            <a:lvl9pPr algn="l">
              <a:defRPr sz="45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18D29A"/>
                </a:solidFill>
              </a:defRPr>
            </a:pPr>
            <a:r>
              <a:rPr sz="4575" b="1">
                <a:solidFill>
                  <a:srgbClr val="18D29A"/>
                </a:solidFill>
              </a:rPr>
              <a:t>l’espace iziLife +.</a:t>
            </a:r>
          </a:p>
        </p:txBody>
      </p:sp>
      <p:sp>
        <p:nvSpPr>
          <p:cNvPr id="8" name="Téléphone iziLife+">
            <a:extLst xmlns:a="http://schemas.openxmlformats.org/drawingml/2006/main">
              <a:ext uri="{FF2B5EF4-FFF2-40B4-BE49-F238E27FC236}">
                <a16:creationId xmlns:a16="http://schemas.microsoft.com/office/drawing/2014/main" id="{795F9795-4A91-4AAD-A380-B60FA84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905250" cy="7239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Écran iziLife+">
            <a:extLst xmlns:a="http://schemas.openxmlformats.org/drawingml/2006/main">
              <a:ext uri="{FF2B5EF4-FFF2-40B4-BE49-F238E27FC236}">
                <a16:creationId xmlns:a16="http://schemas.microsoft.com/office/drawing/2014/main" id="{39A47F66-8DE9-4C4D-ABCC-2A429B1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600450" cy="68770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ncoche">
            <a:extLst xmlns:a="http://schemas.openxmlformats.org/drawingml/2006/main">
              <a:ext uri="{FF2B5EF4-FFF2-40B4-BE49-F238E27FC236}">
                <a16:creationId xmlns:a16="http://schemas.microsoft.com/office/drawing/2014/main" id="{2EBC6162-B8E6-43E2-BF2D-BD5FB92B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min What To Do">
            <a:extLst xmlns:a="http://schemas.openxmlformats.org/drawingml/2006/main">
              <a:ext uri="{FF2B5EF4-FFF2-40B4-BE49-F238E27FC236}">
                <a16:creationId xmlns:a16="http://schemas.microsoft.com/office/drawing/2014/main" id="{520216C2-9C5D-41C5-A33A-922F410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71829"/>
                </a:solidFill>
              </a:defRPr>
            </a:defPPr>
            <a:lvl1pPr algn="l">
              <a:defRPr sz="1575" b="1">
                <a:solidFill>
                  <a:srgbClr val="071829"/>
                </a:solidFill>
              </a:defRPr>
            </a:lvl1pPr>
            <a:lvl2pPr algn="l">
              <a:defRPr sz="1575" b="1">
                <a:solidFill>
                  <a:srgbClr val="071829"/>
                </a:solidFill>
              </a:defRPr>
            </a:lvl2pPr>
            <a:lvl3pPr algn="l">
              <a:defRPr sz="1575" b="1">
                <a:solidFill>
                  <a:srgbClr val="071829"/>
                </a:solidFill>
              </a:defRPr>
            </a:lvl3pPr>
            <a:lvl4pPr algn="l">
              <a:defRPr sz="1575" b="1">
                <a:solidFill>
                  <a:srgbClr val="071829"/>
                </a:solidFill>
              </a:defRPr>
            </a:lvl4pPr>
            <a:lvl5pPr algn="l">
              <a:defRPr sz="1575" b="1">
                <a:solidFill>
                  <a:srgbClr val="071829"/>
                </a:solidFill>
              </a:defRPr>
            </a:lvl5pPr>
            <a:lvl6pPr algn="l">
              <a:defRPr sz="1575" b="1">
                <a:solidFill>
                  <a:srgbClr val="071829"/>
                </a:solidFill>
              </a:defRPr>
            </a:lvl6pPr>
            <a:lvl7pPr algn="l">
              <a:defRPr sz="1575" b="1">
                <a:solidFill>
                  <a:srgbClr val="071829"/>
                </a:solidFill>
              </a:defRPr>
            </a:lvl7pPr>
            <a:lvl8pPr algn="l">
              <a:defRPr sz="1575" b="1">
                <a:solidFill>
                  <a:srgbClr val="071829"/>
                </a:solidFill>
              </a:defRPr>
            </a:lvl8pPr>
            <a:lvl9pPr algn="l">
              <a:defRPr sz="15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71829"/>
                </a:solidFill>
              </a:defRPr>
            </a:pPr>
            <a:r>
              <a:rPr sz="1575" b="1">
                <a:solidFill>
                  <a:srgbClr val="071829"/>
                </a:solidFill>
              </a:rPr>
              <a:t>What To Do  ›  iziLife +</a:t>
            </a:r>
          </a:p>
        </p:txBody>
      </p:sp>
      <p:sp>
        <p:nvSpPr>
          <p:cNvPr id="12" name="Titre téléphone">
            <a:extLst xmlns:a="http://schemas.openxmlformats.org/drawingml/2006/main">
              <a:ext uri="{FF2B5EF4-FFF2-40B4-BE49-F238E27FC236}">
                <a16:creationId xmlns:a16="http://schemas.microsoft.com/office/drawing/2014/main" id="{B72D8C7A-A5B8-460D-B4D9-559D810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71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tre écran">
            <a:extLst xmlns:a="http://schemas.openxmlformats.org/drawingml/2006/main">
              <a:ext uri="{FF2B5EF4-FFF2-40B4-BE49-F238E27FC236}">
                <a16:creationId xmlns:a16="http://schemas.microsoft.com/office/drawing/2014/main" id="{2C6C48AA-EA74-4222-9CF5-BD355DC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  <a:lvl1pPr algn="ctr">
              <a:defRPr sz="1575" b="1">
                <a:solidFill>
                  <a:srgbClr val="FFFFFF"/>
                </a:solidFill>
              </a:defRPr>
            </a:lvl1pPr>
            <a:lvl2pPr algn="ctr">
              <a:defRPr sz="1575" b="1">
                <a:solidFill>
                  <a:srgbClr val="FFFFFF"/>
                </a:solidFill>
              </a:defRPr>
            </a:lvl2pPr>
            <a:lvl3pPr algn="ctr">
              <a:defRPr sz="1575" b="1">
                <a:solidFill>
                  <a:srgbClr val="FFFFFF"/>
                </a:solidFill>
              </a:defRPr>
            </a:lvl3pPr>
            <a:lvl4pPr algn="ctr">
              <a:defRPr sz="1575" b="1">
                <a:solidFill>
                  <a:srgbClr val="FFFFFF"/>
                </a:solidFill>
              </a:defRPr>
            </a:lvl4pPr>
            <a:lvl5pPr algn="ctr">
              <a:defRPr sz="1575" b="1">
                <a:solidFill>
                  <a:srgbClr val="FFFFFF"/>
                </a:solidFill>
              </a:defRPr>
            </a:lvl5pPr>
            <a:lvl6pPr algn="ctr">
              <a:defRPr sz="1575" b="1">
                <a:solidFill>
                  <a:srgbClr val="FFFFFF"/>
                </a:solidFill>
              </a:defRPr>
            </a:lvl6pPr>
            <a:lvl7pPr algn="ctr">
              <a:defRPr sz="1575" b="1">
                <a:solidFill>
                  <a:srgbClr val="FFFFFF"/>
                </a:solidFill>
              </a:defRPr>
            </a:lvl7pPr>
            <a:lvl8pPr algn="ctr">
              <a:defRPr sz="1575" b="1">
                <a:solidFill>
                  <a:srgbClr val="FFFFFF"/>
                </a:solidFill>
              </a:defRPr>
            </a:lvl8pPr>
            <a:lvl9pPr algn="ctr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TOUS LES AVANTAGES</a:t>
            </a:r>
          </a:p>
        </p:txBody>
      </p:sp>
      <p:sp>
        <p:nvSpPr>
          <p:cNvPr id="14" name="CAPTURE PAGE IZILIFE+ À REMPLACER">
            <a:extLst xmlns:a="http://schemas.openxmlformats.org/drawingml/2006/main">
              <a:ext uri="{FF2B5EF4-FFF2-40B4-BE49-F238E27FC236}">
                <a16:creationId xmlns:a16="http://schemas.microsoft.com/office/drawing/2014/main" id="{057F4978-999A-4EE8-8271-958A170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57875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2D8"/>
            </a:solidFill>
            <a:prstDash val="solid"/>
          </a:ln>
        </p:spPr>
      </p:sp>
      <p:sp>
        <p:nvSpPr>
          <p:cNvPr id="15" name="Placeholder page">
            <a:extLst xmlns:a="http://schemas.openxmlformats.org/drawingml/2006/main">
              <a:ext uri="{FF2B5EF4-FFF2-40B4-BE49-F238E27FC236}">
                <a16:creationId xmlns:a16="http://schemas.microsoft.com/office/drawing/2014/main" id="{5700AAC0-4F2C-4F6D-92FD-FDC6B26A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48500"/>
            <a:ext cx="280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47184"/>
                </a:solidFill>
              </a:defRPr>
            </a:defPPr>
            <a:lvl1pPr algn="ctr">
              <a:defRPr sz="1725" b="1">
                <a:solidFill>
                  <a:srgbClr val="647184"/>
                </a:solidFill>
              </a:defRPr>
            </a:lvl1pPr>
            <a:lvl2pPr algn="ctr">
              <a:defRPr sz="1725" b="1">
                <a:solidFill>
                  <a:srgbClr val="647184"/>
                </a:solidFill>
              </a:defRPr>
            </a:lvl2pPr>
            <a:lvl3pPr algn="ctr">
              <a:defRPr sz="1725" b="1">
                <a:solidFill>
                  <a:srgbClr val="647184"/>
                </a:solidFill>
              </a:defRPr>
            </a:lvl3pPr>
            <a:lvl4pPr algn="ctr">
              <a:defRPr sz="1725" b="1">
                <a:solidFill>
                  <a:srgbClr val="647184"/>
                </a:solidFill>
              </a:defRPr>
            </a:lvl4pPr>
            <a:lvl5pPr algn="ctr">
              <a:defRPr sz="1725" b="1">
                <a:solidFill>
                  <a:srgbClr val="647184"/>
                </a:solidFill>
              </a:defRPr>
            </a:lvl5pPr>
            <a:lvl6pPr algn="ctr">
              <a:defRPr sz="1725" b="1">
                <a:solidFill>
                  <a:srgbClr val="647184"/>
                </a:solidFill>
              </a:defRPr>
            </a:lvl6pPr>
            <a:lvl7pPr algn="ctr">
              <a:defRPr sz="1725" b="1">
                <a:solidFill>
                  <a:srgbClr val="647184"/>
                </a:solidFill>
              </a:defRPr>
            </a:lvl7pPr>
            <a:lvl8pPr algn="ctr">
              <a:defRPr sz="1725" b="1">
                <a:solidFill>
                  <a:srgbClr val="647184"/>
                </a:solidFill>
              </a:defRPr>
            </a:lvl8pPr>
            <a:lvl9pPr algn="ctr">
              <a:defRPr sz="172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647184"/>
                </a:solidFill>
              </a:defRPr>
            </a:pPr>
            <a:r>
              <a:rPr sz="1725" b="1">
                <a:solidFill>
                  <a:srgbClr val="647184"/>
                </a:solidFill>
              </a:rPr>
              <a:t>CAPTURE DE LA PAGE</a:t>
            </a:r>
          </a:p>
          <a:p xmlns:a="http://schemas.openxmlformats.org/drawingml/2006/main">
            <a:pPr algn="ctr">
              <a:defRPr sz="1725" b="1">
                <a:solidFill>
                  <a:srgbClr val="647184"/>
                </a:solidFill>
              </a:defRPr>
            </a:pPr>
            <a:r>
              <a:rPr sz="1725" b="1">
                <a:solidFill>
                  <a:srgbClr val="647184"/>
                </a:solidFill>
              </a:rPr>
              <a:t>IZILIFE + À AJOUTER</a:t>
            </a:r>
          </a:p>
        </p:txBody>
      </p:sp>
      <p:sp>
        <p:nvSpPr>
          <p:cNvPr id="16" name="BLOC Offre permanente À REMPLACER">
            <a:extLst xmlns:a="http://schemas.openxmlformats.org/drawingml/2006/main">
              <a:ext uri="{FF2B5EF4-FFF2-40B4-BE49-F238E27FC236}">
                <a16:creationId xmlns:a16="http://schemas.microsoft.com/office/drawing/2014/main" id="{5FDC8B68-DC2E-447A-9029-8F9451B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4095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cône Offre permanente">
            <a:extLst xmlns:a="http://schemas.openxmlformats.org/drawingml/2006/main">
              <a:ext uri="{FF2B5EF4-FFF2-40B4-BE49-F238E27FC236}">
                <a16:creationId xmlns:a16="http://schemas.microsoft.com/office/drawing/2014/main" id="{899A94C2-4C77-4EDB-86CB-E2335D86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5339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D29A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ymbole Offre permanente">
            <a:extLst xmlns:a="http://schemas.openxmlformats.org/drawingml/2006/main">
              <a:ext uri="{FF2B5EF4-FFF2-40B4-BE49-F238E27FC236}">
                <a16:creationId xmlns:a16="http://schemas.microsoft.com/office/drawing/2014/main" id="{FD1E2714-F0DD-4615-9373-DA024B8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6482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18D29A"/>
                </a:solidFill>
              </a:defRPr>
            </a:defPPr>
            <a:lvl1pPr algn="ctr">
              <a:defRPr sz="3300" b="1">
                <a:solidFill>
                  <a:srgbClr val="18D29A"/>
                </a:solidFill>
              </a:defRPr>
            </a:lvl1pPr>
            <a:lvl2pPr algn="ctr">
              <a:defRPr sz="3300" b="1">
                <a:solidFill>
                  <a:srgbClr val="18D29A"/>
                </a:solidFill>
              </a:defRPr>
            </a:lvl2pPr>
            <a:lvl3pPr algn="ctr">
              <a:defRPr sz="3300" b="1">
                <a:solidFill>
                  <a:srgbClr val="18D29A"/>
                </a:solidFill>
              </a:defRPr>
            </a:lvl3pPr>
            <a:lvl4pPr algn="ctr">
              <a:defRPr sz="3300" b="1">
                <a:solidFill>
                  <a:srgbClr val="18D29A"/>
                </a:solidFill>
              </a:defRPr>
            </a:lvl4pPr>
            <a:lvl5pPr algn="ctr">
              <a:defRPr sz="3300" b="1">
                <a:solidFill>
                  <a:srgbClr val="18D29A"/>
                </a:solidFill>
              </a:defRPr>
            </a:lvl5pPr>
            <a:lvl6pPr algn="ctr">
              <a:defRPr sz="3300" b="1">
                <a:solidFill>
                  <a:srgbClr val="18D29A"/>
                </a:solidFill>
              </a:defRPr>
            </a:lvl6pPr>
            <a:lvl7pPr algn="ctr">
              <a:defRPr sz="3300" b="1">
                <a:solidFill>
                  <a:srgbClr val="18D29A"/>
                </a:solidFill>
              </a:defRPr>
            </a:lvl7pPr>
            <a:lvl8pPr algn="ctr">
              <a:defRPr sz="3300" b="1">
                <a:solidFill>
                  <a:srgbClr val="18D29A"/>
                </a:solidFill>
              </a:defRPr>
            </a:lvl8pPr>
            <a:lvl9pPr algn="ctr">
              <a:defRPr sz="33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18D29A"/>
                </a:solidFill>
              </a:defRPr>
            </a:pPr>
            <a:r>
              <a:rPr sz="3300" b="1">
                <a:solidFill>
                  <a:srgbClr val="18D29A"/>
                </a:solidFill>
              </a:rPr>
              <a:t>∞</a:t>
            </a:r>
          </a:p>
        </p:txBody>
      </p:sp>
      <p:sp>
        <p:nvSpPr>
          <p:cNvPr id="19" name="Titre Offre permanente">
            <a:extLst xmlns:a="http://schemas.openxmlformats.org/drawingml/2006/main">
              <a:ext uri="{FF2B5EF4-FFF2-40B4-BE49-F238E27FC236}">
                <a16:creationId xmlns:a16="http://schemas.microsoft.com/office/drawing/2014/main" id="{A2F76BDB-446F-427D-BE29-5B34CB20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5720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71829"/>
                </a:solidFill>
              </a:defRPr>
            </a:defPPr>
            <a:lvl1pPr algn="l">
              <a:defRPr sz="2100" b="1">
                <a:solidFill>
                  <a:srgbClr val="071829"/>
                </a:solidFill>
              </a:defRPr>
            </a:lvl1pPr>
            <a:lvl2pPr algn="l">
              <a:defRPr sz="2100" b="1">
                <a:solidFill>
                  <a:srgbClr val="071829"/>
                </a:solidFill>
              </a:defRPr>
            </a:lvl2pPr>
            <a:lvl3pPr algn="l">
              <a:defRPr sz="2100" b="1">
                <a:solidFill>
                  <a:srgbClr val="071829"/>
                </a:solidFill>
              </a:defRPr>
            </a:lvl3pPr>
            <a:lvl4pPr algn="l">
              <a:defRPr sz="2100" b="1">
                <a:solidFill>
                  <a:srgbClr val="071829"/>
                </a:solidFill>
              </a:defRPr>
            </a:lvl4pPr>
            <a:lvl5pPr algn="l">
              <a:defRPr sz="2100" b="1">
                <a:solidFill>
                  <a:srgbClr val="071829"/>
                </a:solidFill>
              </a:defRPr>
            </a:lvl5pPr>
            <a:lvl6pPr algn="l">
              <a:defRPr sz="2100" b="1">
                <a:solidFill>
                  <a:srgbClr val="071829"/>
                </a:solidFill>
              </a:defRPr>
            </a:lvl6pPr>
            <a:lvl7pPr algn="l">
              <a:defRPr sz="2100" b="1">
                <a:solidFill>
                  <a:srgbClr val="071829"/>
                </a:solidFill>
              </a:defRPr>
            </a:lvl7pPr>
            <a:lvl8pPr algn="l">
              <a:defRPr sz="2100" b="1">
                <a:solidFill>
                  <a:srgbClr val="071829"/>
                </a:solidFill>
              </a:defRPr>
            </a:lvl8pPr>
            <a:lvl9pPr algn="l">
              <a:defRPr sz="21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71829"/>
                </a:solidFill>
              </a:defRPr>
            </a:pPr>
            <a:r>
              <a:rPr sz="2100" b="1">
                <a:solidFill>
                  <a:srgbClr val="071829"/>
                </a:solidFill>
              </a:rPr>
              <a:t>Offre permanente</a:t>
            </a:r>
          </a:p>
        </p:txBody>
      </p:sp>
      <p:sp>
        <p:nvSpPr>
          <p:cNvPr id="20" name="Fréquence Offre permanente">
            <a:extLst xmlns:a="http://schemas.openxmlformats.org/drawingml/2006/main">
              <a:ext uri="{FF2B5EF4-FFF2-40B4-BE49-F238E27FC236}">
                <a16:creationId xmlns:a16="http://schemas.microsoft.com/office/drawing/2014/main" id="{218A76BB-81FB-4700-A93E-94EC762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10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47184"/>
                </a:solidFill>
              </a:defRPr>
            </a:defPPr>
            <a:lvl1pPr algn="l">
              <a:defRPr sz="1575" b="0">
                <a:solidFill>
                  <a:srgbClr val="647184"/>
                </a:solidFill>
              </a:defRPr>
            </a:lvl1pPr>
            <a:lvl2pPr algn="l">
              <a:defRPr sz="1575" b="0">
                <a:solidFill>
                  <a:srgbClr val="647184"/>
                </a:solidFill>
              </a:defRPr>
            </a:lvl2pPr>
            <a:lvl3pPr algn="l">
              <a:defRPr sz="1575" b="0">
                <a:solidFill>
                  <a:srgbClr val="647184"/>
                </a:solidFill>
              </a:defRPr>
            </a:lvl3pPr>
            <a:lvl4pPr algn="l">
              <a:defRPr sz="1575" b="0">
                <a:solidFill>
                  <a:srgbClr val="647184"/>
                </a:solidFill>
              </a:defRPr>
            </a:lvl4pPr>
            <a:lvl5pPr algn="l">
              <a:defRPr sz="1575" b="0">
                <a:solidFill>
                  <a:srgbClr val="647184"/>
                </a:solidFill>
              </a:defRPr>
            </a:lvl5pPr>
            <a:lvl6pPr algn="l">
              <a:defRPr sz="1575" b="0">
                <a:solidFill>
                  <a:srgbClr val="647184"/>
                </a:solidFill>
              </a:defRPr>
            </a:lvl6pPr>
            <a:lvl7pPr algn="l">
              <a:defRPr sz="1575" b="0">
                <a:solidFill>
                  <a:srgbClr val="647184"/>
                </a:solidFill>
              </a:defRPr>
            </a:lvl7pPr>
            <a:lvl8pPr algn="l">
              <a:defRPr sz="1575" b="0">
                <a:solidFill>
                  <a:srgbClr val="647184"/>
                </a:solidFill>
              </a:defRPr>
            </a:lvl8pPr>
            <a:lvl9pPr algn="l">
              <a:defRPr sz="1575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184"/>
                </a:solidFill>
              </a:defRPr>
            </a:pPr>
            <a:r>
              <a:rPr sz="1575" b="0">
                <a:solidFill>
                  <a:srgbClr val="647184"/>
                </a:solidFill>
              </a:rPr>
              <a:t>1 fois par jour et par lieu</a:t>
            </a:r>
          </a:p>
        </p:txBody>
      </p:sp>
      <p:sp>
        <p:nvSpPr>
          <p:cNvPr id="21" name="Note Offre permanente">
            <a:extLst xmlns:a="http://schemas.openxmlformats.org/drawingml/2006/main">
              <a:ext uri="{FF2B5EF4-FFF2-40B4-BE49-F238E27FC236}">
                <a16:creationId xmlns:a16="http://schemas.microsoft.com/office/drawing/2014/main" id="{0BC852B4-8C75-41EA-A209-51538F76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3562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D29A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e note Offre permanente">
            <a:extLst xmlns:a="http://schemas.openxmlformats.org/drawingml/2006/main">
              <a:ext uri="{FF2B5EF4-FFF2-40B4-BE49-F238E27FC236}">
                <a16:creationId xmlns:a16="http://schemas.microsoft.com/office/drawing/2014/main" id="{CB55801A-7D93-49AE-AFEA-96CD161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69595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8D29A"/>
                </a:solidFill>
              </a:defRPr>
            </a:defPPr>
            <a:lvl1pPr algn="ctr">
              <a:defRPr sz="1575" b="1">
                <a:solidFill>
                  <a:srgbClr val="18D29A"/>
                </a:solidFill>
              </a:defRPr>
            </a:lvl1pPr>
            <a:lvl2pPr algn="ctr">
              <a:defRPr sz="1575" b="1">
                <a:solidFill>
                  <a:srgbClr val="18D29A"/>
                </a:solidFill>
              </a:defRPr>
            </a:lvl2pPr>
            <a:lvl3pPr algn="ctr">
              <a:defRPr sz="1575" b="1">
                <a:solidFill>
                  <a:srgbClr val="18D29A"/>
                </a:solidFill>
              </a:defRPr>
            </a:lvl3pPr>
            <a:lvl4pPr algn="ctr">
              <a:defRPr sz="1575" b="1">
                <a:solidFill>
                  <a:srgbClr val="18D29A"/>
                </a:solidFill>
              </a:defRPr>
            </a:lvl4pPr>
            <a:lvl5pPr algn="ctr">
              <a:defRPr sz="1575" b="1">
                <a:solidFill>
                  <a:srgbClr val="18D29A"/>
                </a:solidFill>
              </a:defRPr>
            </a:lvl5pPr>
            <a:lvl6pPr algn="ctr">
              <a:defRPr sz="1575" b="1">
                <a:solidFill>
                  <a:srgbClr val="18D29A"/>
                </a:solidFill>
              </a:defRPr>
            </a:lvl6pPr>
            <a:lvl7pPr algn="ctr">
              <a:defRPr sz="1575" b="1">
                <a:solidFill>
                  <a:srgbClr val="18D29A"/>
                </a:solidFill>
              </a:defRPr>
            </a:lvl7pPr>
            <a:lvl8pPr algn="ctr">
              <a:defRPr sz="1575" b="1">
                <a:solidFill>
                  <a:srgbClr val="18D29A"/>
                </a:solidFill>
              </a:defRPr>
            </a:lvl8pPr>
            <a:lvl9pPr algn="ctr">
              <a:defRPr sz="15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D29A"/>
                </a:solidFill>
              </a:defRPr>
            </a:pPr>
            <a:r>
              <a:rPr sz="1575" b="1">
                <a:solidFill>
                  <a:srgbClr val="18D29A"/>
                </a:solidFill>
              </a:rPr>
              <a:t>Exemple : -7 % sur la facture</a:t>
            </a:r>
          </a:p>
        </p:txBody>
      </p:sp>
      <p:sp>
        <p:nvSpPr>
          <p:cNvPr id="23" name="BLOC Cadeau annuel À REMPLACER">
            <a:extLst xmlns:a="http://schemas.openxmlformats.org/drawingml/2006/main">
              <a:ext uri="{FF2B5EF4-FFF2-40B4-BE49-F238E27FC236}">
                <a16:creationId xmlns:a16="http://schemas.microsoft.com/office/drawing/2014/main" id="{7F56DBC5-F374-44F9-B901-7C5199F0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239000"/>
            <a:ext cx="4095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cône Cadeau annuel">
            <a:extLst xmlns:a="http://schemas.openxmlformats.org/drawingml/2006/main">
              <a:ext uri="{FF2B5EF4-FFF2-40B4-BE49-F238E27FC236}">
                <a16:creationId xmlns:a16="http://schemas.microsoft.com/office/drawing/2014/main" id="{FC337125-52C3-4977-A9FA-5C7E2CA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486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86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ymbole Cadeau annuel">
            <a:extLst xmlns:a="http://schemas.openxmlformats.org/drawingml/2006/main">
              <a:ext uri="{FF2B5EF4-FFF2-40B4-BE49-F238E27FC236}">
                <a16:creationId xmlns:a16="http://schemas.microsoft.com/office/drawing/2014/main" id="{A3FFAB24-F4C3-4EA0-974D-1CC17A4E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60095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FF7D86"/>
                </a:solidFill>
              </a:defRPr>
            </a:defPPr>
            <a:lvl1pPr algn="ctr">
              <a:defRPr sz="3300" b="1">
                <a:solidFill>
                  <a:srgbClr val="FF7D86"/>
                </a:solidFill>
              </a:defRPr>
            </a:lvl1pPr>
            <a:lvl2pPr algn="ctr">
              <a:defRPr sz="3300" b="1">
                <a:solidFill>
                  <a:srgbClr val="FF7D86"/>
                </a:solidFill>
              </a:defRPr>
            </a:lvl2pPr>
            <a:lvl3pPr algn="ctr">
              <a:defRPr sz="3300" b="1">
                <a:solidFill>
                  <a:srgbClr val="FF7D86"/>
                </a:solidFill>
              </a:defRPr>
            </a:lvl3pPr>
            <a:lvl4pPr algn="ctr">
              <a:defRPr sz="3300" b="1">
                <a:solidFill>
                  <a:srgbClr val="FF7D86"/>
                </a:solidFill>
              </a:defRPr>
            </a:lvl4pPr>
            <a:lvl5pPr algn="ctr">
              <a:defRPr sz="3300" b="1">
                <a:solidFill>
                  <a:srgbClr val="FF7D86"/>
                </a:solidFill>
              </a:defRPr>
            </a:lvl5pPr>
            <a:lvl6pPr algn="ctr">
              <a:defRPr sz="3300" b="1">
                <a:solidFill>
                  <a:srgbClr val="FF7D86"/>
                </a:solidFill>
              </a:defRPr>
            </a:lvl6pPr>
            <a:lvl7pPr algn="ctr">
              <a:defRPr sz="3300" b="1">
                <a:solidFill>
                  <a:srgbClr val="FF7D86"/>
                </a:solidFill>
              </a:defRPr>
            </a:lvl7pPr>
            <a:lvl8pPr algn="ctr">
              <a:defRPr sz="3300" b="1">
                <a:solidFill>
                  <a:srgbClr val="FF7D86"/>
                </a:solidFill>
              </a:defRPr>
            </a:lvl8pPr>
            <a:lvl9pPr algn="ctr">
              <a:defRPr sz="3300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7D86"/>
                </a:solidFill>
              </a:defRPr>
            </a:pPr>
            <a:r>
              <a:rPr sz="3300" b="1">
                <a:solidFill>
                  <a:srgbClr val="FF7D86"/>
                </a:solidFill>
              </a:rPr>
              <a:t>□</a:t>
            </a:r>
          </a:p>
        </p:txBody>
      </p:sp>
      <p:sp>
        <p:nvSpPr>
          <p:cNvPr id="26" name="Titre Cadeau annuel">
            <a:extLst xmlns:a="http://schemas.openxmlformats.org/drawingml/2006/main">
              <a:ext uri="{FF2B5EF4-FFF2-40B4-BE49-F238E27FC236}">
                <a16:creationId xmlns:a16="http://schemas.microsoft.com/office/drawing/2014/main" id="{D9423C9F-063C-473E-86E8-146E6B7B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75247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71829"/>
                </a:solidFill>
              </a:defRPr>
            </a:defPPr>
            <a:lvl1pPr algn="l">
              <a:defRPr sz="2100" b="1">
                <a:solidFill>
                  <a:srgbClr val="071829"/>
                </a:solidFill>
              </a:defRPr>
            </a:lvl1pPr>
            <a:lvl2pPr algn="l">
              <a:defRPr sz="2100" b="1">
                <a:solidFill>
                  <a:srgbClr val="071829"/>
                </a:solidFill>
              </a:defRPr>
            </a:lvl2pPr>
            <a:lvl3pPr algn="l">
              <a:defRPr sz="2100" b="1">
                <a:solidFill>
                  <a:srgbClr val="071829"/>
                </a:solidFill>
              </a:defRPr>
            </a:lvl3pPr>
            <a:lvl4pPr algn="l">
              <a:defRPr sz="2100" b="1">
                <a:solidFill>
                  <a:srgbClr val="071829"/>
                </a:solidFill>
              </a:defRPr>
            </a:lvl4pPr>
            <a:lvl5pPr algn="l">
              <a:defRPr sz="2100" b="1">
                <a:solidFill>
                  <a:srgbClr val="071829"/>
                </a:solidFill>
              </a:defRPr>
            </a:lvl5pPr>
            <a:lvl6pPr algn="l">
              <a:defRPr sz="2100" b="1">
                <a:solidFill>
                  <a:srgbClr val="071829"/>
                </a:solidFill>
              </a:defRPr>
            </a:lvl6pPr>
            <a:lvl7pPr algn="l">
              <a:defRPr sz="2100" b="1">
                <a:solidFill>
                  <a:srgbClr val="071829"/>
                </a:solidFill>
              </a:defRPr>
            </a:lvl7pPr>
            <a:lvl8pPr algn="l">
              <a:defRPr sz="2100" b="1">
                <a:solidFill>
                  <a:srgbClr val="071829"/>
                </a:solidFill>
              </a:defRPr>
            </a:lvl8pPr>
            <a:lvl9pPr algn="l">
              <a:defRPr sz="21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71829"/>
                </a:solidFill>
              </a:defRPr>
            </a:pPr>
            <a:r>
              <a:rPr sz="2100" b="1">
                <a:solidFill>
                  <a:srgbClr val="071829"/>
                </a:solidFill>
              </a:rPr>
              <a:t>Cadeau annuel</a:t>
            </a:r>
          </a:p>
        </p:txBody>
      </p:sp>
      <p:sp>
        <p:nvSpPr>
          <p:cNvPr id="27" name="Fréquence Cadeau annuel">
            <a:extLst xmlns:a="http://schemas.openxmlformats.org/drawingml/2006/main">
              <a:ext uri="{FF2B5EF4-FFF2-40B4-BE49-F238E27FC236}">
                <a16:creationId xmlns:a16="http://schemas.microsoft.com/office/drawing/2014/main" id="{D9F7D1E1-140D-48A6-ADFB-F999162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7962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47184"/>
                </a:solidFill>
              </a:defRPr>
            </a:defPPr>
            <a:lvl1pPr algn="l">
              <a:defRPr sz="1575" b="0">
                <a:solidFill>
                  <a:srgbClr val="647184"/>
                </a:solidFill>
              </a:defRPr>
            </a:lvl1pPr>
            <a:lvl2pPr algn="l">
              <a:defRPr sz="1575" b="0">
                <a:solidFill>
                  <a:srgbClr val="647184"/>
                </a:solidFill>
              </a:defRPr>
            </a:lvl2pPr>
            <a:lvl3pPr algn="l">
              <a:defRPr sz="1575" b="0">
                <a:solidFill>
                  <a:srgbClr val="647184"/>
                </a:solidFill>
              </a:defRPr>
            </a:lvl3pPr>
            <a:lvl4pPr algn="l">
              <a:defRPr sz="1575" b="0">
                <a:solidFill>
                  <a:srgbClr val="647184"/>
                </a:solidFill>
              </a:defRPr>
            </a:lvl4pPr>
            <a:lvl5pPr algn="l">
              <a:defRPr sz="1575" b="0">
                <a:solidFill>
                  <a:srgbClr val="647184"/>
                </a:solidFill>
              </a:defRPr>
            </a:lvl5pPr>
            <a:lvl6pPr algn="l">
              <a:defRPr sz="1575" b="0">
                <a:solidFill>
                  <a:srgbClr val="647184"/>
                </a:solidFill>
              </a:defRPr>
            </a:lvl6pPr>
            <a:lvl7pPr algn="l">
              <a:defRPr sz="1575" b="0">
                <a:solidFill>
                  <a:srgbClr val="647184"/>
                </a:solidFill>
              </a:defRPr>
            </a:lvl7pPr>
            <a:lvl8pPr algn="l">
              <a:defRPr sz="1575" b="0">
                <a:solidFill>
                  <a:srgbClr val="647184"/>
                </a:solidFill>
              </a:defRPr>
            </a:lvl8pPr>
            <a:lvl9pPr algn="l">
              <a:defRPr sz="1575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184"/>
                </a:solidFill>
              </a:defRPr>
            </a:pPr>
            <a:r>
              <a:rPr sz="1575" b="0">
                <a:solidFill>
                  <a:srgbClr val="647184"/>
                </a:solidFill>
              </a:rPr>
              <a:t>1 fois par an et par lieu</a:t>
            </a:r>
          </a:p>
        </p:txBody>
      </p:sp>
      <p:sp>
        <p:nvSpPr>
          <p:cNvPr id="28" name="Note Cadeau annuel">
            <a:extLst xmlns:a="http://schemas.openxmlformats.org/drawingml/2006/main">
              <a:ext uri="{FF2B5EF4-FFF2-40B4-BE49-F238E27FC236}">
                <a16:creationId xmlns:a16="http://schemas.microsoft.com/office/drawing/2014/main" id="{52E6FA4C-5777-4F28-A091-FF181F86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8534400"/>
            <a:ext cx="3562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D86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e note Cadeau annuel">
            <a:extLst xmlns:a="http://schemas.openxmlformats.org/drawingml/2006/main">
              <a:ext uri="{FF2B5EF4-FFF2-40B4-BE49-F238E27FC236}">
                <a16:creationId xmlns:a16="http://schemas.microsoft.com/office/drawing/2014/main" id="{41245F43-3366-4279-BDC7-0155D13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86487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7D86"/>
                </a:solidFill>
              </a:defRPr>
            </a:defPPr>
            <a:lvl1pPr algn="ctr">
              <a:defRPr sz="1575" b="1">
                <a:solidFill>
                  <a:srgbClr val="FF7D86"/>
                </a:solidFill>
              </a:defRPr>
            </a:lvl1pPr>
            <a:lvl2pPr algn="ctr">
              <a:defRPr sz="1575" b="1">
                <a:solidFill>
                  <a:srgbClr val="FF7D86"/>
                </a:solidFill>
              </a:defRPr>
            </a:lvl2pPr>
            <a:lvl3pPr algn="ctr">
              <a:defRPr sz="1575" b="1">
                <a:solidFill>
                  <a:srgbClr val="FF7D86"/>
                </a:solidFill>
              </a:defRPr>
            </a:lvl3pPr>
            <a:lvl4pPr algn="ctr">
              <a:defRPr sz="1575" b="1">
                <a:solidFill>
                  <a:srgbClr val="FF7D86"/>
                </a:solidFill>
              </a:defRPr>
            </a:lvl4pPr>
            <a:lvl5pPr algn="ctr">
              <a:defRPr sz="1575" b="1">
                <a:solidFill>
                  <a:srgbClr val="FF7D86"/>
                </a:solidFill>
              </a:defRPr>
            </a:lvl5pPr>
            <a:lvl6pPr algn="ctr">
              <a:defRPr sz="1575" b="1">
                <a:solidFill>
                  <a:srgbClr val="FF7D86"/>
                </a:solidFill>
              </a:defRPr>
            </a:lvl6pPr>
            <a:lvl7pPr algn="ctr">
              <a:defRPr sz="1575" b="1">
                <a:solidFill>
                  <a:srgbClr val="FF7D86"/>
                </a:solidFill>
              </a:defRPr>
            </a:lvl7pPr>
            <a:lvl8pPr algn="ctr">
              <a:defRPr sz="1575" b="1">
                <a:solidFill>
                  <a:srgbClr val="FF7D86"/>
                </a:solidFill>
              </a:defRPr>
            </a:lvl8pPr>
            <a:lvl9pPr algn="ctr">
              <a:defRPr sz="1575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7D86"/>
                </a:solidFill>
              </a:defRPr>
            </a:pPr>
            <a:r>
              <a:rPr sz="1575" b="1">
                <a:solidFill>
                  <a:srgbClr val="FF7D86"/>
                </a:solidFill>
              </a:rPr>
              <a:t>Selon l’offre du partenaire</a:t>
            </a:r>
          </a:p>
        </p:txBody>
      </p:sp>
      <p:sp>
        <p:nvSpPr>
          <p:cNvPr id="30" name="Aide remplacement">
            <a:extLst xmlns:a="http://schemas.openxmlformats.org/drawingml/2006/main">
              <a:ext uri="{FF2B5EF4-FFF2-40B4-BE49-F238E27FC236}">
                <a16:creationId xmlns:a16="http://schemas.microsoft.com/office/drawing/2014/main" id="{7974DE6A-02B9-4C43-977F-D8026E9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220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647184"/>
                </a:solidFill>
              </a:defRPr>
            </a:defPPr>
            <a:lvl1pPr algn="ctr">
              <a:defRPr sz="1650" b="1">
                <a:solidFill>
                  <a:srgbClr val="647184"/>
                </a:solidFill>
              </a:defRPr>
            </a:lvl1pPr>
            <a:lvl2pPr algn="ctr">
              <a:defRPr sz="1650" b="1">
                <a:solidFill>
                  <a:srgbClr val="647184"/>
                </a:solidFill>
              </a:defRPr>
            </a:lvl2pPr>
            <a:lvl3pPr algn="ctr">
              <a:defRPr sz="1650" b="1">
                <a:solidFill>
                  <a:srgbClr val="647184"/>
                </a:solidFill>
              </a:defRPr>
            </a:lvl3pPr>
            <a:lvl4pPr algn="ctr">
              <a:defRPr sz="1650" b="1">
                <a:solidFill>
                  <a:srgbClr val="647184"/>
                </a:solidFill>
              </a:defRPr>
            </a:lvl4pPr>
            <a:lvl5pPr algn="ctr">
              <a:defRPr sz="1650" b="1">
                <a:solidFill>
                  <a:srgbClr val="647184"/>
                </a:solidFill>
              </a:defRPr>
            </a:lvl5pPr>
            <a:lvl6pPr algn="ctr">
              <a:defRPr sz="1650" b="1">
                <a:solidFill>
                  <a:srgbClr val="647184"/>
                </a:solidFill>
              </a:defRPr>
            </a:lvl6pPr>
            <a:lvl7pPr algn="ctr">
              <a:defRPr sz="1650" b="1">
                <a:solidFill>
                  <a:srgbClr val="647184"/>
                </a:solidFill>
              </a:defRPr>
            </a:lvl7pPr>
            <a:lvl8pPr algn="ctr">
              <a:defRPr sz="1650" b="1">
                <a:solidFill>
                  <a:srgbClr val="647184"/>
                </a:solidFill>
              </a:defRPr>
            </a:lvl8pPr>
            <a:lvl9pPr algn="ct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Les vraies captures remplaceront les emplacements.</a:t>
            </a:r>
          </a:p>
        </p:txBody>
      </p:sp>
      <p:sp>
        <p:nvSpPr>
          <p:cNvPr id="31" name="Pagination">
            <a:extLst xmlns:a="http://schemas.openxmlformats.org/drawingml/2006/main">
              <a:ext uri="{FF2B5EF4-FFF2-40B4-BE49-F238E27FC236}">
                <a16:creationId xmlns:a16="http://schemas.microsoft.com/office/drawing/2014/main" id="{8C9452C7-0F0C-4378-9CE1-D4810D1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71367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Logo noir">
            <a:extLst xmlns:a="http://schemas.openxmlformats.org/drawingml/2006/main">
              <a:ext uri="{FF2B5EF4-FFF2-40B4-BE49-F238E27FC236}">
                <a16:creationId xmlns:a16="http://schemas.microsoft.com/office/drawing/2014/main" id="{9D547D00-7DC3-412C-BB5F-9BD84BBF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izi</a:t>
            </a:r>
          </a:p>
        </p:txBody>
      </p:sp>
      <p:sp>
        <p:nvSpPr>
          <p:cNvPr id="2" name="Logo vert">
            <a:extLst xmlns:a="http://schemas.openxmlformats.org/drawingml/2006/main">
              <a:ext uri="{FF2B5EF4-FFF2-40B4-BE49-F238E27FC236}">
                <a16:creationId xmlns:a16="http://schemas.microsoft.com/office/drawing/2014/main" id="{478486BD-06D8-4821-8C58-2B1192BB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3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429665E9-9A90-4CC0-8DF2-D01638F3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.co</a:t>
            </a:r>
          </a:p>
        </p:txBody>
      </p:sp>
      <p:sp>
        <p:nvSpPr>
          <p:cNvPr id="4" name="Pastille UTILISER UNE OFFRE">
            <a:extLst xmlns:a="http://schemas.openxmlformats.org/drawingml/2006/main">
              <a:ext uri="{FF2B5EF4-FFF2-40B4-BE49-F238E27FC236}">
                <a16:creationId xmlns:a16="http://schemas.microsoft.com/office/drawing/2014/main" id="{F21A3BBC-BB6D-4460-93CF-42DB709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286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e UTILISER UNE OFFRE">
            <a:extLst xmlns:a="http://schemas.openxmlformats.org/drawingml/2006/main">
              <a:ext uri="{FF2B5EF4-FFF2-40B4-BE49-F238E27FC236}">
                <a16:creationId xmlns:a16="http://schemas.microsoft.com/office/drawing/2014/main" id="{8009CB0C-5E51-45F5-9B19-2C8D94B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UTILISER UNE OFFRE</a:t>
            </a:r>
          </a:p>
        </p:txBody>
      </p:sp>
      <p:sp>
        <p:nvSpPr>
          <p:cNvPr id="6" name="Titre ligne 1">
            <a:extLst xmlns:a="http://schemas.openxmlformats.org/drawingml/2006/main">
              <a:ext uri="{FF2B5EF4-FFF2-40B4-BE49-F238E27FC236}">
                <a16:creationId xmlns:a16="http://schemas.microsoft.com/office/drawing/2014/main" id="{389FE062-36D4-4C92-83F0-5D1E882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071829"/>
                </a:solidFill>
              </a:defRPr>
            </a:defPPr>
            <a:lvl1pPr algn="l">
              <a:defRPr sz="5025" b="1">
                <a:solidFill>
                  <a:srgbClr val="071829"/>
                </a:solidFill>
              </a:defRPr>
            </a:lvl1pPr>
            <a:lvl2pPr algn="l">
              <a:defRPr sz="5025" b="1">
                <a:solidFill>
                  <a:srgbClr val="071829"/>
                </a:solidFill>
              </a:defRPr>
            </a:lvl2pPr>
            <a:lvl3pPr algn="l">
              <a:defRPr sz="5025" b="1">
                <a:solidFill>
                  <a:srgbClr val="071829"/>
                </a:solidFill>
              </a:defRPr>
            </a:lvl3pPr>
            <a:lvl4pPr algn="l">
              <a:defRPr sz="5025" b="1">
                <a:solidFill>
                  <a:srgbClr val="071829"/>
                </a:solidFill>
              </a:defRPr>
            </a:lvl4pPr>
            <a:lvl5pPr algn="l">
              <a:defRPr sz="5025" b="1">
                <a:solidFill>
                  <a:srgbClr val="071829"/>
                </a:solidFill>
              </a:defRPr>
            </a:lvl5pPr>
            <a:lvl6pPr algn="l">
              <a:defRPr sz="5025" b="1">
                <a:solidFill>
                  <a:srgbClr val="071829"/>
                </a:solidFill>
              </a:defRPr>
            </a:lvl6pPr>
            <a:lvl7pPr algn="l">
              <a:defRPr sz="5025" b="1">
                <a:solidFill>
                  <a:srgbClr val="071829"/>
                </a:solidFill>
              </a:defRPr>
            </a:lvl7pPr>
            <a:lvl8pPr algn="l">
              <a:defRPr sz="5025" b="1">
                <a:solidFill>
                  <a:srgbClr val="071829"/>
                </a:solidFill>
              </a:defRPr>
            </a:lvl8pPr>
            <a:lvl9pPr algn="l">
              <a:defRPr sz="50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071829"/>
                </a:solidFill>
              </a:defRPr>
            </a:pPr>
            <a:r>
              <a:rPr sz="5025" b="1">
                <a:solidFill>
                  <a:srgbClr val="071829"/>
                </a:solidFill>
              </a:rPr>
              <a:t>De l’offre à</a:t>
            </a:r>
          </a:p>
        </p:txBody>
      </p:sp>
      <p:sp>
        <p:nvSpPr>
          <p:cNvPr id="7" name="Titre ligne 2">
            <a:extLst xmlns:a="http://schemas.openxmlformats.org/drawingml/2006/main">
              <a:ext uri="{FF2B5EF4-FFF2-40B4-BE49-F238E27FC236}">
                <a16:creationId xmlns:a16="http://schemas.microsoft.com/office/drawing/2014/main" id="{39666535-5180-4F00-8C0A-A78A5FBE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18D29A"/>
                </a:solidFill>
              </a:defRPr>
            </a:defPPr>
            <a:lvl1pPr algn="l">
              <a:defRPr sz="5025" b="1">
                <a:solidFill>
                  <a:srgbClr val="18D29A"/>
                </a:solidFill>
              </a:defRPr>
            </a:lvl1pPr>
            <a:lvl2pPr algn="l">
              <a:defRPr sz="5025" b="1">
                <a:solidFill>
                  <a:srgbClr val="18D29A"/>
                </a:solidFill>
              </a:defRPr>
            </a:lvl2pPr>
            <a:lvl3pPr algn="l">
              <a:defRPr sz="5025" b="1">
                <a:solidFill>
                  <a:srgbClr val="18D29A"/>
                </a:solidFill>
              </a:defRPr>
            </a:lvl3pPr>
            <a:lvl4pPr algn="l">
              <a:defRPr sz="5025" b="1">
                <a:solidFill>
                  <a:srgbClr val="18D29A"/>
                </a:solidFill>
              </a:defRPr>
            </a:lvl4pPr>
            <a:lvl5pPr algn="l">
              <a:defRPr sz="5025" b="1">
                <a:solidFill>
                  <a:srgbClr val="18D29A"/>
                </a:solidFill>
              </a:defRPr>
            </a:lvl5pPr>
            <a:lvl6pPr algn="l">
              <a:defRPr sz="5025" b="1">
                <a:solidFill>
                  <a:srgbClr val="18D29A"/>
                </a:solidFill>
              </a:defRPr>
            </a:lvl6pPr>
            <a:lvl7pPr algn="l">
              <a:defRPr sz="5025" b="1">
                <a:solidFill>
                  <a:srgbClr val="18D29A"/>
                </a:solidFill>
              </a:defRPr>
            </a:lvl7pPr>
            <a:lvl8pPr algn="l">
              <a:defRPr sz="5025" b="1">
                <a:solidFill>
                  <a:srgbClr val="18D29A"/>
                </a:solidFill>
              </a:defRPr>
            </a:lvl8pPr>
            <a:lvl9pPr algn="l">
              <a:defRPr sz="502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18D29A"/>
                </a:solidFill>
              </a:defRPr>
            </a:pPr>
            <a:r>
              <a:rPr sz="5025" b="1">
                <a:solidFill>
                  <a:srgbClr val="18D29A"/>
                </a:solidFill>
              </a:rPr>
              <a:t>la validation.</a:t>
            </a:r>
          </a:p>
        </p:txBody>
      </p:sp>
      <p:sp>
        <p:nvSpPr>
          <p:cNvPr id="8" name="Téléphone 1">
            <a:extLst xmlns:a="http://schemas.openxmlformats.org/drawingml/2006/main">
              <a:ext uri="{FF2B5EF4-FFF2-40B4-BE49-F238E27FC236}">
                <a16:creationId xmlns:a16="http://schemas.microsoft.com/office/drawing/2014/main" id="{76C4561E-EE9A-495A-B372-32B9D76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619375" cy="54768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Écran 1">
            <a:extLst xmlns:a="http://schemas.openxmlformats.org/drawingml/2006/main">
              <a:ext uri="{FF2B5EF4-FFF2-40B4-BE49-F238E27FC236}">
                <a16:creationId xmlns:a16="http://schemas.microsoft.com/office/drawing/2014/main" id="{F383FAFE-AA8C-48DF-B804-617CBC51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2333625" cy="51339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éro 1">
            <a:extLst xmlns:a="http://schemas.openxmlformats.org/drawingml/2006/main">
              <a:ext uri="{FF2B5EF4-FFF2-40B4-BE49-F238E27FC236}">
                <a16:creationId xmlns:a16="http://schemas.microsoft.com/office/drawing/2014/main" id="{D0429550-AF55-4BD1-8314-75C7AAB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e numéro 1">
            <a:extLst xmlns:a="http://schemas.openxmlformats.org/drawingml/2006/main">
              <a:ext uri="{FF2B5EF4-FFF2-40B4-BE49-F238E27FC236}">
                <a16:creationId xmlns:a16="http://schemas.microsoft.com/office/drawing/2014/main" id="{16F319E5-0506-4BB4-99B4-E7CFD8B3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1</a:t>
            </a:r>
          </a:p>
        </p:txBody>
      </p:sp>
      <p:sp>
        <p:nvSpPr>
          <p:cNvPr id="12" name="CAPTURE 1 À REMPLACER">
            <a:extLst xmlns:a="http://schemas.openxmlformats.org/drawingml/2006/main">
              <a:ext uri="{FF2B5EF4-FFF2-40B4-BE49-F238E27FC236}">
                <a16:creationId xmlns:a16="http://schemas.microsoft.com/office/drawing/2014/main" id="{43864E7C-A9BD-4ECE-8AE6-98BE129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895475" cy="3333750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2D8"/>
            </a:solidFill>
            <a:prstDash val="solid"/>
          </a:ln>
        </p:spPr>
      </p:sp>
      <p:sp>
        <p:nvSpPr>
          <p:cNvPr id="1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1ADCCD9-0BA2-46ED-97CC-0E53CEE0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91250"/>
            <a:ext cx="1704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647184"/>
                </a:solidFill>
              </a:defRPr>
            </a:defPPr>
            <a:lvl1pPr algn="ctr">
              <a:defRPr sz="2025" b="1">
                <a:solidFill>
                  <a:srgbClr val="647184"/>
                </a:solidFill>
              </a:defRPr>
            </a:lvl1pPr>
            <a:lvl2pPr algn="ctr">
              <a:defRPr sz="2025" b="1">
                <a:solidFill>
                  <a:srgbClr val="647184"/>
                </a:solidFill>
              </a:defRPr>
            </a:lvl2pPr>
            <a:lvl3pPr algn="ctr">
              <a:defRPr sz="2025" b="1">
                <a:solidFill>
                  <a:srgbClr val="647184"/>
                </a:solidFill>
              </a:defRPr>
            </a:lvl3pPr>
            <a:lvl4pPr algn="ctr">
              <a:defRPr sz="2025" b="1">
                <a:solidFill>
                  <a:srgbClr val="647184"/>
                </a:solidFill>
              </a:defRPr>
            </a:lvl4pPr>
            <a:lvl5pPr algn="ctr">
              <a:defRPr sz="2025" b="1">
                <a:solidFill>
                  <a:srgbClr val="647184"/>
                </a:solidFill>
              </a:defRPr>
            </a:lvl5pPr>
            <a:lvl6pPr algn="ctr">
              <a:defRPr sz="2025" b="1">
                <a:solidFill>
                  <a:srgbClr val="647184"/>
                </a:solidFill>
              </a:defRPr>
            </a:lvl6pPr>
            <a:lvl7pPr algn="ctr">
              <a:defRPr sz="2025" b="1">
                <a:solidFill>
                  <a:srgbClr val="647184"/>
                </a:solidFill>
              </a:defRPr>
            </a:lvl7pPr>
            <a:lvl8pPr algn="ctr">
              <a:defRPr sz="2025" b="1">
                <a:solidFill>
                  <a:srgbClr val="647184"/>
                </a:solidFill>
              </a:defRPr>
            </a:lvl8pPr>
            <a:lvl9pPr algn="ctr">
              <a:defRPr sz="202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CAPTURE</a:t>
            </a:r>
          </a:p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À AJOUTER</a:t>
            </a:r>
          </a:p>
        </p:txBody>
      </p:sp>
      <p:sp>
        <p:nvSpPr>
          <p:cNvPr id="14" name="Libellé 1">
            <a:extLst xmlns:a="http://schemas.openxmlformats.org/drawingml/2006/main">
              <a:ext uri="{FF2B5EF4-FFF2-40B4-BE49-F238E27FC236}">
                <a16:creationId xmlns:a16="http://schemas.microsoft.com/office/drawing/2014/main" id="{6DBD003E-A1A8-4A5D-93B3-74F6A9A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296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Fiche du lieu</a:t>
            </a:r>
          </a:p>
        </p:txBody>
      </p:sp>
      <p:sp>
        <p:nvSpPr>
          <p:cNvPr id="15" name="Action 1">
            <a:extLst xmlns:a="http://schemas.openxmlformats.org/drawingml/2006/main">
              <a:ext uri="{FF2B5EF4-FFF2-40B4-BE49-F238E27FC236}">
                <a16:creationId xmlns:a16="http://schemas.microsoft.com/office/drawing/2014/main" id="{B3C35453-F9DA-41B0-9D0F-5093890D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8D29A"/>
                </a:solidFill>
              </a:defRPr>
            </a:defPPr>
            <a:lvl1pPr algn="ctr">
              <a:defRPr sz="1575" b="1">
                <a:solidFill>
                  <a:srgbClr val="18D29A"/>
                </a:solidFill>
              </a:defRPr>
            </a:lvl1pPr>
            <a:lvl2pPr algn="ctr">
              <a:defRPr sz="1575" b="1">
                <a:solidFill>
                  <a:srgbClr val="18D29A"/>
                </a:solidFill>
              </a:defRPr>
            </a:lvl2pPr>
            <a:lvl3pPr algn="ctr">
              <a:defRPr sz="1575" b="1">
                <a:solidFill>
                  <a:srgbClr val="18D29A"/>
                </a:solidFill>
              </a:defRPr>
            </a:lvl3pPr>
            <a:lvl4pPr algn="ctr">
              <a:defRPr sz="1575" b="1">
                <a:solidFill>
                  <a:srgbClr val="18D29A"/>
                </a:solidFill>
              </a:defRPr>
            </a:lvl4pPr>
            <a:lvl5pPr algn="ctr">
              <a:defRPr sz="1575" b="1">
                <a:solidFill>
                  <a:srgbClr val="18D29A"/>
                </a:solidFill>
              </a:defRPr>
            </a:lvl5pPr>
            <a:lvl6pPr algn="ctr">
              <a:defRPr sz="1575" b="1">
                <a:solidFill>
                  <a:srgbClr val="18D29A"/>
                </a:solidFill>
              </a:defRPr>
            </a:lvl6pPr>
            <a:lvl7pPr algn="ctr">
              <a:defRPr sz="1575" b="1">
                <a:solidFill>
                  <a:srgbClr val="18D29A"/>
                </a:solidFill>
              </a:defRPr>
            </a:lvl7pPr>
            <a:lvl8pPr algn="ctr">
              <a:defRPr sz="1575" b="1">
                <a:solidFill>
                  <a:srgbClr val="18D29A"/>
                </a:solidFill>
              </a:defRPr>
            </a:lvl8pPr>
            <a:lvl9pPr algn="ctr">
              <a:defRPr sz="15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D29A"/>
                </a:solidFill>
              </a:defRPr>
            </a:pPr>
            <a:r>
              <a:rPr sz="1575" b="1">
                <a:solidFill>
                  <a:srgbClr val="18D29A"/>
                </a:solidFill>
              </a:rPr>
              <a:t>Appuie sur l’offre</a:t>
            </a:r>
          </a:p>
        </p:txBody>
      </p:sp>
      <p:sp>
        <p:nvSpPr>
          <p:cNvPr id="16" name="Téléphone 2">
            <a:extLst xmlns:a="http://schemas.openxmlformats.org/drawingml/2006/main">
              <a:ext uri="{FF2B5EF4-FFF2-40B4-BE49-F238E27FC236}">
                <a16:creationId xmlns:a16="http://schemas.microsoft.com/office/drawing/2014/main" id="{E6F42D5E-9EDF-4A19-8FCA-09F637B4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00500"/>
            <a:ext cx="2619375" cy="54768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Écran 2">
            <a:extLst xmlns:a="http://schemas.openxmlformats.org/drawingml/2006/main">
              <a:ext uri="{FF2B5EF4-FFF2-40B4-BE49-F238E27FC236}">
                <a16:creationId xmlns:a16="http://schemas.microsoft.com/office/drawing/2014/main" id="{903FFFB3-3123-43FA-B1E3-22BD824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2333625" cy="51339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éro 2">
            <a:extLst xmlns:a="http://schemas.openxmlformats.org/drawingml/2006/main">
              <a:ext uri="{FF2B5EF4-FFF2-40B4-BE49-F238E27FC236}">
                <a16:creationId xmlns:a16="http://schemas.microsoft.com/office/drawing/2014/main" id="{D80F1F7A-761E-4DCA-8DF3-4D5F7C19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e numéro 2">
            <a:extLst xmlns:a="http://schemas.openxmlformats.org/drawingml/2006/main">
              <a:ext uri="{FF2B5EF4-FFF2-40B4-BE49-F238E27FC236}">
                <a16:creationId xmlns:a16="http://schemas.microsoft.com/office/drawing/2014/main" id="{ACAA9C80-6D5E-42F7-8393-FA659D9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2</a:t>
            </a:r>
          </a:p>
        </p:txBody>
      </p:sp>
      <p:sp>
        <p:nvSpPr>
          <p:cNvPr id="20" name="CAPTURE 2 À REMPLACER">
            <a:extLst xmlns:a="http://schemas.openxmlformats.org/drawingml/2006/main">
              <a:ext uri="{FF2B5EF4-FFF2-40B4-BE49-F238E27FC236}">
                <a16:creationId xmlns:a16="http://schemas.microsoft.com/office/drawing/2014/main" id="{CD72EBFA-1B09-4B3B-BBE4-8E265252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067300"/>
            <a:ext cx="1895475" cy="3333750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2D8"/>
            </a:solidFill>
            <a:prstDash val="solid"/>
          </a:ln>
        </p:spPr>
      </p:sp>
      <p:sp>
        <p:nvSpPr>
          <p:cNvPr id="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BA0900F-194C-4106-81C5-C588F22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191250"/>
            <a:ext cx="1704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647184"/>
                </a:solidFill>
              </a:defRPr>
            </a:defPPr>
            <a:lvl1pPr algn="ctr">
              <a:defRPr sz="2025" b="1">
                <a:solidFill>
                  <a:srgbClr val="647184"/>
                </a:solidFill>
              </a:defRPr>
            </a:lvl1pPr>
            <a:lvl2pPr algn="ctr">
              <a:defRPr sz="2025" b="1">
                <a:solidFill>
                  <a:srgbClr val="647184"/>
                </a:solidFill>
              </a:defRPr>
            </a:lvl2pPr>
            <a:lvl3pPr algn="ctr">
              <a:defRPr sz="2025" b="1">
                <a:solidFill>
                  <a:srgbClr val="647184"/>
                </a:solidFill>
              </a:defRPr>
            </a:lvl3pPr>
            <a:lvl4pPr algn="ctr">
              <a:defRPr sz="2025" b="1">
                <a:solidFill>
                  <a:srgbClr val="647184"/>
                </a:solidFill>
              </a:defRPr>
            </a:lvl4pPr>
            <a:lvl5pPr algn="ctr">
              <a:defRPr sz="2025" b="1">
                <a:solidFill>
                  <a:srgbClr val="647184"/>
                </a:solidFill>
              </a:defRPr>
            </a:lvl5pPr>
            <a:lvl6pPr algn="ctr">
              <a:defRPr sz="2025" b="1">
                <a:solidFill>
                  <a:srgbClr val="647184"/>
                </a:solidFill>
              </a:defRPr>
            </a:lvl6pPr>
            <a:lvl7pPr algn="ctr">
              <a:defRPr sz="2025" b="1">
                <a:solidFill>
                  <a:srgbClr val="647184"/>
                </a:solidFill>
              </a:defRPr>
            </a:lvl7pPr>
            <a:lvl8pPr algn="ctr">
              <a:defRPr sz="2025" b="1">
                <a:solidFill>
                  <a:srgbClr val="647184"/>
                </a:solidFill>
              </a:defRPr>
            </a:lvl8pPr>
            <a:lvl9pPr algn="ctr">
              <a:defRPr sz="202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CAPTURE</a:t>
            </a:r>
          </a:p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À AJOUTER</a:t>
            </a:r>
          </a:p>
        </p:txBody>
      </p:sp>
      <p:sp>
        <p:nvSpPr>
          <p:cNvPr id="22" name="Libellé 2">
            <a:extLst xmlns:a="http://schemas.openxmlformats.org/drawingml/2006/main">
              <a:ext uri="{FF2B5EF4-FFF2-40B4-BE49-F238E27FC236}">
                <a16:creationId xmlns:a16="http://schemas.microsoft.com/office/drawing/2014/main" id="{923BE3C9-5586-438B-98B1-2CB8A83E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6296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Détail de l’offre</a:t>
            </a:r>
          </a:p>
        </p:txBody>
      </p:sp>
      <p:sp>
        <p:nvSpPr>
          <p:cNvPr id="23" name="Action 2">
            <a:extLst xmlns:a="http://schemas.openxmlformats.org/drawingml/2006/main">
              <a:ext uri="{FF2B5EF4-FFF2-40B4-BE49-F238E27FC236}">
                <a16:creationId xmlns:a16="http://schemas.microsoft.com/office/drawing/2014/main" id="{7CC88DFD-E43E-46C5-AC7A-039E15F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96202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7D86"/>
                </a:solidFill>
              </a:defRPr>
            </a:defPPr>
            <a:lvl1pPr algn="ctr">
              <a:defRPr sz="1575" b="1">
                <a:solidFill>
                  <a:srgbClr val="FF7D86"/>
                </a:solidFill>
              </a:defRPr>
            </a:lvl1pPr>
            <a:lvl2pPr algn="ctr">
              <a:defRPr sz="1575" b="1">
                <a:solidFill>
                  <a:srgbClr val="FF7D86"/>
                </a:solidFill>
              </a:defRPr>
            </a:lvl2pPr>
            <a:lvl3pPr algn="ctr">
              <a:defRPr sz="1575" b="1">
                <a:solidFill>
                  <a:srgbClr val="FF7D86"/>
                </a:solidFill>
              </a:defRPr>
            </a:lvl3pPr>
            <a:lvl4pPr algn="ctr">
              <a:defRPr sz="1575" b="1">
                <a:solidFill>
                  <a:srgbClr val="FF7D86"/>
                </a:solidFill>
              </a:defRPr>
            </a:lvl4pPr>
            <a:lvl5pPr algn="ctr">
              <a:defRPr sz="1575" b="1">
                <a:solidFill>
                  <a:srgbClr val="FF7D86"/>
                </a:solidFill>
              </a:defRPr>
            </a:lvl5pPr>
            <a:lvl6pPr algn="ctr">
              <a:defRPr sz="1575" b="1">
                <a:solidFill>
                  <a:srgbClr val="FF7D86"/>
                </a:solidFill>
              </a:defRPr>
            </a:lvl6pPr>
            <a:lvl7pPr algn="ctr">
              <a:defRPr sz="1575" b="1">
                <a:solidFill>
                  <a:srgbClr val="FF7D86"/>
                </a:solidFill>
              </a:defRPr>
            </a:lvl7pPr>
            <a:lvl8pPr algn="ctr">
              <a:defRPr sz="1575" b="1">
                <a:solidFill>
                  <a:srgbClr val="FF7D86"/>
                </a:solidFill>
              </a:defRPr>
            </a:lvl8pPr>
            <a:lvl9pPr algn="ctr">
              <a:defRPr sz="1575" b="1">
                <a:solidFill>
                  <a:srgbClr val="FF7D8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7D86"/>
                </a:solidFill>
              </a:defRPr>
            </a:pPr>
            <a:r>
              <a:rPr sz="1575" b="1">
                <a:solidFill>
                  <a:srgbClr val="FF7D86"/>
                </a:solidFill>
              </a:rPr>
              <a:t>Appuie sur « Profiter »</a:t>
            </a:r>
          </a:p>
        </p:txBody>
      </p:sp>
      <p:sp>
        <p:nvSpPr>
          <p:cNvPr id="24" name="Téléphone 3">
            <a:extLst xmlns:a="http://schemas.openxmlformats.org/drawingml/2006/main">
              <a:ext uri="{FF2B5EF4-FFF2-40B4-BE49-F238E27FC236}">
                <a16:creationId xmlns:a16="http://schemas.microsoft.com/office/drawing/2014/main" id="{3B7022BD-FEC5-4282-AA85-94007B3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2619375" cy="54768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Écran 3">
            <a:extLst xmlns:a="http://schemas.openxmlformats.org/drawingml/2006/main">
              <a:ext uri="{FF2B5EF4-FFF2-40B4-BE49-F238E27FC236}">
                <a16:creationId xmlns:a16="http://schemas.microsoft.com/office/drawing/2014/main" id="{336986DB-8CBD-4B7E-880A-C58998FC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71950"/>
            <a:ext cx="2333625" cy="51339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uméro 3">
            <a:extLst xmlns:a="http://schemas.openxmlformats.org/drawingml/2006/main">
              <a:ext uri="{FF2B5EF4-FFF2-40B4-BE49-F238E27FC236}">
                <a16:creationId xmlns:a16="http://schemas.microsoft.com/office/drawing/2014/main" id="{0C0F1280-9AEC-4CCC-9843-B3A274A4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e numéro 3">
            <a:extLst xmlns:a="http://schemas.openxmlformats.org/drawingml/2006/main">
              <a:ext uri="{FF2B5EF4-FFF2-40B4-BE49-F238E27FC236}">
                <a16:creationId xmlns:a16="http://schemas.microsoft.com/office/drawing/2014/main" id="{89E035ED-27E8-4C02-809B-3C97A5D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3</a:t>
            </a:r>
          </a:p>
        </p:txBody>
      </p:sp>
      <p:sp>
        <p:nvSpPr>
          <p:cNvPr id="28" name="CAPTURE 3 À REMPLACER">
            <a:extLst xmlns:a="http://schemas.openxmlformats.org/drawingml/2006/main">
              <a:ext uri="{FF2B5EF4-FFF2-40B4-BE49-F238E27FC236}">
                <a16:creationId xmlns:a16="http://schemas.microsoft.com/office/drawing/2014/main" id="{71392C09-933F-4B33-BE93-D062CC90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67300"/>
            <a:ext cx="1895475" cy="3333750"/>
          </a:xfrm>
          <a:prstGeom xmlns:a="http://schemas.openxmlformats.org/drawingml/2006/main" prst="roundRect">
            <a:avLst>
              <a:gd name="adj" fmla="val 6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2D8"/>
            </a:solidFill>
            <a:prstDash val="solid"/>
          </a:ln>
        </p:spPr>
      </p:sp>
      <p:sp>
        <p:nvSpPr>
          <p:cNvPr id="2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5759665-3D27-41CB-BABD-35A6E51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91250"/>
            <a:ext cx="1704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647184"/>
                </a:solidFill>
              </a:defRPr>
            </a:defPPr>
            <a:lvl1pPr algn="ctr">
              <a:defRPr sz="2025" b="1">
                <a:solidFill>
                  <a:srgbClr val="647184"/>
                </a:solidFill>
              </a:defRPr>
            </a:lvl1pPr>
            <a:lvl2pPr algn="ctr">
              <a:defRPr sz="2025" b="1">
                <a:solidFill>
                  <a:srgbClr val="647184"/>
                </a:solidFill>
              </a:defRPr>
            </a:lvl2pPr>
            <a:lvl3pPr algn="ctr">
              <a:defRPr sz="2025" b="1">
                <a:solidFill>
                  <a:srgbClr val="647184"/>
                </a:solidFill>
              </a:defRPr>
            </a:lvl3pPr>
            <a:lvl4pPr algn="ctr">
              <a:defRPr sz="2025" b="1">
                <a:solidFill>
                  <a:srgbClr val="647184"/>
                </a:solidFill>
              </a:defRPr>
            </a:lvl4pPr>
            <a:lvl5pPr algn="ctr">
              <a:defRPr sz="2025" b="1">
                <a:solidFill>
                  <a:srgbClr val="647184"/>
                </a:solidFill>
              </a:defRPr>
            </a:lvl5pPr>
            <a:lvl6pPr algn="ctr">
              <a:defRPr sz="2025" b="1">
                <a:solidFill>
                  <a:srgbClr val="647184"/>
                </a:solidFill>
              </a:defRPr>
            </a:lvl6pPr>
            <a:lvl7pPr algn="ctr">
              <a:defRPr sz="2025" b="1">
                <a:solidFill>
                  <a:srgbClr val="647184"/>
                </a:solidFill>
              </a:defRPr>
            </a:lvl7pPr>
            <a:lvl8pPr algn="ctr">
              <a:defRPr sz="2025" b="1">
                <a:solidFill>
                  <a:srgbClr val="647184"/>
                </a:solidFill>
              </a:defRPr>
            </a:lvl8pPr>
            <a:lvl9pPr algn="ctr">
              <a:defRPr sz="202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CAPTURE</a:t>
            </a:r>
          </a:p>
          <a:p xmlns:a="http://schemas.openxmlformats.org/drawingml/2006/main">
            <a:pPr algn="ctr">
              <a:defRPr sz="2025" b="1">
                <a:solidFill>
                  <a:srgbClr val="647184"/>
                </a:solidFill>
              </a:defRPr>
            </a:pPr>
            <a:r>
              <a:rPr sz="2025" b="1">
                <a:solidFill>
                  <a:srgbClr val="647184"/>
                </a:solidFill>
              </a:rPr>
              <a:t>À AJOUTER</a:t>
            </a:r>
          </a:p>
        </p:txBody>
      </p:sp>
      <p:sp>
        <p:nvSpPr>
          <p:cNvPr id="30" name="Libellé 3">
            <a:extLst xmlns:a="http://schemas.openxmlformats.org/drawingml/2006/main">
              <a:ext uri="{FF2B5EF4-FFF2-40B4-BE49-F238E27FC236}">
                <a16:creationId xmlns:a16="http://schemas.microsoft.com/office/drawing/2014/main" id="{A389A636-B7E6-4B3E-91D1-097A0ED4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6296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Validation</a:t>
            </a:r>
          </a:p>
        </p:txBody>
      </p:sp>
      <p:sp>
        <p:nvSpPr>
          <p:cNvPr id="31" name="Action 3">
            <a:extLst xmlns:a="http://schemas.openxmlformats.org/drawingml/2006/main">
              <a:ext uri="{FF2B5EF4-FFF2-40B4-BE49-F238E27FC236}">
                <a16:creationId xmlns:a16="http://schemas.microsoft.com/office/drawing/2014/main" id="{61A3D1CD-8AEB-46E9-A064-ACC3398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96202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4C95D"/>
                </a:solidFill>
              </a:defRPr>
            </a:defPPr>
            <a:lvl1pPr algn="ctr">
              <a:defRPr sz="1575" b="1">
                <a:solidFill>
                  <a:srgbClr val="F4C95D"/>
                </a:solidFill>
              </a:defRPr>
            </a:lvl1pPr>
            <a:lvl2pPr algn="ctr">
              <a:defRPr sz="1575" b="1">
                <a:solidFill>
                  <a:srgbClr val="F4C95D"/>
                </a:solidFill>
              </a:defRPr>
            </a:lvl2pPr>
            <a:lvl3pPr algn="ctr">
              <a:defRPr sz="1575" b="1">
                <a:solidFill>
                  <a:srgbClr val="F4C95D"/>
                </a:solidFill>
              </a:defRPr>
            </a:lvl3pPr>
            <a:lvl4pPr algn="ctr">
              <a:defRPr sz="1575" b="1">
                <a:solidFill>
                  <a:srgbClr val="F4C95D"/>
                </a:solidFill>
              </a:defRPr>
            </a:lvl4pPr>
            <a:lvl5pPr algn="ctr">
              <a:defRPr sz="1575" b="1">
                <a:solidFill>
                  <a:srgbClr val="F4C95D"/>
                </a:solidFill>
              </a:defRPr>
            </a:lvl5pPr>
            <a:lvl6pPr algn="ctr">
              <a:defRPr sz="1575" b="1">
                <a:solidFill>
                  <a:srgbClr val="F4C95D"/>
                </a:solidFill>
              </a:defRPr>
            </a:lvl6pPr>
            <a:lvl7pPr algn="ctr">
              <a:defRPr sz="1575" b="1">
                <a:solidFill>
                  <a:srgbClr val="F4C95D"/>
                </a:solidFill>
              </a:defRPr>
            </a:lvl7pPr>
            <a:lvl8pPr algn="ctr">
              <a:defRPr sz="1575" b="1">
                <a:solidFill>
                  <a:srgbClr val="F4C95D"/>
                </a:solidFill>
              </a:defRPr>
            </a:lvl8pPr>
            <a:lvl9pPr algn="ctr">
              <a:defRPr sz="1575" b="1">
                <a:solidFill>
                  <a:srgbClr val="F4C95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C95D"/>
                </a:solidFill>
              </a:defRPr>
            </a:pPr>
            <a:r>
              <a:rPr sz="1575" b="1">
                <a:solidFill>
                  <a:srgbClr val="F4C95D"/>
                </a:solidFill>
              </a:rPr>
              <a:t>Présente-la au lieu</a:t>
            </a:r>
          </a:p>
        </p:txBody>
      </p:sp>
      <p:sp>
        <p:nvSpPr>
          <p:cNvPr id="32" name="Aide captures">
            <a:extLst xmlns:a="http://schemas.openxmlformats.org/drawingml/2006/main">
              <a:ext uri="{FF2B5EF4-FFF2-40B4-BE49-F238E27FC236}">
                <a16:creationId xmlns:a16="http://schemas.microsoft.com/office/drawing/2014/main" id="{07C3C26F-7D65-40AB-B9C3-6D85BB9B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7346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647184"/>
                </a:solidFill>
              </a:defRPr>
            </a:defPPr>
            <a:lvl1pPr algn="ctr">
              <a:defRPr sz="1725" b="1">
                <a:solidFill>
                  <a:srgbClr val="647184"/>
                </a:solidFill>
              </a:defRPr>
            </a:lvl1pPr>
            <a:lvl2pPr algn="ctr">
              <a:defRPr sz="1725" b="1">
                <a:solidFill>
                  <a:srgbClr val="647184"/>
                </a:solidFill>
              </a:defRPr>
            </a:lvl2pPr>
            <a:lvl3pPr algn="ctr">
              <a:defRPr sz="1725" b="1">
                <a:solidFill>
                  <a:srgbClr val="647184"/>
                </a:solidFill>
              </a:defRPr>
            </a:lvl3pPr>
            <a:lvl4pPr algn="ctr">
              <a:defRPr sz="1725" b="1">
                <a:solidFill>
                  <a:srgbClr val="647184"/>
                </a:solidFill>
              </a:defRPr>
            </a:lvl4pPr>
            <a:lvl5pPr algn="ctr">
              <a:defRPr sz="1725" b="1">
                <a:solidFill>
                  <a:srgbClr val="647184"/>
                </a:solidFill>
              </a:defRPr>
            </a:lvl5pPr>
            <a:lvl6pPr algn="ctr">
              <a:defRPr sz="1725" b="1">
                <a:solidFill>
                  <a:srgbClr val="647184"/>
                </a:solidFill>
              </a:defRPr>
            </a:lvl6pPr>
            <a:lvl7pPr algn="ctr">
              <a:defRPr sz="1725" b="1">
                <a:solidFill>
                  <a:srgbClr val="647184"/>
                </a:solidFill>
              </a:defRPr>
            </a:lvl7pPr>
            <a:lvl8pPr algn="ctr">
              <a:defRPr sz="1725" b="1">
                <a:solidFill>
                  <a:srgbClr val="647184"/>
                </a:solidFill>
              </a:defRPr>
            </a:lvl8pPr>
            <a:lvl9pPr algn="ctr">
              <a:defRPr sz="172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647184"/>
                </a:solidFill>
              </a:defRPr>
            </a:pPr>
            <a:r>
              <a:rPr sz="1725" b="1">
                <a:solidFill>
                  <a:srgbClr val="647184"/>
                </a:solidFill>
              </a:rPr>
              <a:t>Les trois vraies captures seront intégrées ici.</a:t>
            </a:r>
          </a:p>
        </p:txBody>
      </p:sp>
      <p:sp>
        <p:nvSpPr>
          <p:cNvPr id="33" name="Pagination">
            <a:extLst xmlns:a="http://schemas.openxmlformats.org/drawingml/2006/main">
              <a:ext uri="{FF2B5EF4-FFF2-40B4-BE49-F238E27FC236}">
                <a16:creationId xmlns:a16="http://schemas.microsoft.com/office/drawing/2014/main" id="{2A43FE22-E77F-4BE2-961A-60699FF1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57921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ogo clair">
            <a:extLst xmlns:a="http://schemas.openxmlformats.org/drawingml/2006/main">
              <a:ext uri="{FF2B5EF4-FFF2-40B4-BE49-F238E27FC236}">
                <a16:creationId xmlns:a16="http://schemas.microsoft.com/office/drawing/2014/main" id="{3368831E-0F38-4192-9CBB-2B0858B6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2" name="Logo vert">
            <a:extLst xmlns:a="http://schemas.openxmlformats.org/drawingml/2006/main">
              <a:ext uri="{FF2B5EF4-FFF2-40B4-BE49-F238E27FC236}">
                <a16:creationId xmlns:a16="http://schemas.microsoft.com/office/drawing/2014/main" id="{C896CCA9-B9C3-434F-90FD-A0B1385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3" name="Logo suffixe clair">
            <a:extLst xmlns:a="http://schemas.openxmlformats.org/drawingml/2006/main">
              <a:ext uri="{FF2B5EF4-FFF2-40B4-BE49-F238E27FC236}">
                <a16:creationId xmlns:a16="http://schemas.microsoft.com/office/drawing/2014/main" id="{2E25378B-F2A5-45F3-B7A8-A355D5C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4" name="Pastille AUJOURD’HUI">
            <a:extLst xmlns:a="http://schemas.openxmlformats.org/drawingml/2006/main">
              <a:ext uri="{FF2B5EF4-FFF2-40B4-BE49-F238E27FC236}">
                <a16:creationId xmlns:a16="http://schemas.microsoft.com/office/drawing/2014/main" id="{AFAFFEDD-5366-4323-B99E-F7BF13B2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e AUJOURD’HUI">
            <a:extLst xmlns:a="http://schemas.openxmlformats.org/drawingml/2006/main">
              <a:ext uri="{FF2B5EF4-FFF2-40B4-BE49-F238E27FC236}">
                <a16:creationId xmlns:a16="http://schemas.microsoft.com/office/drawing/2014/main" id="{9834B3C3-072D-486A-ADF3-7C15D064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AUJOURD’HUI</a:t>
            </a:r>
          </a:p>
        </p:txBody>
      </p:sp>
      <p:sp>
        <p:nvSpPr>
          <p:cNvPr id="6" name="Titre Pass">
            <a:extLst xmlns:a="http://schemas.openxmlformats.org/drawingml/2006/main">
              <a:ext uri="{FF2B5EF4-FFF2-40B4-BE49-F238E27FC236}">
                <a16:creationId xmlns:a16="http://schemas.microsoft.com/office/drawing/2014/main" id="{54F0F517-C90B-4589-970F-D764670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</a:defRPr>
            </a:defPPr>
            <a:lvl1pPr algn="l">
              <a:defRPr sz="5250" b="1">
                <a:solidFill>
                  <a:srgbClr val="FFFFFF"/>
                </a:solidFill>
              </a:defRPr>
            </a:lvl1pPr>
            <a:lvl2pPr algn="l">
              <a:defRPr sz="5250" b="1">
                <a:solidFill>
                  <a:srgbClr val="FFFFFF"/>
                </a:solidFill>
              </a:defRPr>
            </a:lvl2pPr>
            <a:lvl3pPr algn="l">
              <a:defRPr sz="5250" b="1">
                <a:solidFill>
                  <a:srgbClr val="FFFFFF"/>
                </a:solidFill>
              </a:defRPr>
            </a:lvl3pPr>
            <a:lvl4pPr algn="l">
              <a:defRPr sz="5250" b="1">
                <a:solidFill>
                  <a:srgbClr val="FFFFFF"/>
                </a:solidFill>
              </a:defRPr>
            </a:lvl4pPr>
            <a:lvl5pPr algn="l">
              <a:defRPr sz="5250" b="1">
                <a:solidFill>
                  <a:srgbClr val="FFFFFF"/>
                </a:solidFill>
              </a:defRPr>
            </a:lvl5pPr>
            <a:lvl6pPr algn="l">
              <a:defRPr sz="5250" b="1">
                <a:solidFill>
                  <a:srgbClr val="FFFFFF"/>
                </a:solidFill>
              </a:defRPr>
            </a:lvl6pPr>
            <a:lvl7pPr algn="l">
              <a:defRPr sz="5250" b="1">
                <a:solidFill>
                  <a:srgbClr val="FFFFFF"/>
                </a:solidFill>
              </a:defRPr>
            </a:lvl7pPr>
            <a:lvl8pPr algn="l">
              <a:defRPr sz="5250" b="1">
                <a:solidFill>
                  <a:srgbClr val="FFFFFF"/>
                </a:solidFill>
              </a:defRPr>
            </a:lvl8pPr>
            <a:lvl9pPr algn="l">
              <a:defRPr sz="5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iziLife Pass</a:t>
            </a:r>
          </a:p>
        </p:txBody>
      </p:sp>
      <p:sp>
        <p:nvSpPr>
          <p:cNvPr id="7" name="Sous-titre Pass">
            <a:extLst xmlns:a="http://schemas.openxmlformats.org/drawingml/2006/main">
              <a:ext uri="{FF2B5EF4-FFF2-40B4-BE49-F238E27FC236}">
                <a16:creationId xmlns:a16="http://schemas.microsoft.com/office/drawing/2014/main" id="{594F4D01-2AE5-46C2-947E-1A50789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0">
                <a:solidFill>
                  <a:srgbClr val="18D29A"/>
                </a:solidFill>
              </a:defRPr>
            </a:defPPr>
            <a:lvl1pPr algn="l">
              <a:defRPr sz="2325" b="0">
                <a:solidFill>
                  <a:srgbClr val="18D29A"/>
                </a:solidFill>
              </a:defRPr>
            </a:lvl1pPr>
            <a:lvl2pPr algn="l">
              <a:defRPr sz="2325" b="0">
                <a:solidFill>
                  <a:srgbClr val="18D29A"/>
                </a:solidFill>
              </a:defRPr>
            </a:lvl2pPr>
            <a:lvl3pPr algn="l">
              <a:defRPr sz="2325" b="0">
                <a:solidFill>
                  <a:srgbClr val="18D29A"/>
                </a:solidFill>
              </a:defRPr>
            </a:lvl3pPr>
            <a:lvl4pPr algn="l">
              <a:defRPr sz="2325" b="0">
                <a:solidFill>
                  <a:srgbClr val="18D29A"/>
                </a:solidFill>
              </a:defRPr>
            </a:lvl4pPr>
            <a:lvl5pPr algn="l">
              <a:defRPr sz="2325" b="0">
                <a:solidFill>
                  <a:srgbClr val="18D29A"/>
                </a:solidFill>
              </a:defRPr>
            </a:lvl5pPr>
            <a:lvl6pPr algn="l">
              <a:defRPr sz="2325" b="0">
                <a:solidFill>
                  <a:srgbClr val="18D29A"/>
                </a:solidFill>
              </a:defRPr>
            </a:lvl6pPr>
            <a:lvl7pPr algn="l">
              <a:defRPr sz="2325" b="0">
                <a:solidFill>
                  <a:srgbClr val="18D29A"/>
                </a:solidFill>
              </a:defRPr>
            </a:lvl7pPr>
            <a:lvl8pPr algn="l">
              <a:defRPr sz="2325" b="0">
                <a:solidFill>
                  <a:srgbClr val="18D29A"/>
                </a:solidFill>
              </a:defRPr>
            </a:lvl8pPr>
            <a:lvl9pPr algn="l">
              <a:defRPr sz="2325" b="0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D29A"/>
                </a:solidFill>
              </a:defRPr>
            </a:pPr>
            <a:r>
              <a:rPr sz="2325" b="0">
                <a:solidFill>
                  <a:srgbClr val="18D29A"/>
                </a:solidFill>
              </a:rPr>
              <a:t>Les avantages du quotidien.</a:t>
            </a:r>
          </a:p>
        </p:txBody>
      </p:sp>
      <p:sp>
        <p:nvSpPr>
          <p:cNvPr id="8" name="Carte Pass">
            <a:extLst xmlns:a="http://schemas.openxmlformats.org/drawingml/2006/main">
              <a:ext uri="{FF2B5EF4-FFF2-40B4-BE49-F238E27FC236}">
                <a16:creationId xmlns:a16="http://schemas.microsoft.com/office/drawing/2014/main" id="{E09FD3C1-F7E8-4EEC-B909-D5FF5988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9154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che 1">
            <a:extLst xmlns:a="http://schemas.openxmlformats.org/drawingml/2006/main">
              <a:ext uri="{FF2B5EF4-FFF2-40B4-BE49-F238E27FC236}">
                <a16:creationId xmlns:a16="http://schemas.microsoft.com/office/drawing/2014/main" id="{887AEE02-EBCC-47C8-BD18-6DC16472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8D29A"/>
                </a:solidFill>
              </a:defRPr>
            </a:defPPr>
            <a:lvl1pPr algn="ctr">
              <a:defRPr sz="2100" b="1">
                <a:solidFill>
                  <a:srgbClr val="18D29A"/>
                </a:solidFill>
              </a:defRPr>
            </a:lvl1pPr>
            <a:lvl2pPr algn="ctr">
              <a:defRPr sz="2100" b="1">
                <a:solidFill>
                  <a:srgbClr val="18D29A"/>
                </a:solidFill>
              </a:defRPr>
            </a:lvl2pPr>
            <a:lvl3pPr algn="ctr">
              <a:defRPr sz="2100" b="1">
                <a:solidFill>
                  <a:srgbClr val="18D29A"/>
                </a:solidFill>
              </a:defRPr>
            </a:lvl3pPr>
            <a:lvl4pPr algn="ctr">
              <a:defRPr sz="2100" b="1">
                <a:solidFill>
                  <a:srgbClr val="18D29A"/>
                </a:solidFill>
              </a:defRPr>
            </a:lvl4pPr>
            <a:lvl5pPr algn="ctr">
              <a:defRPr sz="2100" b="1">
                <a:solidFill>
                  <a:srgbClr val="18D29A"/>
                </a:solidFill>
              </a:defRPr>
            </a:lvl5pPr>
            <a:lvl6pPr algn="ctr">
              <a:defRPr sz="2100" b="1">
                <a:solidFill>
                  <a:srgbClr val="18D29A"/>
                </a:solidFill>
              </a:defRPr>
            </a:lvl6pPr>
            <a:lvl7pPr algn="ctr">
              <a:defRPr sz="2100" b="1">
                <a:solidFill>
                  <a:srgbClr val="18D29A"/>
                </a:solidFill>
              </a:defRPr>
            </a:lvl7pPr>
            <a:lvl8pPr algn="ctr">
              <a:defRPr sz="2100" b="1">
                <a:solidFill>
                  <a:srgbClr val="18D29A"/>
                </a:solidFill>
              </a:defRPr>
            </a:lvl8pPr>
            <a:lvl9pPr algn="ctr">
              <a:defRPr sz="21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D29A"/>
                </a:solidFill>
              </a:defRPr>
            </a:pPr>
            <a:r>
              <a:rPr sz="2100" b="1">
                <a:solidFill>
                  <a:srgbClr val="18D29A"/>
                </a:solidFill>
              </a:rPr>
              <a:t>✓</a:t>
            </a:r>
          </a:p>
        </p:txBody>
      </p:sp>
      <p:sp>
        <p:nvSpPr>
          <p:cNvPr id="10" name="Avantage 1">
            <a:extLst xmlns:a="http://schemas.openxmlformats.org/drawingml/2006/main">
              <a:ext uri="{FF2B5EF4-FFF2-40B4-BE49-F238E27FC236}">
                <a16:creationId xmlns:a16="http://schemas.microsoft.com/office/drawing/2014/main" id="{2264B17B-DDF5-4264-A103-483FF3F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71829"/>
                </a:solidFill>
              </a:defRPr>
            </a:defPPr>
            <a:lvl1pPr algn="l">
              <a:defRPr sz="2325" b="1">
                <a:solidFill>
                  <a:srgbClr val="071829"/>
                </a:solidFill>
              </a:defRPr>
            </a:lvl1pPr>
            <a:lvl2pPr algn="l">
              <a:defRPr sz="2325" b="1">
                <a:solidFill>
                  <a:srgbClr val="071829"/>
                </a:solidFill>
              </a:defRPr>
            </a:lvl2pPr>
            <a:lvl3pPr algn="l">
              <a:defRPr sz="2325" b="1">
                <a:solidFill>
                  <a:srgbClr val="071829"/>
                </a:solidFill>
              </a:defRPr>
            </a:lvl3pPr>
            <a:lvl4pPr algn="l">
              <a:defRPr sz="2325" b="1">
                <a:solidFill>
                  <a:srgbClr val="071829"/>
                </a:solidFill>
              </a:defRPr>
            </a:lvl4pPr>
            <a:lvl5pPr algn="l">
              <a:defRPr sz="2325" b="1">
                <a:solidFill>
                  <a:srgbClr val="071829"/>
                </a:solidFill>
              </a:defRPr>
            </a:lvl5pPr>
            <a:lvl6pPr algn="l">
              <a:defRPr sz="2325" b="1">
                <a:solidFill>
                  <a:srgbClr val="071829"/>
                </a:solidFill>
              </a:defRPr>
            </a:lvl6pPr>
            <a:lvl7pPr algn="l">
              <a:defRPr sz="2325" b="1">
                <a:solidFill>
                  <a:srgbClr val="071829"/>
                </a:solidFill>
              </a:defRPr>
            </a:lvl7pPr>
            <a:lvl8pPr algn="l">
              <a:defRPr sz="2325" b="1">
                <a:solidFill>
                  <a:srgbClr val="071829"/>
                </a:solidFill>
              </a:defRPr>
            </a:lvl8pPr>
            <a:lvl9pPr algn="l">
              <a:defRPr sz="23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71829"/>
                </a:solidFill>
              </a:defRPr>
            </a:pPr>
            <a:r>
              <a:rPr sz="2325" b="1">
                <a:solidFill>
                  <a:srgbClr val="071829"/>
                </a:solidFill>
              </a:rPr>
              <a:t>Réductions chez les partenaires</a:t>
            </a:r>
          </a:p>
        </p:txBody>
      </p:sp>
      <p:sp>
        <p:nvSpPr>
          <p:cNvPr id="11" name="Coche 2">
            <a:extLst xmlns:a="http://schemas.openxmlformats.org/drawingml/2006/main">
              <a:ext uri="{FF2B5EF4-FFF2-40B4-BE49-F238E27FC236}">
                <a16:creationId xmlns:a16="http://schemas.microsoft.com/office/drawing/2014/main" id="{3BA09259-605C-48C1-8708-749B47A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8D29A"/>
                </a:solidFill>
              </a:defRPr>
            </a:defPPr>
            <a:lvl1pPr algn="ctr">
              <a:defRPr sz="2100" b="1">
                <a:solidFill>
                  <a:srgbClr val="18D29A"/>
                </a:solidFill>
              </a:defRPr>
            </a:lvl1pPr>
            <a:lvl2pPr algn="ctr">
              <a:defRPr sz="2100" b="1">
                <a:solidFill>
                  <a:srgbClr val="18D29A"/>
                </a:solidFill>
              </a:defRPr>
            </a:lvl2pPr>
            <a:lvl3pPr algn="ctr">
              <a:defRPr sz="2100" b="1">
                <a:solidFill>
                  <a:srgbClr val="18D29A"/>
                </a:solidFill>
              </a:defRPr>
            </a:lvl3pPr>
            <a:lvl4pPr algn="ctr">
              <a:defRPr sz="2100" b="1">
                <a:solidFill>
                  <a:srgbClr val="18D29A"/>
                </a:solidFill>
              </a:defRPr>
            </a:lvl4pPr>
            <a:lvl5pPr algn="ctr">
              <a:defRPr sz="2100" b="1">
                <a:solidFill>
                  <a:srgbClr val="18D29A"/>
                </a:solidFill>
              </a:defRPr>
            </a:lvl5pPr>
            <a:lvl6pPr algn="ctr">
              <a:defRPr sz="2100" b="1">
                <a:solidFill>
                  <a:srgbClr val="18D29A"/>
                </a:solidFill>
              </a:defRPr>
            </a:lvl6pPr>
            <a:lvl7pPr algn="ctr">
              <a:defRPr sz="2100" b="1">
                <a:solidFill>
                  <a:srgbClr val="18D29A"/>
                </a:solidFill>
              </a:defRPr>
            </a:lvl7pPr>
            <a:lvl8pPr algn="ctr">
              <a:defRPr sz="2100" b="1">
                <a:solidFill>
                  <a:srgbClr val="18D29A"/>
                </a:solidFill>
              </a:defRPr>
            </a:lvl8pPr>
            <a:lvl9pPr algn="ctr">
              <a:defRPr sz="21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D29A"/>
                </a:solidFill>
              </a:defRPr>
            </a:pPr>
            <a:r>
              <a:rPr sz="2100" b="1">
                <a:solidFill>
                  <a:srgbClr val="18D29A"/>
                </a:solidFill>
              </a:rPr>
              <a:t>✓</a:t>
            </a:r>
          </a:p>
        </p:txBody>
      </p:sp>
      <p:sp>
        <p:nvSpPr>
          <p:cNvPr id="12" name="Avantage 2">
            <a:extLst xmlns:a="http://schemas.openxmlformats.org/drawingml/2006/main">
              <a:ext uri="{FF2B5EF4-FFF2-40B4-BE49-F238E27FC236}">
                <a16:creationId xmlns:a16="http://schemas.microsoft.com/office/drawing/2014/main" id="{3A416DB6-7F1B-417F-ACBE-B4AC5023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71829"/>
                </a:solidFill>
              </a:defRPr>
            </a:defPPr>
            <a:lvl1pPr algn="l">
              <a:defRPr sz="2325" b="1">
                <a:solidFill>
                  <a:srgbClr val="071829"/>
                </a:solidFill>
              </a:defRPr>
            </a:lvl1pPr>
            <a:lvl2pPr algn="l">
              <a:defRPr sz="2325" b="1">
                <a:solidFill>
                  <a:srgbClr val="071829"/>
                </a:solidFill>
              </a:defRPr>
            </a:lvl2pPr>
            <a:lvl3pPr algn="l">
              <a:defRPr sz="2325" b="1">
                <a:solidFill>
                  <a:srgbClr val="071829"/>
                </a:solidFill>
              </a:defRPr>
            </a:lvl3pPr>
            <a:lvl4pPr algn="l">
              <a:defRPr sz="2325" b="1">
                <a:solidFill>
                  <a:srgbClr val="071829"/>
                </a:solidFill>
              </a:defRPr>
            </a:lvl4pPr>
            <a:lvl5pPr algn="l">
              <a:defRPr sz="2325" b="1">
                <a:solidFill>
                  <a:srgbClr val="071829"/>
                </a:solidFill>
              </a:defRPr>
            </a:lvl5pPr>
            <a:lvl6pPr algn="l">
              <a:defRPr sz="2325" b="1">
                <a:solidFill>
                  <a:srgbClr val="071829"/>
                </a:solidFill>
              </a:defRPr>
            </a:lvl6pPr>
            <a:lvl7pPr algn="l">
              <a:defRPr sz="2325" b="1">
                <a:solidFill>
                  <a:srgbClr val="071829"/>
                </a:solidFill>
              </a:defRPr>
            </a:lvl7pPr>
            <a:lvl8pPr algn="l">
              <a:defRPr sz="2325" b="1">
                <a:solidFill>
                  <a:srgbClr val="071829"/>
                </a:solidFill>
              </a:defRPr>
            </a:lvl8pPr>
            <a:lvl9pPr algn="l">
              <a:defRPr sz="23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71829"/>
                </a:solidFill>
              </a:defRPr>
            </a:pPr>
            <a:r>
              <a:rPr sz="2325" b="1">
                <a:solidFill>
                  <a:srgbClr val="071829"/>
                </a:solidFill>
              </a:rPr>
              <a:t>Offres permanentes et cadeaux</a:t>
            </a:r>
          </a:p>
        </p:txBody>
      </p:sp>
      <p:sp>
        <p:nvSpPr>
          <p:cNvPr id="13" name="Coche 3">
            <a:extLst xmlns:a="http://schemas.openxmlformats.org/drawingml/2006/main">
              <a:ext uri="{FF2B5EF4-FFF2-40B4-BE49-F238E27FC236}">
                <a16:creationId xmlns:a16="http://schemas.microsoft.com/office/drawing/2014/main" id="{B237CB3D-E435-4839-ABEC-D1CCEC1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483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8D29A"/>
                </a:solidFill>
              </a:defRPr>
            </a:defPPr>
            <a:lvl1pPr algn="ctr">
              <a:defRPr sz="2100" b="1">
                <a:solidFill>
                  <a:srgbClr val="18D29A"/>
                </a:solidFill>
              </a:defRPr>
            </a:lvl1pPr>
            <a:lvl2pPr algn="ctr">
              <a:defRPr sz="2100" b="1">
                <a:solidFill>
                  <a:srgbClr val="18D29A"/>
                </a:solidFill>
              </a:defRPr>
            </a:lvl2pPr>
            <a:lvl3pPr algn="ctr">
              <a:defRPr sz="2100" b="1">
                <a:solidFill>
                  <a:srgbClr val="18D29A"/>
                </a:solidFill>
              </a:defRPr>
            </a:lvl3pPr>
            <a:lvl4pPr algn="ctr">
              <a:defRPr sz="2100" b="1">
                <a:solidFill>
                  <a:srgbClr val="18D29A"/>
                </a:solidFill>
              </a:defRPr>
            </a:lvl4pPr>
            <a:lvl5pPr algn="ctr">
              <a:defRPr sz="2100" b="1">
                <a:solidFill>
                  <a:srgbClr val="18D29A"/>
                </a:solidFill>
              </a:defRPr>
            </a:lvl5pPr>
            <a:lvl6pPr algn="ctr">
              <a:defRPr sz="2100" b="1">
                <a:solidFill>
                  <a:srgbClr val="18D29A"/>
                </a:solidFill>
              </a:defRPr>
            </a:lvl6pPr>
            <a:lvl7pPr algn="ctr">
              <a:defRPr sz="2100" b="1">
                <a:solidFill>
                  <a:srgbClr val="18D29A"/>
                </a:solidFill>
              </a:defRPr>
            </a:lvl7pPr>
            <a:lvl8pPr algn="ctr">
              <a:defRPr sz="2100" b="1">
                <a:solidFill>
                  <a:srgbClr val="18D29A"/>
                </a:solidFill>
              </a:defRPr>
            </a:lvl8pPr>
            <a:lvl9pPr algn="ctr">
              <a:defRPr sz="21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D29A"/>
                </a:solidFill>
              </a:defRPr>
            </a:pPr>
            <a:r>
              <a:rPr sz="2100" b="1">
                <a:solidFill>
                  <a:srgbClr val="18D29A"/>
                </a:solidFill>
              </a:rPr>
              <a:t>✓</a:t>
            </a:r>
          </a:p>
        </p:txBody>
      </p:sp>
      <p:sp>
        <p:nvSpPr>
          <p:cNvPr id="14" name="Avantage 3">
            <a:extLst xmlns:a="http://schemas.openxmlformats.org/drawingml/2006/main">
              <a:ext uri="{FF2B5EF4-FFF2-40B4-BE49-F238E27FC236}">
                <a16:creationId xmlns:a16="http://schemas.microsoft.com/office/drawing/2014/main" id="{B4EC7A6F-5217-49D9-85F2-F2D0632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19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71829"/>
                </a:solidFill>
              </a:defRPr>
            </a:defPPr>
            <a:lvl1pPr algn="l">
              <a:defRPr sz="2325" b="1">
                <a:solidFill>
                  <a:srgbClr val="071829"/>
                </a:solidFill>
              </a:defRPr>
            </a:lvl1pPr>
            <a:lvl2pPr algn="l">
              <a:defRPr sz="2325" b="1">
                <a:solidFill>
                  <a:srgbClr val="071829"/>
                </a:solidFill>
              </a:defRPr>
            </a:lvl2pPr>
            <a:lvl3pPr algn="l">
              <a:defRPr sz="2325" b="1">
                <a:solidFill>
                  <a:srgbClr val="071829"/>
                </a:solidFill>
              </a:defRPr>
            </a:lvl3pPr>
            <a:lvl4pPr algn="l">
              <a:defRPr sz="2325" b="1">
                <a:solidFill>
                  <a:srgbClr val="071829"/>
                </a:solidFill>
              </a:defRPr>
            </a:lvl4pPr>
            <a:lvl5pPr algn="l">
              <a:defRPr sz="2325" b="1">
                <a:solidFill>
                  <a:srgbClr val="071829"/>
                </a:solidFill>
              </a:defRPr>
            </a:lvl5pPr>
            <a:lvl6pPr algn="l">
              <a:defRPr sz="2325" b="1">
                <a:solidFill>
                  <a:srgbClr val="071829"/>
                </a:solidFill>
              </a:defRPr>
            </a:lvl6pPr>
            <a:lvl7pPr algn="l">
              <a:defRPr sz="2325" b="1">
                <a:solidFill>
                  <a:srgbClr val="071829"/>
                </a:solidFill>
              </a:defRPr>
            </a:lvl7pPr>
            <a:lvl8pPr algn="l">
              <a:defRPr sz="2325" b="1">
                <a:solidFill>
                  <a:srgbClr val="071829"/>
                </a:solidFill>
              </a:defRPr>
            </a:lvl8pPr>
            <a:lvl9pPr algn="l">
              <a:defRPr sz="23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71829"/>
                </a:solidFill>
              </a:defRPr>
            </a:pPr>
            <a:r>
              <a:rPr sz="2325" b="1">
                <a:solidFill>
                  <a:srgbClr val="071829"/>
                </a:solidFill>
              </a:rPr>
              <a:t>Avantage anniversaire</a:t>
            </a:r>
          </a:p>
        </p:txBody>
      </p:sp>
      <p:sp>
        <p:nvSpPr>
          <p:cNvPr id="15" name="Coche 4">
            <a:extLst xmlns:a="http://schemas.openxmlformats.org/drawingml/2006/main">
              <a:ext uri="{FF2B5EF4-FFF2-40B4-BE49-F238E27FC236}">
                <a16:creationId xmlns:a16="http://schemas.microsoft.com/office/drawing/2014/main" id="{0E811BCA-197D-4E80-8E9C-3CDB9C5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055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8D29A"/>
                </a:solidFill>
              </a:defRPr>
            </a:defPPr>
            <a:lvl1pPr algn="ctr">
              <a:defRPr sz="2100" b="1">
                <a:solidFill>
                  <a:srgbClr val="18D29A"/>
                </a:solidFill>
              </a:defRPr>
            </a:lvl1pPr>
            <a:lvl2pPr algn="ctr">
              <a:defRPr sz="2100" b="1">
                <a:solidFill>
                  <a:srgbClr val="18D29A"/>
                </a:solidFill>
              </a:defRPr>
            </a:lvl2pPr>
            <a:lvl3pPr algn="ctr">
              <a:defRPr sz="2100" b="1">
                <a:solidFill>
                  <a:srgbClr val="18D29A"/>
                </a:solidFill>
              </a:defRPr>
            </a:lvl3pPr>
            <a:lvl4pPr algn="ctr">
              <a:defRPr sz="2100" b="1">
                <a:solidFill>
                  <a:srgbClr val="18D29A"/>
                </a:solidFill>
              </a:defRPr>
            </a:lvl4pPr>
            <a:lvl5pPr algn="ctr">
              <a:defRPr sz="2100" b="1">
                <a:solidFill>
                  <a:srgbClr val="18D29A"/>
                </a:solidFill>
              </a:defRPr>
            </a:lvl5pPr>
            <a:lvl6pPr algn="ctr">
              <a:defRPr sz="2100" b="1">
                <a:solidFill>
                  <a:srgbClr val="18D29A"/>
                </a:solidFill>
              </a:defRPr>
            </a:lvl6pPr>
            <a:lvl7pPr algn="ctr">
              <a:defRPr sz="2100" b="1">
                <a:solidFill>
                  <a:srgbClr val="18D29A"/>
                </a:solidFill>
              </a:defRPr>
            </a:lvl7pPr>
            <a:lvl8pPr algn="ctr">
              <a:defRPr sz="2100" b="1">
                <a:solidFill>
                  <a:srgbClr val="18D29A"/>
                </a:solidFill>
              </a:defRPr>
            </a:lvl8pPr>
            <a:lvl9pPr algn="ctr">
              <a:defRPr sz="21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D29A"/>
                </a:solidFill>
              </a:defRPr>
            </a:pPr>
            <a:r>
              <a:rPr sz="2100" b="1">
                <a:solidFill>
                  <a:srgbClr val="18D29A"/>
                </a:solidFill>
              </a:rPr>
              <a:t>✓</a:t>
            </a:r>
          </a:p>
        </p:txBody>
      </p:sp>
      <p:sp>
        <p:nvSpPr>
          <p:cNvPr id="16" name="Avantage 4">
            <a:extLst xmlns:a="http://schemas.openxmlformats.org/drawingml/2006/main">
              <a:ext uri="{FF2B5EF4-FFF2-40B4-BE49-F238E27FC236}">
                <a16:creationId xmlns:a16="http://schemas.microsoft.com/office/drawing/2014/main" id="{56407995-D50F-49EF-9F6C-A30F62B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477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71829"/>
                </a:solidFill>
              </a:defRPr>
            </a:defPPr>
            <a:lvl1pPr algn="l">
              <a:defRPr sz="2325" b="1">
                <a:solidFill>
                  <a:srgbClr val="071829"/>
                </a:solidFill>
              </a:defRPr>
            </a:lvl1pPr>
            <a:lvl2pPr algn="l">
              <a:defRPr sz="2325" b="1">
                <a:solidFill>
                  <a:srgbClr val="071829"/>
                </a:solidFill>
              </a:defRPr>
            </a:lvl2pPr>
            <a:lvl3pPr algn="l">
              <a:defRPr sz="2325" b="1">
                <a:solidFill>
                  <a:srgbClr val="071829"/>
                </a:solidFill>
              </a:defRPr>
            </a:lvl3pPr>
            <a:lvl4pPr algn="l">
              <a:defRPr sz="2325" b="1">
                <a:solidFill>
                  <a:srgbClr val="071829"/>
                </a:solidFill>
              </a:defRPr>
            </a:lvl4pPr>
            <a:lvl5pPr algn="l">
              <a:defRPr sz="2325" b="1">
                <a:solidFill>
                  <a:srgbClr val="071829"/>
                </a:solidFill>
              </a:defRPr>
            </a:lvl5pPr>
            <a:lvl6pPr algn="l">
              <a:defRPr sz="2325" b="1">
                <a:solidFill>
                  <a:srgbClr val="071829"/>
                </a:solidFill>
              </a:defRPr>
            </a:lvl6pPr>
            <a:lvl7pPr algn="l">
              <a:defRPr sz="2325" b="1">
                <a:solidFill>
                  <a:srgbClr val="071829"/>
                </a:solidFill>
              </a:defRPr>
            </a:lvl7pPr>
            <a:lvl8pPr algn="l">
              <a:defRPr sz="2325" b="1">
                <a:solidFill>
                  <a:srgbClr val="071829"/>
                </a:solidFill>
              </a:defRPr>
            </a:lvl8pPr>
            <a:lvl9pPr algn="l">
              <a:defRPr sz="23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71829"/>
                </a:solidFill>
              </a:defRPr>
            </a:pPr>
            <a:r>
              <a:rPr sz="2325" b="1">
                <a:solidFill>
                  <a:srgbClr val="071829"/>
                </a:solidFill>
              </a:rPr>
              <a:t>Accès prioritaire à certaines offres</a:t>
            </a:r>
          </a:p>
        </p:txBody>
      </p:sp>
      <p:sp>
        <p:nvSpPr>
          <p:cNvPr id="17" name="Carte Prime">
            <a:extLst xmlns:a="http://schemas.openxmlformats.org/drawingml/2006/main">
              <a:ext uri="{FF2B5EF4-FFF2-40B4-BE49-F238E27FC236}">
                <a16:creationId xmlns:a16="http://schemas.microsoft.com/office/drawing/2014/main" id="{630999CE-64C3-4FCC-BDD5-D6A64D1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0"/>
            <a:ext cx="8915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6465A"/>
          </a:solidFill>
          <a:ln xmlns:a="http://schemas.openxmlformats.org/drawingml/2006/main" w="28575">
            <a:solidFill>
              <a:srgbClr val="18D29A"/>
            </a:solidFill>
            <a:prstDash val="solid"/>
          </a:ln>
        </p:spPr>
      </p:sp>
      <p:sp>
        <p:nvSpPr>
          <p:cNvPr id="18" name="Pastille bientôt">
            <a:extLst xmlns:a="http://schemas.openxmlformats.org/drawingml/2006/main">
              <a:ext uri="{FF2B5EF4-FFF2-40B4-BE49-F238E27FC236}">
                <a16:creationId xmlns:a16="http://schemas.microsoft.com/office/drawing/2014/main" id="{929A8EB3-2605-45E9-AA14-A2604DE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91625"/>
            <a:ext cx="16192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ientôt">
            <a:extLst xmlns:a="http://schemas.openxmlformats.org/drawingml/2006/main">
              <a:ext uri="{FF2B5EF4-FFF2-40B4-BE49-F238E27FC236}">
                <a16:creationId xmlns:a16="http://schemas.microsoft.com/office/drawing/2014/main" id="{9BE50AC1-7B68-4C67-B489-28CAD1F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220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BIENTÔT</a:t>
            </a:r>
          </a:p>
        </p:txBody>
      </p:sp>
      <p:sp>
        <p:nvSpPr>
          <p:cNvPr id="20" name="Titre Prime">
            <a:extLst xmlns:a="http://schemas.openxmlformats.org/drawingml/2006/main">
              <a:ext uri="{FF2B5EF4-FFF2-40B4-BE49-F238E27FC236}">
                <a16:creationId xmlns:a16="http://schemas.microsoft.com/office/drawing/2014/main" id="{61B86111-13B7-4891-8A1C-77A3384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7917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  <a:lvl1pPr algn="l">
              <a:defRPr sz="3300" b="1">
                <a:solidFill>
                  <a:srgbClr val="FFFFFF"/>
                </a:solidFill>
              </a:defRPr>
            </a:lvl1pPr>
            <a:lvl2pPr algn="l">
              <a:defRPr sz="3300" b="1">
                <a:solidFill>
                  <a:srgbClr val="FFFFFF"/>
                </a:solidFill>
              </a:defRPr>
            </a:lvl2pPr>
            <a:lvl3pPr algn="l">
              <a:defRPr sz="3300" b="1">
                <a:solidFill>
                  <a:srgbClr val="FFFFFF"/>
                </a:solidFill>
              </a:defRPr>
            </a:lvl3pPr>
            <a:lvl4pPr algn="l">
              <a:defRPr sz="3300" b="1">
                <a:solidFill>
                  <a:srgbClr val="FFFFFF"/>
                </a:solidFill>
              </a:defRPr>
            </a:lvl4pPr>
            <a:lvl5pPr algn="l">
              <a:defRPr sz="3300" b="1">
                <a:solidFill>
                  <a:srgbClr val="FFFFFF"/>
                </a:solidFill>
              </a:defRPr>
            </a:lvl5pPr>
            <a:lvl6pPr algn="l">
              <a:defRPr sz="3300" b="1">
                <a:solidFill>
                  <a:srgbClr val="FFFFFF"/>
                </a:solidFill>
              </a:defRPr>
            </a:lvl6pPr>
            <a:lvl7pPr algn="l">
              <a:defRPr sz="3300" b="1">
                <a:solidFill>
                  <a:srgbClr val="FFFFFF"/>
                </a:solidFill>
              </a:defRPr>
            </a:lvl7pPr>
            <a:lvl8pPr algn="l">
              <a:defRPr sz="3300" b="1">
                <a:solidFill>
                  <a:srgbClr val="FFFFFF"/>
                </a:solidFill>
              </a:defRPr>
            </a:lvl8pPr>
            <a:lvl9pPr algn="l"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iziLife Prime</a:t>
            </a:r>
          </a:p>
        </p:txBody>
      </p:sp>
      <p:sp>
        <p:nvSpPr>
          <p:cNvPr id="21" name="Description Prime">
            <a:extLst xmlns:a="http://schemas.openxmlformats.org/drawingml/2006/main">
              <a:ext uri="{FF2B5EF4-FFF2-40B4-BE49-F238E27FC236}">
                <a16:creationId xmlns:a16="http://schemas.microsoft.com/office/drawing/2014/main" id="{90DE6817-6B7D-4585-9E00-695F4DF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3822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DCE5EA"/>
                </a:solidFill>
              </a:defRPr>
            </a:defPPr>
            <a:lvl1pPr algn="l">
              <a:defRPr sz="1950" b="0">
                <a:solidFill>
                  <a:srgbClr val="DCE5EA"/>
                </a:solidFill>
              </a:defRPr>
            </a:lvl1pPr>
            <a:lvl2pPr algn="l">
              <a:defRPr sz="1950" b="0">
                <a:solidFill>
                  <a:srgbClr val="DCE5EA"/>
                </a:solidFill>
              </a:defRPr>
            </a:lvl2pPr>
            <a:lvl3pPr algn="l">
              <a:defRPr sz="1950" b="0">
                <a:solidFill>
                  <a:srgbClr val="DCE5EA"/>
                </a:solidFill>
              </a:defRPr>
            </a:lvl3pPr>
            <a:lvl4pPr algn="l">
              <a:defRPr sz="1950" b="0">
                <a:solidFill>
                  <a:srgbClr val="DCE5EA"/>
                </a:solidFill>
              </a:defRPr>
            </a:lvl4pPr>
            <a:lvl5pPr algn="l">
              <a:defRPr sz="1950" b="0">
                <a:solidFill>
                  <a:srgbClr val="DCE5EA"/>
                </a:solidFill>
              </a:defRPr>
            </a:lvl5pPr>
            <a:lvl6pPr algn="l">
              <a:defRPr sz="1950" b="0">
                <a:solidFill>
                  <a:srgbClr val="DCE5EA"/>
                </a:solidFill>
              </a:defRPr>
            </a:lvl6pPr>
            <a:lvl7pPr algn="l">
              <a:defRPr sz="1950" b="0">
                <a:solidFill>
                  <a:srgbClr val="DCE5EA"/>
                </a:solidFill>
              </a:defRPr>
            </a:lvl7pPr>
            <a:lvl8pPr algn="l">
              <a:defRPr sz="1950" b="0">
                <a:solidFill>
                  <a:srgbClr val="DCE5EA"/>
                </a:solidFill>
              </a:defRPr>
            </a:lvl8pPr>
            <a:lvl9pPr algn="l">
              <a:defRPr sz="1950" b="0">
                <a:solidFill>
                  <a:srgbClr val="DCE5EA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5EA"/>
                </a:solidFill>
              </a:defRPr>
            </a:pPr>
            <a:r>
              <a:rPr sz="1950" b="0">
                <a:solidFill>
                  <a:srgbClr val="DCE5EA"/>
                </a:solidFill>
              </a:rPr>
              <a:t>Des offres renforcées et des accès privilégiés</a:t>
            </a:r>
          </a:p>
          <a:p xmlns:a="http://schemas.openxmlformats.org/drawingml/2006/main">
            <a:pPr algn="l">
              <a:defRPr sz="1950" b="0">
                <a:solidFill>
                  <a:srgbClr val="DCE5EA"/>
                </a:solidFill>
              </a:defRPr>
            </a:pPr>
            <a:r>
              <a:rPr sz="1950" b="0">
                <a:solidFill>
                  <a:srgbClr val="DCE5EA"/>
                </a:solidFill>
              </a:rPr>
              <a:t>à certains événements.</a:t>
            </a:r>
          </a:p>
        </p:txBody>
      </p:sp>
      <p:sp>
        <p:nvSpPr>
          <p:cNvPr id="22" name="Pagination">
            <a:extLst xmlns:a="http://schemas.openxmlformats.org/drawingml/2006/main">
              <a:ext uri="{FF2B5EF4-FFF2-40B4-BE49-F238E27FC236}">
                <a16:creationId xmlns:a16="http://schemas.microsoft.com/office/drawing/2014/main" id="{9754E070-F4B4-4B60-BE4A-DEE6779C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835609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ogo noir">
            <a:extLst xmlns:a="http://schemas.openxmlformats.org/drawingml/2006/main">
              <a:ext uri="{FF2B5EF4-FFF2-40B4-BE49-F238E27FC236}">
                <a16:creationId xmlns:a16="http://schemas.microsoft.com/office/drawing/2014/main" id="{C69C6A0B-2E69-4E31-97DB-C097EC45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izi</a:t>
            </a:r>
          </a:p>
        </p:txBody>
      </p:sp>
      <p:sp>
        <p:nvSpPr>
          <p:cNvPr id="2" name="Logo vert">
            <a:extLst xmlns:a="http://schemas.openxmlformats.org/drawingml/2006/main">
              <a:ext uri="{FF2B5EF4-FFF2-40B4-BE49-F238E27FC236}">
                <a16:creationId xmlns:a16="http://schemas.microsoft.com/office/drawing/2014/main" id="{B2840DC7-BF7E-48AD-BB88-3DB4BAB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1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8D29A"/>
                </a:solidFill>
              </a:defRPr>
            </a:defPPr>
            <a:lvl1pPr algn="l">
              <a:defRPr sz="2175" b="1">
                <a:solidFill>
                  <a:srgbClr val="18D29A"/>
                </a:solidFill>
              </a:defRPr>
            </a:lvl1pPr>
            <a:lvl2pPr algn="l">
              <a:defRPr sz="2175" b="1">
                <a:solidFill>
                  <a:srgbClr val="18D29A"/>
                </a:solidFill>
              </a:defRPr>
            </a:lvl2pPr>
            <a:lvl3pPr algn="l">
              <a:defRPr sz="2175" b="1">
                <a:solidFill>
                  <a:srgbClr val="18D29A"/>
                </a:solidFill>
              </a:defRPr>
            </a:lvl3pPr>
            <a:lvl4pPr algn="l">
              <a:defRPr sz="2175" b="1">
                <a:solidFill>
                  <a:srgbClr val="18D29A"/>
                </a:solidFill>
              </a:defRPr>
            </a:lvl4pPr>
            <a:lvl5pPr algn="l">
              <a:defRPr sz="2175" b="1">
                <a:solidFill>
                  <a:srgbClr val="18D29A"/>
                </a:solidFill>
              </a:defRPr>
            </a:lvl5pPr>
            <a:lvl6pPr algn="l">
              <a:defRPr sz="2175" b="1">
                <a:solidFill>
                  <a:srgbClr val="18D29A"/>
                </a:solidFill>
              </a:defRPr>
            </a:lvl6pPr>
            <a:lvl7pPr algn="l">
              <a:defRPr sz="2175" b="1">
                <a:solidFill>
                  <a:srgbClr val="18D29A"/>
                </a:solidFill>
              </a:defRPr>
            </a:lvl7pPr>
            <a:lvl8pPr algn="l">
              <a:defRPr sz="2175" b="1">
                <a:solidFill>
                  <a:srgbClr val="18D29A"/>
                </a:solidFill>
              </a:defRPr>
            </a:lvl8pPr>
            <a:lvl9pPr algn="l">
              <a:defRPr sz="217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D29A"/>
                </a:solidFill>
              </a:defRPr>
            </a:pPr>
            <a:r>
              <a:rPr sz="217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3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B9712F61-69F8-493A-9567-2B0F1627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71829"/>
                </a:solidFill>
              </a:defRPr>
            </a:defPPr>
            <a:lvl1pPr algn="l">
              <a:defRPr sz="2175" b="1">
                <a:solidFill>
                  <a:srgbClr val="071829"/>
                </a:solidFill>
              </a:defRPr>
            </a:lvl1pPr>
            <a:lvl2pPr algn="l">
              <a:defRPr sz="2175" b="1">
                <a:solidFill>
                  <a:srgbClr val="071829"/>
                </a:solidFill>
              </a:defRPr>
            </a:lvl2pPr>
            <a:lvl3pPr algn="l">
              <a:defRPr sz="2175" b="1">
                <a:solidFill>
                  <a:srgbClr val="071829"/>
                </a:solidFill>
              </a:defRPr>
            </a:lvl3pPr>
            <a:lvl4pPr algn="l">
              <a:defRPr sz="2175" b="1">
                <a:solidFill>
                  <a:srgbClr val="071829"/>
                </a:solidFill>
              </a:defRPr>
            </a:lvl4pPr>
            <a:lvl5pPr algn="l">
              <a:defRPr sz="2175" b="1">
                <a:solidFill>
                  <a:srgbClr val="071829"/>
                </a:solidFill>
              </a:defRPr>
            </a:lvl5pPr>
            <a:lvl6pPr algn="l">
              <a:defRPr sz="2175" b="1">
                <a:solidFill>
                  <a:srgbClr val="071829"/>
                </a:solidFill>
              </a:defRPr>
            </a:lvl6pPr>
            <a:lvl7pPr algn="l">
              <a:defRPr sz="2175" b="1">
                <a:solidFill>
                  <a:srgbClr val="071829"/>
                </a:solidFill>
              </a:defRPr>
            </a:lvl7pPr>
            <a:lvl8pPr algn="l">
              <a:defRPr sz="2175" b="1">
                <a:solidFill>
                  <a:srgbClr val="071829"/>
                </a:solidFill>
              </a:defRPr>
            </a:lvl8pPr>
            <a:lvl9pPr algn="l">
              <a:defRPr sz="21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71829"/>
                </a:solidFill>
              </a:defRPr>
            </a:pPr>
            <a:r>
              <a:rPr sz="2175" b="1">
                <a:solidFill>
                  <a:srgbClr val="071829"/>
                </a:solidFill>
              </a:rPr>
              <a:t>.co</a:t>
            </a:r>
          </a:p>
        </p:txBody>
      </p:sp>
      <p:sp>
        <p:nvSpPr>
          <p:cNvPr id="4" name="Pastille OFFRE DE LANCEMENT">
            <a:extLst xmlns:a="http://schemas.openxmlformats.org/drawingml/2006/main">
              <a:ext uri="{FF2B5EF4-FFF2-40B4-BE49-F238E27FC236}">
                <a16:creationId xmlns:a16="http://schemas.microsoft.com/office/drawing/2014/main" id="{B3058A6C-8183-424D-B5A2-E671C8C7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e OFFRE DE LANCEMENT">
            <a:extLst xmlns:a="http://schemas.openxmlformats.org/drawingml/2006/main">
              <a:ext uri="{FF2B5EF4-FFF2-40B4-BE49-F238E27FC236}">
                <a16:creationId xmlns:a16="http://schemas.microsoft.com/office/drawing/2014/main" id="{71A7CB20-C3E6-4B04-A7FE-89BEA3B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OFFRE DE LANCEMENT</a:t>
            </a:r>
          </a:p>
        </p:txBody>
      </p:sp>
      <p:sp>
        <p:nvSpPr>
          <p:cNvPr id="6" name="Titre ligne 1">
            <a:extLst xmlns:a="http://schemas.openxmlformats.org/drawingml/2006/main">
              <a:ext uri="{FF2B5EF4-FFF2-40B4-BE49-F238E27FC236}">
                <a16:creationId xmlns:a16="http://schemas.microsoft.com/office/drawing/2014/main" id="{3147961D-7369-426E-BE01-179FA825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071829"/>
                </a:solidFill>
              </a:defRPr>
            </a:defPPr>
            <a:lvl1pPr algn="l">
              <a:defRPr sz="5700" b="1">
                <a:solidFill>
                  <a:srgbClr val="071829"/>
                </a:solidFill>
              </a:defRPr>
            </a:lvl1pPr>
            <a:lvl2pPr algn="l">
              <a:defRPr sz="5700" b="1">
                <a:solidFill>
                  <a:srgbClr val="071829"/>
                </a:solidFill>
              </a:defRPr>
            </a:lvl2pPr>
            <a:lvl3pPr algn="l">
              <a:defRPr sz="5700" b="1">
                <a:solidFill>
                  <a:srgbClr val="071829"/>
                </a:solidFill>
              </a:defRPr>
            </a:lvl3pPr>
            <a:lvl4pPr algn="l">
              <a:defRPr sz="5700" b="1">
                <a:solidFill>
                  <a:srgbClr val="071829"/>
                </a:solidFill>
              </a:defRPr>
            </a:lvl4pPr>
            <a:lvl5pPr algn="l">
              <a:defRPr sz="5700" b="1">
                <a:solidFill>
                  <a:srgbClr val="071829"/>
                </a:solidFill>
              </a:defRPr>
            </a:lvl5pPr>
            <a:lvl6pPr algn="l">
              <a:defRPr sz="5700" b="1">
                <a:solidFill>
                  <a:srgbClr val="071829"/>
                </a:solidFill>
              </a:defRPr>
            </a:lvl6pPr>
            <a:lvl7pPr algn="l">
              <a:defRPr sz="5700" b="1">
                <a:solidFill>
                  <a:srgbClr val="071829"/>
                </a:solidFill>
              </a:defRPr>
            </a:lvl7pPr>
            <a:lvl8pPr algn="l">
              <a:defRPr sz="5700" b="1">
                <a:solidFill>
                  <a:srgbClr val="071829"/>
                </a:solidFill>
              </a:defRPr>
            </a:lvl8pPr>
            <a:lvl9pPr algn="l">
              <a:defRPr sz="57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071829"/>
                </a:solidFill>
              </a:defRPr>
            </a:pPr>
            <a:r>
              <a:rPr sz="5700" b="1">
                <a:solidFill>
                  <a:srgbClr val="071829"/>
                </a:solidFill>
              </a:rPr>
              <a:t>Un an pour</a:t>
            </a:r>
          </a:p>
        </p:txBody>
      </p:sp>
      <p:sp>
        <p:nvSpPr>
          <p:cNvPr id="7" name="Titre ligne 2">
            <a:extLst xmlns:a="http://schemas.openxmlformats.org/drawingml/2006/main">
              <a:ext uri="{FF2B5EF4-FFF2-40B4-BE49-F238E27FC236}">
                <a16:creationId xmlns:a16="http://schemas.microsoft.com/office/drawing/2014/main" id="{E1E74EDA-B9EC-4DEF-A900-D294A03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18D29A"/>
                </a:solidFill>
              </a:defRPr>
            </a:defPPr>
            <a:lvl1pPr algn="l">
              <a:defRPr sz="5700" b="1">
                <a:solidFill>
                  <a:srgbClr val="18D29A"/>
                </a:solidFill>
              </a:defRPr>
            </a:lvl1pPr>
            <a:lvl2pPr algn="l">
              <a:defRPr sz="5700" b="1">
                <a:solidFill>
                  <a:srgbClr val="18D29A"/>
                </a:solidFill>
              </a:defRPr>
            </a:lvl2pPr>
            <a:lvl3pPr algn="l">
              <a:defRPr sz="5700" b="1">
                <a:solidFill>
                  <a:srgbClr val="18D29A"/>
                </a:solidFill>
              </a:defRPr>
            </a:lvl3pPr>
            <a:lvl4pPr algn="l">
              <a:defRPr sz="5700" b="1">
                <a:solidFill>
                  <a:srgbClr val="18D29A"/>
                </a:solidFill>
              </a:defRPr>
            </a:lvl4pPr>
            <a:lvl5pPr algn="l">
              <a:defRPr sz="5700" b="1">
                <a:solidFill>
                  <a:srgbClr val="18D29A"/>
                </a:solidFill>
              </a:defRPr>
            </a:lvl5pPr>
            <a:lvl6pPr algn="l">
              <a:defRPr sz="5700" b="1">
                <a:solidFill>
                  <a:srgbClr val="18D29A"/>
                </a:solidFill>
              </a:defRPr>
            </a:lvl6pPr>
            <a:lvl7pPr algn="l">
              <a:defRPr sz="5700" b="1">
                <a:solidFill>
                  <a:srgbClr val="18D29A"/>
                </a:solidFill>
              </a:defRPr>
            </a:lvl7pPr>
            <a:lvl8pPr algn="l">
              <a:defRPr sz="5700" b="1">
                <a:solidFill>
                  <a:srgbClr val="18D29A"/>
                </a:solidFill>
              </a:defRPr>
            </a:lvl8pPr>
            <a:lvl9pPr algn="l">
              <a:defRPr sz="570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8D29A"/>
                </a:solidFill>
              </a:defRPr>
            </a:pPr>
            <a:r>
              <a:rPr sz="5700" b="1">
                <a:solidFill>
                  <a:srgbClr val="18D29A"/>
                </a:solidFill>
              </a:rPr>
              <a:t>tout découvrir.</a:t>
            </a:r>
          </a:p>
        </p:txBody>
      </p:sp>
      <p:sp>
        <p:nvSpPr>
          <p:cNvPr id="8" name="Halo offre">
            <a:extLst xmlns:a="http://schemas.openxmlformats.org/drawingml/2006/main">
              <a:ext uri="{FF2B5EF4-FFF2-40B4-BE49-F238E27FC236}">
                <a16:creationId xmlns:a16="http://schemas.microsoft.com/office/drawing/2014/main" id="{51E7F80E-731A-4F98-99CB-7618B0A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D29A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sque offre">
            <a:extLst xmlns:a="http://schemas.openxmlformats.org/drawingml/2006/main">
              <a:ext uri="{FF2B5EF4-FFF2-40B4-BE49-F238E27FC236}">
                <a16:creationId xmlns:a16="http://schemas.microsoft.com/office/drawing/2014/main" id="{4A93E92E-FC81-4319-896C-7F2540D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672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urée">
            <a:extLst xmlns:a="http://schemas.openxmlformats.org/drawingml/2006/main">
              <a:ext uri="{FF2B5EF4-FFF2-40B4-BE49-F238E27FC236}">
                <a16:creationId xmlns:a16="http://schemas.microsoft.com/office/drawing/2014/main" id="{4FA48A6B-38EC-4AA2-A678-F938929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38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850" b="1">
                <a:solidFill>
                  <a:srgbClr val="071829"/>
                </a:solidFill>
              </a:defRPr>
            </a:defPPr>
            <a:lvl1pPr algn="ctr">
              <a:defRPr sz="5850" b="1">
                <a:solidFill>
                  <a:srgbClr val="071829"/>
                </a:solidFill>
              </a:defRPr>
            </a:lvl1pPr>
            <a:lvl2pPr algn="ctr">
              <a:defRPr sz="5850" b="1">
                <a:solidFill>
                  <a:srgbClr val="071829"/>
                </a:solidFill>
              </a:defRPr>
            </a:lvl2pPr>
            <a:lvl3pPr algn="ctr">
              <a:defRPr sz="5850" b="1">
                <a:solidFill>
                  <a:srgbClr val="071829"/>
                </a:solidFill>
              </a:defRPr>
            </a:lvl3pPr>
            <a:lvl4pPr algn="ctr">
              <a:defRPr sz="5850" b="1">
                <a:solidFill>
                  <a:srgbClr val="071829"/>
                </a:solidFill>
              </a:defRPr>
            </a:lvl4pPr>
            <a:lvl5pPr algn="ctr">
              <a:defRPr sz="5850" b="1">
                <a:solidFill>
                  <a:srgbClr val="071829"/>
                </a:solidFill>
              </a:defRPr>
            </a:lvl5pPr>
            <a:lvl6pPr algn="ctr">
              <a:defRPr sz="5850" b="1">
                <a:solidFill>
                  <a:srgbClr val="071829"/>
                </a:solidFill>
              </a:defRPr>
            </a:lvl6pPr>
            <a:lvl7pPr algn="ctr">
              <a:defRPr sz="5850" b="1">
                <a:solidFill>
                  <a:srgbClr val="071829"/>
                </a:solidFill>
              </a:defRPr>
            </a:lvl7pPr>
            <a:lvl8pPr algn="ctr">
              <a:defRPr sz="5850" b="1">
                <a:solidFill>
                  <a:srgbClr val="071829"/>
                </a:solidFill>
              </a:defRPr>
            </a:lvl8pPr>
            <a:lvl9pPr algn="ctr">
              <a:defRPr sz="58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5850" b="1">
                <a:solidFill>
                  <a:srgbClr val="071829"/>
                </a:solidFill>
              </a:defRPr>
            </a:pPr>
            <a:r>
              <a:rPr sz="5850" b="1">
                <a:solidFill>
                  <a:srgbClr val="071829"/>
                </a:solidFill>
              </a:rPr>
              <a:t>1 AN</a:t>
            </a:r>
          </a:p>
        </p:txBody>
      </p:sp>
      <p:sp>
        <p:nvSpPr>
          <p:cNvPr id="11" name="Offert">
            <a:extLst xmlns:a="http://schemas.openxmlformats.org/drawingml/2006/main">
              <a:ext uri="{FF2B5EF4-FFF2-40B4-BE49-F238E27FC236}">
                <a16:creationId xmlns:a16="http://schemas.microsoft.com/office/drawing/2014/main" id="{07E4B9C9-700D-4504-9AF2-A87A160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9600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071829"/>
                </a:solidFill>
              </a:defRPr>
            </a:defPPr>
            <a:lvl1pPr algn="ctr">
              <a:defRPr sz="5250" b="1">
                <a:solidFill>
                  <a:srgbClr val="071829"/>
                </a:solidFill>
              </a:defRPr>
            </a:lvl1pPr>
            <a:lvl2pPr algn="ctr">
              <a:defRPr sz="5250" b="1">
                <a:solidFill>
                  <a:srgbClr val="071829"/>
                </a:solidFill>
              </a:defRPr>
            </a:lvl2pPr>
            <a:lvl3pPr algn="ctr">
              <a:defRPr sz="5250" b="1">
                <a:solidFill>
                  <a:srgbClr val="071829"/>
                </a:solidFill>
              </a:defRPr>
            </a:lvl3pPr>
            <a:lvl4pPr algn="ctr">
              <a:defRPr sz="5250" b="1">
                <a:solidFill>
                  <a:srgbClr val="071829"/>
                </a:solidFill>
              </a:defRPr>
            </a:lvl4pPr>
            <a:lvl5pPr algn="ctr">
              <a:defRPr sz="5250" b="1">
                <a:solidFill>
                  <a:srgbClr val="071829"/>
                </a:solidFill>
              </a:defRPr>
            </a:lvl5pPr>
            <a:lvl6pPr algn="ctr">
              <a:defRPr sz="5250" b="1">
                <a:solidFill>
                  <a:srgbClr val="071829"/>
                </a:solidFill>
              </a:defRPr>
            </a:lvl6pPr>
            <a:lvl7pPr algn="ctr">
              <a:defRPr sz="5250" b="1">
                <a:solidFill>
                  <a:srgbClr val="071829"/>
                </a:solidFill>
              </a:defRPr>
            </a:lvl7pPr>
            <a:lvl8pPr algn="ctr">
              <a:defRPr sz="5250" b="1">
                <a:solidFill>
                  <a:srgbClr val="071829"/>
                </a:solidFill>
              </a:defRPr>
            </a:lvl8pPr>
            <a:lvl9pPr algn="ctr">
              <a:defRPr sz="5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071829"/>
                </a:solidFill>
              </a:defRPr>
            </a:pPr>
            <a:r>
              <a:rPr sz="5250" b="1">
                <a:solidFill>
                  <a:srgbClr val="071829"/>
                </a:solidFill>
              </a:rPr>
              <a:t>OFFERT</a:t>
            </a:r>
          </a:p>
        </p:txBody>
      </p:sp>
      <p:sp>
        <p:nvSpPr>
          <p:cNvPr id="12" name="Formule">
            <a:extLst xmlns:a="http://schemas.openxmlformats.org/drawingml/2006/main">
              <a:ext uri="{FF2B5EF4-FFF2-40B4-BE49-F238E27FC236}">
                <a16:creationId xmlns:a16="http://schemas.microsoft.com/office/drawing/2014/main" id="{7D3F5358-989B-4823-9BF2-7E693D38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00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71829"/>
                </a:solidFill>
              </a:defRPr>
            </a:defPPr>
            <a:lvl1pPr algn="ctr">
              <a:defRPr sz="1800" b="1">
                <a:solidFill>
                  <a:srgbClr val="071829"/>
                </a:solidFill>
              </a:defRPr>
            </a:lvl1pPr>
            <a:lvl2pPr algn="ctr">
              <a:defRPr sz="1800" b="1">
                <a:solidFill>
                  <a:srgbClr val="071829"/>
                </a:solidFill>
              </a:defRPr>
            </a:lvl2pPr>
            <a:lvl3pPr algn="ctr">
              <a:defRPr sz="1800" b="1">
                <a:solidFill>
                  <a:srgbClr val="071829"/>
                </a:solidFill>
              </a:defRPr>
            </a:lvl3pPr>
            <a:lvl4pPr algn="ctr">
              <a:defRPr sz="1800" b="1">
                <a:solidFill>
                  <a:srgbClr val="071829"/>
                </a:solidFill>
              </a:defRPr>
            </a:lvl4pPr>
            <a:lvl5pPr algn="ctr">
              <a:defRPr sz="1800" b="1">
                <a:solidFill>
                  <a:srgbClr val="071829"/>
                </a:solidFill>
              </a:defRPr>
            </a:lvl5pPr>
            <a:lvl6pPr algn="ctr">
              <a:defRPr sz="1800" b="1">
                <a:solidFill>
                  <a:srgbClr val="071829"/>
                </a:solidFill>
              </a:defRPr>
            </a:lvl6pPr>
            <a:lvl7pPr algn="ctr">
              <a:defRPr sz="1800" b="1">
                <a:solidFill>
                  <a:srgbClr val="071829"/>
                </a:solidFill>
              </a:defRPr>
            </a:lvl7pPr>
            <a:lvl8pPr algn="ctr">
              <a:defRPr sz="1800" b="1">
                <a:solidFill>
                  <a:srgbClr val="071829"/>
                </a:solidFill>
              </a:defRPr>
            </a:lvl8pPr>
            <a:lvl9pPr algn="ctr">
              <a:defRPr sz="18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829"/>
                </a:solidFill>
              </a:defRPr>
            </a:pPr>
            <a:r>
              <a:rPr sz="1800" b="1">
                <a:solidFill>
                  <a:srgbClr val="071829"/>
                </a:solidFill>
              </a:rPr>
              <a:t>avec la formule annuelle</a:t>
            </a:r>
          </a:p>
        </p:txBody>
      </p:sp>
      <p:sp>
        <p:nvSpPr>
          <p:cNvPr id="13" name="Rendez-vous">
            <a:extLst xmlns:a="http://schemas.openxmlformats.org/drawingml/2006/main">
              <a:ext uri="{FF2B5EF4-FFF2-40B4-BE49-F238E27FC236}">
                <a16:creationId xmlns:a16="http://schemas.microsoft.com/office/drawing/2014/main" id="{5B3CAEF6-CF3D-4939-B30B-E87FCC5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429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647184"/>
                </a:solidFill>
              </a:defRPr>
            </a:defPPr>
            <a:lvl1pPr algn="ctr">
              <a:defRPr sz="2475" b="1">
                <a:solidFill>
                  <a:srgbClr val="647184"/>
                </a:solidFill>
              </a:defRPr>
            </a:lvl1pPr>
            <a:lvl2pPr algn="ctr">
              <a:defRPr sz="2475" b="1">
                <a:solidFill>
                  <a:srgbClr val="647184"/>
                </a:solidFill>
              </a:defRPr>
            </a:lvl2pPr>
            <a:lvl3pPr algn="ctr">
              <a:defRPr sz="2475" b="1">
                <a:solidFill>
                  <a:srgbClr val="647184"/>
                </a:solidFill>
              </a:defRPr>
            </a:lvl3pPr>
            <a:lvl4pPr algn="ctr">
              <a:defRPr sz="2475" b="1">
                <a:solidFill>
                  <a:srgbClr val="647184"/>
                </a:solidFill>
              </a:defRPr>
            </a:lvl4pPr>
            <a:lvl5pPr algn="ctr">
              <a:defRPr sz="2475" b="1">
                <a:solidFill>
                  <a:srgbClr val="647184"/>
                </a:solidFill>
              </a:defRPr>
            </a:lvl5pPr>
            <a:lvl6pPr algn="ctr">
              <a:defRPr sz="2475" b="1">
                <a:solidFill>
                  <a:srgbClr val="647184"/>
                </a:solidFill>
              </a:defRPr>
            </a:lvl6pPr>
            <a:lvl7pPr algn="ctr">
              <a:defRPr sz="2475" b="1">
                <a:solidFill>
                  <a:srgbClr val="647184"/>
                </a:solidFill>
              </a:defRPr>
            </a:lvl7pPr>
            <a:lvl8pPr algn="ctr">
              <a:defRPr sz="2475" b="1">
                <a:solidFill>
                  <a:srgbClr val="647184"/>
                </a:solidFill>
              </a:defRPr>
            </a:lvl8pPr>
            <a:lvl9pPr algn="ctr">
              <a:defRPr sz="2475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647184"/>
                </a:solidFill>
              </a:defRPr>
            </a:pPr>
            <a:r>
              <a:rPr sz="2475" b="1">
                <a:solidFill>
                  <a:srgbClr val="647184"/>
                </a:solidFill>
              </a:rPr>
              <a:t>Rendez-vous sur</a:t>
            </a:r>
          </a:p>
        </p:txBody>
      </p:sp>
      <p:sp>
        <p:nvSpPr>
          <p:cNvPr id="14" name="Adresse">
            <a:extLst xmlns:a="http://schemas.openxmlformats.org/drawingml/2006/main">
              <a:ext uri="{FF2B5EF4-FFF2-40B4-BE49-F238E27FC236}">
                <a16:creationId xmlns:a16="http://schemas.microsoft.com/office/drawing/2014/main" id="{4C46DD2C-7F4A-4334-9095-504668E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906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071829"/>
                </a:solidFill>
              </a:defRPr>
            </a:defPPr>
            <a:lvl1pPr algn="ctr">
              <a:defRPr sz="4200" b="1">
                <a:solidFill>
                  <a:srgbClr val="071829"/>
                </a:solidFill>
              </a:defRPr>
            </a:lvl1pPr>
            <a:lvl2pPr algn="ctr">
              <a:defRPr sz="4200" b="1">
                <a:solidFill>
                  <a:srgbClr val="071829"/>
                </a:solidFill>
              </a:defRPr>
            </a:lvl2pPr>
            <a:lvl3pPr algn="ctr">
              <a:defRPr sz="4200" b="1">
                <a:solidFill>
                  <a:srgbClr val="071829"/>
                </a:solidFill>
              </a:defRPr>
            </a:lvl3pPr>
            <a:lvl4pPr algn="ctr">
              <a:defRPr sz="4200" b="1">
                <a:solidFill>
                  <a:srgbClr val="071829"/>
                </a:solidFill>
              </a:defRPr>
            </a:lvl4pPr>
            <a:lvl5pPr algn="ctr">
              <a:defRPr sz="4200" b="1">
                <a:solidFill>
                  <a:srgbClr val="071829"/>
                </a:solidFill>
              </a:defRPr>
            </a:lvl5pPr>
            <a:lvl6pPr algn="ctr">
              <a:defRPr sz="4200" b="1">
                <a:solidFill>
                  <a:srgbClr val="071829"/>
                </a:solidFill>
              </a:defRPr>
            </a:lvl6pPr>
            <a:lvl7pPr algn="ctr">
              <a:defRPr sz="4200" b="1">
                <a:solidFill>
                  <a:srgbClr val="071829"/>
                </a:solidFill>
              </a:defRPr>
            </a:lvl7pPr>
            <a:lvl8pPr algn="ctr">
              <a:defRPr sz="4200" b="1">
                <a:solidFill>
                  <a:srgbClr val="071829"/>
                </a:solidFill>
              </a:defRPr>
            </a:lvl8pPr>
            <a:lvl9pPr algn="ctr">
              <a:defRPr sz="42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4200" b="1">
                <a:solidFill>
                  <a:srgbClr val="071829"/>
                </a:solidFill>
              </a:defRPr>
            </a:pPr>
            <a:r>
              <a:rPr sz="4200" b="1">
                <a:solidFill>
                  <a:srgbClr val="071829"/>
                </a:solidFill>
              </a:rPr>
              <a:t>izilife.co</a:t>
            </a:r>
          </a:p>
        </p:txBody>
      </p:sp>
      <p:sp>
        <p:nvSpPr>
          <p:cNvPr id="15" name="Soulignement">
            <a:extLst xmlns:a="http://schemas.openxmlformats.org/drawingml/2006/main">
              <a:ext uri="{FF2B5EF4-FFF2-40B4-BE49-F238E27FC236}">
                <a16:creationId xmlns:a16="http://schemas.microsoft.com/office/drawing/2014/main" id="{328CD8B2-2A38-4A75-948B-CD08EF0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639425"/>
            <a:ext cx="2819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e final">
            <a:extLst xmlns:a="http://schemas.openxmlformats.org/drawingml/2006/main">
              <a:ext uri="{FF2B5EF4-FFF2-40B4-BE49-F238E27FC236}">
                <a16:creationId xmlns:a16="http://schemas.microsoft.com/office/drawing/2014/main" id="{DC20D01B-12B6-4C61-B294-E0D891C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1096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647184"/>
                </a:solidFill>
              </a:defRPr>
            </a:defPPr>
            <a:lvl1pPr algn="ctr">
              <a:defRPr sz="1650" b="0">
                <a:solidFill>
                  <a:srgbClr val="647184"/>
                </a:solidFill>
              </a:defRPr>
            </a:lvl1pPr>
            <a:lvl2pPr algn="ctr">
              <a:defRPr sz="1650" b="0">
                <a:solidFill>
                  <a:srgbClr val="647184"/>
                </a:solidFill>
              </a:defRPr>
            </a:lvl2pPr>
            <a:lvl3pPr algn="ctr">
              <a:defRPr sz="1650" b="0">
                <a:solidFill>
                  <a:srgbClr val="647184"/>
                </a:solidFill>
              </a:defRPr>
            </a:lvl3pPr>
            <a:lvl4pPr algn="ctr">
              <a:defRPr sz="1650" b="0">
                <a:solidFill>
                  <a:srgbClr val="647184"/>
                </a:solidFill>
              </a:defRPr>
            </a:lvl4pPr>
            <a:lvl5pPr algn="ctr">
              <a:defRPr sz="1650" b="0">
                <a:solidFill>
                  <a:srgbClr val="647184"/>
                </a:solidFill>
              </a:defRPr>
            </a:lvl5pPr>
            <a:lvl6pPr algn="ctr">
              <a:defRPr sz="1650" b="0">
                <a:solidFill>
                  <a:srgbClr val="647184"/>
                </a:solidFill>
              </a:defRPr>
            </a:lvl6pPr>
            <a:lvl7pPr algn="ctr">
              <a:defRPr sz="1650" b="0">
                <a:solidFill>
                  <a:srgbClr val="647184"/>
                </a:solidFill>
              </a:defRPr>
            </a:lvl7pPr>
            <a:lvl8pPr algn="ctr">
              <a:defRPr sz="1650" b="0">
                <a:solidFill>
                  <a:srgbClr val="647184"/>
                </a:solidFill>
              </a:defRPr>
            </a:lvl8pPr>
            <a:lvl9pPr algn="ctr">
              <a:defRPr sz="1650" b="0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47184"/>
                </a:solidFill>
              </a:defRPr>
            </a:pPr>
            <a:r>
              <a:rPr sz="1650" b="0">
                <a:solidFill>
                  <a:srgbClr val="647184"/>
                </a:solidFill>
              </a:rPr>
              <a:t>Découvre iziLife Pass et les avantages disponibles.</a:t>
            </a:r>
          </a:p>
        </p:txBody>
      </p:sp>
      <p:sp>
        <p:nvSpPr>
          <p:cNvPr id="17" name="Pagination">
            <a:extLst xmlns:a="http://schemas.openxmlformats.org/drawingml/2006/main">
              <a:ext uri="{FF2B5EF4-FFF2-40B4-BE49-F238E27FC236}">
                <a16:creationId xmlns:a16="http://schemas.microsoft.com/office/drawing/2014/main" id="{E365BB32-9BDC-4EA6-AA64-EB7F876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647184"/>
                </a:solidFill>
              </a:defRPr>
            </a:defPPr>
            <a:lvl1pPr algn="r">
              <a:defRPr sz="1650" b="1">
                <a:solidFill>
                  <a:srgbClr val="647184"/>
                </a:solidFill>
              </a:defRPr>
            </a:lvl1pPr>
            <a:lvl2pPr algn="r">
              <a:defRPr sz="1650" b="1">
                <a:solidFill>
                  <a:srgbClr val="647184"/>
                </a:solidFill>
              </a:defRPr>
            </a:lvl2pPr>
            <a:lvl3pPr algn="r">
              <a:defRPr sz="1650" b="1">
                <a:solidFill>
                  <a:srgbClr val="647184"/>
                </a:solidFill>
              </a:defRPr>
            </a:lvl3pPr>
            <a:lvl4pPr algn="r">
              <a:defRPr sz="1650" b="1">
                <a:solidFill>
                  <a:srgbClr val="647184"/>
                </a:solidFill>
              </a:defRPr>
            </a:lvl4pPr>
            <a:lvl5pPr algn="r">
              <a:defRPr sz="1650" b="1">
                <a:solidFill>
                  <a:srgbClr val="647184"/>
                </a:solidFill>
              </a:defRPr>
            </a:lvl5pPr>
            <a:lvl6pPr algn="r">
              <a:defRPr sz="1650" b="1">
                <a:solidFill>
                  <a:srgbClr val="647184"/>
                </a:solidFill>
              </a:defRPr>
            </a:lvl6pPr>
            <a:lvl7pPr algn="r">
              <a:defRPr sz="1650" b="1">
                <a:solidFill>
                  <a:srgbClr val="647184"/>
                </a:solidFill>
              </a:defRPr>
            </a:lvl7pPr>
            <a:lvl8pPr algn="r">
              <a:defRPr sz="1650" b="1">
                <a:solidFill>
                  <a:srgbClr val="647184"/>
                </a:solidFill>
              </a:defRPr>
            </a:lvl8pPr>
            <a:lvl9pPr algn="r">
              <a:defRPr sz="1650" b="1">
                <a:solidFill>
                  <a:srgbClr val="647184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647184"/>
                </a:solidFill>
              </a:defRPr>
            </a:pPr>
            <a:r>
              <a:rPr sz="1650" b="1">
                <a:solidFill>
                  <a:srgbClr val="647184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569670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2026-10-21T06:01:07.2360000Z</dcterms:created>
  <dcterms:modified xsi:type="dcterms:W3CDTF">2026-10-21T06:01:07.2370000Z</dcterms:modified>
</coreProperties>
</file>