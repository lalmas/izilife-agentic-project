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36956c8e5b4fce" /><Relationship Type="http://schemas.openxmlformats.org/officeDocument/2006/relationships/extended-properties" Target="/docProps/app.xml" Id="Rfd9ad42e35894609" /><Relationship Type="http://schemas.openxmlformats.org/officeDocument/2006/relationships/officeDocument" Target="/ppt/presentation.xml" Id="Rf11155306ca747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b9cd7089e145d1"/>
  </p:sldMasterIdLst>
  <p:notesMasterIdLst>
    <p:notesMasterId xmlns:r="http://schemas.openxmlformats.org/officeDocument/2006/relationships" r:id="R0d03e16f45424039"/>
  </p:notesMasterIdLst>
  <p:sldIdLst>
    <p:sldId xmlns:r="http://schemas.openxmlformats.org/officeDocument/2006/relationships" id="256" r:id="R5702c739b9f7471f"/>
    <p:sldId xmlns:r="http://schemas.openxmlformats.org/officeDocument/2006/relationships" id="257" r:id="R7b4de4c0d04e4034"/>
    <p:sldId xmlns:r="http://schemas.openxmlformats.org/officeDocument/2006/relationships" id="258" r:id="Rb2f56066e88c4182"/>
    <p:sldId xmlns:r="http://schemas.openxmlformats.org/officeDocument/2006/relationships" id="259" r:id="Rabf59269512144c8"/>
    <p:sldId xmlns:r="http://schemas.openxmlformats.org/officeDocument/2006/relationships" id="260" r:id="R7c0932d1d50c4b01"/>
    <p:sldId xmlns:r="http://schemas.openxmlformats.org/officeDocument/2006/relationships" id="261" r:id="Rd315486e99274fa8"/>
    <p:sldId xmlns:r="http://schemas.openxmlformats.org/officeDocument/2006/relationships" id="262" r:id="R78bbf45d3a1d4a70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6c06f6938d42aa" /><Relationship Type="http://schemas.openxmlformats.org/officeDocument/2006/relationships/slideMaster" Target="/ppt/slideMasters/slideMaster1.xml" Id="R43b9cd7089e145d1" /><Relationship Type="http://schemas.openxmlformats.org/officeDocument/2006/relationships/notesMaster" Target="/ppt/notesMasters/notesMaster1.xml" Id="R0d03e16f45424039" /><Relationship Type="http://schemas.openxmlformats.org/officeDocument/2006/relationships/presProps" Target="/ppt/presProps.xml" Id="Rcde81a2d38604304" /><Relationship Type="http://schemas.openxmlformats.org/officeDocument/2006/relationships/tableStyles" Target="/ppt/tableStyles.xml" Id="R170a37c3ba9b461f" /><Relationship Type="http://schemas.openxmlformats.org/officeDocument/2006/relationships/slide" Target="/ppt/slides/slide1.xml" Id="R5702c739b9f7471f" /><Relationship Type="http://schemas.openxmlformats.org/officeDocument/2006/relationships/slide" Target="/ppt/slides/slide2.xml" Id="R7b4de4c0d04e4034" /><Relationship Type="http://schemas.openxmlformats.org/officeDocument/2006/relationships/slide" Target="/ppt/slides/slide3.xml" Id="Rb2f56066e88c4182" /><Relationship Type="http://schemas.openxmlformats.org/officeDocument/2006/relationships/slide" Target="/ppt/slides/slide4.xml" Id="Rabf59269512144c8" /><Relationship Type="http://schemas.openxmlformats.org/officeDocument/2006/relationships/slide" Target="/ppt/slides/slide5.xml" Id="R7c0932d1d50c4b01" /><Relationship Type="http://schemas.openxmlformats.org/officeDocument/2006/relationships/slide" Target="/ppt/slides/slide6.xml" Id="Rd315486e99274fa8" /><Relationship Type="http://schemas.openxmlformats.org/officeDocument/2006/relationships/slide" Target="/ppt/slides/slide7.xml" Id="R78bbf45d3a1d4a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695dfb107d4c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a23def28e448e4" /><Relationship Type="http://schemas.openxmlformats.org/officeDocument/2006/relationships/notesMaster" Target="/ppt/notesMasters/notesMaster1.xml" Id="Rba7ac3f38ee045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5d656dd0f141e0" /><Relationship Type="http://schemas.openxmlformats.org/officeDocument/2006/relationships/notesMaster" Target="/ppt/notesMasters/notesMaster1.xml" Id="R53203cef36b941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7058f360164170" /><Relationship Type="http://schemas.openxmlformats.org/officeDocument/2006/relationships/notesMaster" Target="/ppt/notesMasters/notesMaster1.xml" Id="R7f6c66a6ba3a41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08b5f20fc04ca4" /><Relationship Type="http://schemas.openxmlformats.org/officeDocument/2006/relationships/notesMaster" Target="/ppt/notesMasters/notesMaster1.xml" Id="Rb686d9c4061d47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d4aeca0c8f44e6" /><Relationship Type="http://schemas.openxmlformats.org/officeDocument/2006/relationships/notesMaster" Target="/ppt/notesMasters/notesMaster1.xml" Id="Re61b87d3f1d343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df324ae2fda43d1" /><Relationship Type="http://schemas.openxmlformats.org/officeDocument/2006/relationships/notesMaster" Target="/ppt/notesMasters/notesMaster1.xml" Id="Rc631c041b8794c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361ae058e24a28" /><Relationship Type="http://schemas.openxmlformats.org/officeDocument/2006/relationships/notesMaster" Target="/ppt/notesMasters/notesMaster1.xml" Id="R221e7f635b7d46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47a7e7959e48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e1f5c5a84248b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7bec3724c741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be0c4f5144b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8fc4cdaceb4f2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94cfa28254f2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8CAE5E-FB61-4848-B90C-BE96817076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B180AA6-9C64-4ACD-A313-D165B985F0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172D36-1897-4809-8A45-041E0FA9A0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91B617-957C-46D0-B367-1FE97FA990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D4E1C9-6E4F-4E63-A590-530623BE09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EBF62F7-E9DF-4AE0-AD26-BD90561CDC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60134C-75D3-4D64-8181-A5BD90822F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4F2C72-39BB-4900-B251-9468E085FA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A2FD06-0DBF-4A37-ADB2-65CC623334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95987E-B713-48E6-AB3D-EC8C7C2F20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dceb0962b5442f" /><Relationship Type="http://schemas.openxmlformats.org/officeDocument/2006/relationships/slideLayout" Target="/ppt/slideLayouts/slideLayout1.xml" Id="Rde2711b77f3d4017" /><Relationship Type="http://schemas.openxmlformats.org/officeDocument/2006/relationships/slideLayout" Target="/ppt/slideLayouts/slideLayout2.xml" Id="R08e92948323746b0" /><Relationship Type="http://schemas.openxmlformats.org/officeDocument/2006/relationships/slideLayout" Target="/ppt/slideLayouts/slideLayout3.xml" Id="R9a62e2b7b1f94daa" /><Relationship Type="http://schemas.openxmlformats.org/officeDocument/2006/relationships/slideLayout" Target="/ppt/slideLayouts/slideLayout4.xml" Id="R8fdaaf6a5e98468b" /><Relationship Type="http://schemas.openxmlformats.org/officeDocument/2006/relationships/slideLayout" Target="/ppt/slideLayouts/slideLayout5.xml" Id="Rcd78dc76b9cb43ce" /><Relationship Type="http://schemas.openxmlformats.org/officeDocument/2006/relationships/slideLayout" Target="/ppt/slideLayouts/slideLayout6.xml" Id="R07ce3cd8aaa74a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2711b77f3d4017"/>
    <p:sldLayoutId xmlns:r="http://schemas.openxmlformats.org/officeDocument/2006/relationships" id="2147483650" r:id="R08e92948323746b0"/>
    <p:sldLayoutId xmlns:r="http://schemas.openxmlformats.org/officeDocument/2006/relationships" id="2147483651" r:id="R9a62e2b7b1f94daa"/>
    <p:sldLayoutId xmlns:r="http://schemas.openxmlformats.org/officeDocument/2006/relationships" id="2147483652" r:id="R8fdaaf6a5e98468b"/>
    <p:sldLayoutId xmlns:r="http://schemas.openxmlformats.org/officeDocument/2006/relationships" id="2147483653" r:id="Rcd78dc76b9cb43ce"/>
    <p:sldLayoutId xmlns:r="http://schemas.openxmlformats.org/officeDocument/2006/relationships" id="2147483654" r:id="R07ce3cd8aaa74a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7b02a8aa944e8a" /><Relationship Type="http://schemas.openxmlformats.org/officeDocument/2006/relationships/image" Target="/ppt/media/image.png" Id="R16664b3663e5400c" /><Relationship Type="http://schemas.openxmlformats.org/officeDocument/2006/relationships/notesSlide" Target="/ppt/notesSlides/notesSlide1.xml" Id="Ref71cb8716c04a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8d4fed8d904422" /><Relationship Type="http://schemas.openxmlformats.org/officeDocument/2006/relationships/image" Target="/ppt/media/image2.png" Id="Ra57fc34835a6473b" /><Relationship Type="http://schemas.openxmlformats.org/officeDocument/2006/relationships/notesSlide" Target="/ppt/notesSlides/notesSlide2.xml" Id="R9ed38c39c9d142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3ab9e8219b423f" /><Relationship Type="http://schemas.openxmlformats.org/officeDocument/2006/relationships/image" Target="/ppt/media/image3.png" Id="R5e2663af443b4bb8" /><Relationship Type="http://schemas.openxmlformats.org/officeDocument/2006/relationships/notesSlide" Target="/ppt/notesSlides/notesSlide3.xml" Id="R81839f41f25c4b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da498f9ec4935" /><Relationship Type="http://schemas.openxmlformats.org/officeDocument/2006/relationships/image" Target="/ppt/media/image4.png" Id="Raf8ddc4c5ec94b87" /><Relationship Type="http://schemas.openxmlformats.org/officeDocument/2006/relationships/notesSlide" Target="/ppt/notesSlides/notesSlide4.xml" Id="Ra6ff009b345649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0d1afcef14898" /><Relationship Type="http://schemas.openxmlformats.org/officeDocument/2006/relationships/image" Target="/ppt/media/image5.png" Id="R399e00d7002a406b" /><Relationship Type="http://schemas.openxmlformats.org/officeDocument/2006/relationships/notesSlide" Target="/ppt/notesSlides/notesSlide5.xml" Id="Rd0b45b53bf004f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b83ddca6142a5" /><Relationship Type="http://schemas.openxmlformats.org/officeDocument/2006/relationships/image" Target="/ppt/media/image6.png" Id="Rce856f47899b4499" /><Relationship Type="http://schemas.openxmlformats.org/officeDocument/2006/relationships/notesSlide" Target="/ppt/notesSlides/notesSlide6.xml" Id="R3ac1243d56494a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5eb722fd4e4369" /><Relationship Type="http://schemas.openxmlformats.org/officeDocument/2006/relationships/image" Target="/ppt/media/image7.png" Id="R1b1f31adfe1a469a" /><Relationship Type="http://schemas.openxmlformats.org/officeDocument/2006/relationships/notesSlide" Target="/ppt/notesSlides/notesSlide7.xml" Id="Rc957da7e561342b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0BC95-0FCA-4E64-84C9-D95A9BD8AF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64b3663e5400c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9919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C3D99-B90E-47C2-9674-E0ECD4163B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fc34835a6473b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7454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A287F-46BE-4B6C-AD9C-58BF8A2672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2663af443b4bb8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0263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09ECB-5D33-4AF7-AA2A-0D7DE3939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ddc4c5ec94b87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4219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C36A6-C7C0-4FD3-A786-19651054D6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e00d7002a406b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8300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C2FCB3-3DE7-45AA-8E36-2AD135436E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56f47899b4499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2338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01CC8-E3A9-4FBD-9B39-81318F4319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f31adfe1a469a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59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2026-10-22T11:48:26.0220000Z</dcterms:created>
  <dcterms:modified xsi:type="dcterms:W3CDTF">2026-10-22T11:48:26.0220000Z</dcterms:modified>
</coreProperties>
</file>