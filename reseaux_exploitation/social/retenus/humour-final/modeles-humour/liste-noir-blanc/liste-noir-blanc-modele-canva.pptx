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d28d1794f24edf" /><Relationship Type="http://schemas.openxmlformats.org/officeDocument/2006/relationships/extended-properties" Target="/docProps/app.xml" Id="Rcda97bc7c2444539" /><Relationship Type="http://schemas.openxmlformats.org/officeDocument/2006/relationships/officeDocument" Target="/ppt/presentation.xml" Id="Rb0143417bba940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59538146f54dae"/>
  </p:sldMasterIdLst>
  <p:notesMasterIdLst>
    <p:notesMasterId xmlns:r="http://schemas.openxmlformats.org/officeDocument/2006/relationships" r:id="R4ca2c6204fdc45e5"/>
  </p:notesMasterIdLst>
  <p:sldIdLst>
    <p:sldId xmlns:r="http://schemas.openxmlformats.org/officeDocument/2006/relationships" id="256" r:id="R43cac34495b3455e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08281000c64b22" /><Relationship Type="http://schemas.openxmlformats.org/officeDocument/2006/relationships/slideMaster" Target="/ppt/slideMasters/slideMaster1.xml" Id="R6859538146f54dae" /><Relationship Type="http://schemas.openxmlformats.org/officeDocument/2006/relationships/notesMaster" Target="/ppt/notesMasters/notesMaster1.xml" Id="R4ca2c6204fdc45e5" /><Relationship Type="http://schemas.openxmlformats.org/officeDocument/2006/relationships/presProps" Target="/ppt/presProps.xml" Id="R7ccb6b83589e4a01" /><Relationship Type="http://schemas.openxmlformats.org/officeDocument/2006/relationships/tableStyles" Target="/ppt/tableStyles.xml" Id="R0f7d6a91caf249f6" /><Relationship Type="http://schemas.openxmlformats.org/officeDocument/2006/relationships/slide" Target="/ppt/slides/slide1.xml" Id="R43cac34495b3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86683010e64d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e719f0499a4b19" /><Relationship Type="http://schemas.openxmlformats.org/officeDocument/2006/relationships/notesMaster" Target="/ppt/notesMasters/notesMaster1.xml" Id="R29d38374c2824d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95a5bd94e49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75e8379474b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ed45111fd4e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ffbfa1bf945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84b075ea446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a034b7e0c44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CFB8E5-ADB6-4F72-930D-14728A8C23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93B2B2-3384-4E21-A9BC-3F865E7D10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EA1B78-5A4B-4BCA-A43B-39D76F3F1D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FAE5ED-F00B-46BE-B823-EBA4EEBA4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E4B62F-240A-4760-AB1D-11488FFB78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596C00-29E7-4349-A393-D61CE11F91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624403-7B7C-4334-9D3D-3252DA8E40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25F982-9507-4CF0-B104-DFBACB4D3F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9AA2C2-96DE-4223-93D9-26DB2B99B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C79DB1-0D52-4D04-A6DF-F7DE0EA6D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e8cfb6e30f4de5" /><Relationship Type="http://schemas.openxmlformats.org/officeDocument/2006/relationships/slideLayout" Target="/ppt/slideLayouts/slideLayout1.xml" Id="Ra283d31b898e48d5" /><Relationship Type="http://schemas.openxmlformats.org/officeDocument/2006/relationships/slideLayout" Target="/ppt/slideLayouts/slideLayout2.xml" Id="R73d0897619db43b1" /><Relationship Type="http://schemas.openxmlformats.org/officeDocument/2006/relationships/slideLayout" Target="/ppt/slideLayouts/slideLayout3.xml" Id="Ree8f34e88ab1465c" /><Relationship Type="http://schemas.openxmlformats.org/officeDocument/2006/relationships/slideLayout" Target="/ppt/slideLayouts/slideLayout4.xml" Id="Ra6d5d90b21af458c" /><Relationship Type="http://schemas.openxmlformats.org/officeDocument/2006/relationships/slideLayout" Target="/ppt/slideLayouts/slideLayout5.xml" Id="Rae394696093f4e80" /><Relationship Type="http://schemas.openxmlformats.org/officeDocument/2006/relationships/slideLayout" Target="/ppt/slideLayouts/slideLayout6.xml" Id="R1a5bc1fd75fc4f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83d31b898e48d5"/>
    <p:sldLayoutId xmlns:r="http://schemas.openxmlformats.org/officeDocument/2006/relationships" id="2147483650" r:id="R73d0897619db43b1"/>
    <p:sldLayoutId xmlns:r="http://schemas.openxmlformats.org/officeDocument/2006/relationships" id="2147483651" r:id="Ree8f34e88ab1465c"/>
    <p:sldLayoutId xmlns:r="http://schemas.openxmlformats.org/officeDocument/2006/relationships" id="2147483652" r:id="Ra6d5d90b21af458c"/>
    <p:sldLayoutId xmlns:r="http://schemas.openxmlformats.org/officeDocument/2006/relationships" id="2147483653" r:id="Rae394696093f4e80"/>
    <p:sldLayoutId xmlns:r="http://schemas.openxmlformats.org/officeDocument/2006/relationships" id="2147483654" r:id="R1a5bc1fd75fc4f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ec07d81bd4ffb" /><Relationship Type="http://schemas.openxmlformats.org/officeDocument/2006/relationships/image" Target="/ppt/media/image.png" Id="R7f2b598deb1840bb" /><Relationship Type="http://schemas.openxmlformats.org/officeDocument/2006/relationships/image" Target="/ppt/media/image2.png" Id="Rd92a0cfa246b4869" /><Relationship Type="http://schemas.openxmlformats.org/officeDocument/2006/relationships/notesSlide" Target="/ppt/notesSlides/notesSlide1.xml" Id="R5862510226ca4e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F7818-447D-4D41-9A90-E84E8BCBDF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b598deb1840b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3EB8CCD6-0A31-4F91-9287-B5AC6A7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72600" cy="11944350"/>
          </a:xfrm>
          <a:prstGeom xmlns:a="http://schemas.openxmlformats.org/drawingml/2006/main" prst="roundRect">
            <a:avLst>
              <a:gd name="adj" fmla="val 122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117465A8-AE25-46B4-9E42-A5E21600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47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69D4E540-32F3-4B31-A7A0-A6472AE7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81727"/>
                </a:solidFill>
              </a:defRPr>
            </a:defPPr>
            <a:lvl1pPr algn="ctr">
              <a:defRPr sz="1575" b="1">
                <a:solidFill>
                  <a:srgbClr val="081727"/>
                </a:solidFill>
              </a:defRPr>
            </a:lvl1pPr>
            <a:lvl2pPr algn="ctr">
              <a:defRPr sz="1575" b="1">
                <a:solidFill>
                  <a:srgbClr val="081727"/>
                </a:solidFill>
              </a:defRPr>
            </a:lvl2pPr>
            <a:lvl3pPr algn="ctr">
              <a:defRPr sz="1575" b="1">
                <a:solidFill>
                  <a:srgbClr val="081727"/>
                </a:solidFill>
              </a:defRPr>
            </a:lvl3pPr>
            <a:lvl4pPr algn="ctr">
              <a:defRPr sz="1575" b="1">
                <a:solidFill>
                  <a:srgbClr val="081727"/>
                </a:solidFill>
              </a:defRPr>
            </a:lvl4pPr>
            <a:lvl5pPr algn="ctr">
              <a:defRPr sz="1575" b="1">
                <a:solidFill>
                  <a:srgbClr val="081727"/>
                </a:solidFill>
              </a:defRPr>
            </a:lvl5pPr>
            <a:lvl6pPr algn="ctr">
              <a:defRPr sz="1575" b="1">
                <a:solidFill>
                  <a:srgbClr val="081727"/>
                </a:solidFill>
              </a:defRPr>
            </a:lvl6pPr>
            <a:lvl7pPr algn="ctr">
              <a:defRPr sz="1575" b="1">
                <a:solidFill>
                  <a:srgbClr val="081727"/>
                </a:solidFill>
              </a:defRPr>
            </a:lvl7pPr>
            <a:lvl8pPr algn="ctr">
              <a:defRPr sz="1575" b="1">
                <a:solidFill>
                  <a:srgbClr val="081727"/>
                </a:solidFill>
              </a:defRPr>
            </a:lvl8pPr>
            <a:lvl9pPr algn="ctr">
              <a:defRPr sz="157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81727"/>
                </a:solidFill>
              </a:defRPr>
            </a:pPr>
            <a:r>
              <a:rPr sz="1575" b="1">
                <a:solidFill>
                  <a:srgbClr val="081727"/>
                </a:solidFill>
              </a:rPr>
              <a:t>LA LISTE DU NORD</a:t>
            </a:r>
          </a:p>
        </p:txBody>
      </p:sp>
      <p:sp>
        <p:nvSpPr>
          <p:cNvPr id="5" name="Fond logo">
            <a:extLst xmlns:a="http://schemas.openxmlformats.org/drawingml/2006/main">
              <a:ext uri="{FF2B5EF4-FFF2-40B4-BE49-F238E27FC236}">
                <a16:creationId xmlns:a16="http://schemas.microsoft.com/office/drawing/2014/main" id="{B1921DCA-1F0C-4C4B-B7CA-7B565121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287125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BBB1F-EC84-481E-B229-48E6618B3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a0cfa246b4869"/>
          <a:stretch xmlns:a="http://schemas.openxmlformats.org/drawingml/2006/main"/>
        </p:blipFill>
        <p:spPr>
          <a:xfrm xmlns:a="http://schemas.openxmlformats.org/drawingml/2006/main">
            <a:off x="7648575" y="11439525"/>
            <a:ext cx="1238250" cy="495300"/>
          </a:xfrm>
          <a:prstGeom xmlns:a="http://schemas.openxmlformats.org/drawingml/2006/main" prst="rect">
            <a:avLst/>
          </a:prstGeom>
        </p:spPr>
      </p:pic>
      <p:sp>
        <p:nvSpPr>
          <p:cNvPr id="7" name="Ombre douce">
            <a:extLst xmlns:a="http://schemas.openxmlformats.org/drawingml/2006/main">
              <a:ext uri="{FF2B5EF4-FFF2-40B4-BE49-F238E27FC236}">
                <a16:creationId xmlns:a16="http://schemas.microsoft.com/office/drawing/2014/main" id="{46238BEF-6EA1-4693-A453-517A842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6667500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te texte">
            <a:extLst xmlns:a="http://schemas.openxmlformats.org/drawingml/2006/main">
              <a:ext uri="{FF2B5EF4-FFF2-40B4-BE49-F238E27FC236}">
                <a16:creationId xmlns:a16="http://schemas.microsoft.com/office/drawing/2014/main" id="{A4666723-8E20-45C2-8A52-AB650B0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667500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B99F0090-08EB-4DBB-B3A2-D3034BAD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52400" cy="581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">
            <a:extLst xmlns:a="http://schemas.openxmlformats.org/drawingml/2006/main">
              <a:ext uri="{FF2B5EF4-FFF2-40B4-BE49-F238E27FC236}">
                <a16:creationId xmlns:a16="http://schemas.microsoft.com/office/drawing/2014/main" id="{A4DF91D4-229A-45CB-8244-D6100407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542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081727"/>
                </a:solidFill>
              </a:defRPr>
            </a:defPPr>
            <a:lvl1pPr algn="l">
              <a:defRPr sz="3150" b="1">
                <a:solidFill>
                  <a:srgbClr val="081727"/>
                </a:solidFill>
              </a:defRPr>
            </a:lvl1pPr>
            <a:lvl2pPr algn="l">
              <a:defRPr sz="3150" b="1">
                <a:solidFill>
                  <a:srgbClr val="081727"/>
                </a:solidFill>
              </a:defRPr>
            </a:lvl2pPr>
            <a:lvl3pPr algn="l">
              <a:defRPr sz="3150" b="1">
                <a:solidFill>
                  <a:srgbClr val="081727"/>
                </a:solidFill>
              </a:defRPr>
            </a:lvl3pPr>
            <a:lvl4pPr algn="l">
              <a:defRPr sz="3150" b="1">
                <a:solidFill>
                  <a:srgbClr val="081727"/>
                </a:solidFill>
              </a:defRPr>
            </a:lvl4pPr>
            <a:lvl5pPr algn="l">
              <a:defRPr sz="3150" b="1">
                <a:solidFill>
                  <a:srgbClr val="081727"/>
                </a:solidFill>
              </a:defRPr>
            </a:lvl5pPr>
            <a:lvl6pPr algn="l">
              <a:defRPr sz="3150" b="1">
                <a:solidFill>
                  <a:srgbClr val="081727"/>
                </a:solidFill>
              </a:defRPr>
            </a:lvl6pPr>
            <a:lvl7pPr algn="l">
              <a:defRPr sz="3150" b="1">
                <a:solidFill>
                  <a:srgbClr val="081727"/>
                </a:solidFill>
              </a:defRPr>
            </a:lvl7pPr>
            <a:lvl8pPr algn="l">
              <a:defRPr sz="3150" b="1">
                <a:solidFill>
                  <a:srgbClr val="081727"/>
                </a:solidFill>
              </a:defRPr>
            </a:lvl8pPr>
            <a:lvl9pPr algn="l">
              <a:defRPr sz="315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81727"/>
                </a:solidFill>
              </a:defRPr>
            </a:pPr>
            <a:r>
              <a:rPr sz="3150" b="1">
                <a:solidFill>
                  <a:srgbClr val="081727"/>
                </a:solidFill>
              </a:rPr>
              <a:t>Quelles sont les 3</a:t>
            </a:r>
          </a:p>
          <a:p xmlns:a="http://schemas.openxmlformats.org/drawingml/2006/main">
            <a:pPr algn="l">
              <a:defRPr sz="3150" b="1">
                <a:solidFill>
                  <a:srgbClr val="081727"/>
                </a:solidFill>
              </a:defRPr>
            </a:pPr>
            <a:r>
              <a:rPr sz="3150" b="1">
                <a:solidFill>
                  <a:srgbClr val="081727"/>
                </a:solidFill>
              </a:rPr>
              <a:t>indispensables de tout</a:t>
            </a:r>
          </a:p>
          <a:p xmlns:a="http://schemas.openxmlformats.org/drawingml/2006/main">
            <a:pPr algn="l">
              <a:defRPr sz="3150" b="1">
                <a:solidFill>
                  <a:srgbClr val="081727"/>
                </a:solidFill>
              </a:defRPr>
            </a:pPr>
            <a:r>
              <a:rPr sz="3150" b="1">
                <a:solidFill>
                  <a:srgbClr val="081727"/>
                </a:solidFill>
              </a:rPr>
              <a:t>bon Nordiste ?</a:t>
            </a:r>
          </a:p>
        </p:txBody>
      </p:sp>
      <p:sp>
        <p:nvSpPr>
          <p:cNvPr id="11" name="Filet vert">
            <a:extLst xmlns:a="http://schemas.openxmlformats.org/drawingml/2006/main">
              <a:ext uri="{FF2B5EF4-FFF2-40B4-BE49-F238E27FC236}">
                <a16:creationId xmlns:a16="http://schemas.microsoft.com/office/drawing/2014/main" id="{AB0B2A5A-6E05-488B-85C1-940759CC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15050"/>
            <a:ext cx="5095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père 1">
            <a:extLst xmlns:a="http://schemas.openxmlformats.org/drawingml/2006/main">
              <a:ext uri="{FF2B5EF4-FFF2-40B4-BE49-F238E27FC236}">
                <a16:creationId xmlns:a16="http://schemas.microsoft.com/office/drawing/2014/main" id="{E1C164E0-30B2-4617-807D-2FB55973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96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e repère 1">
            <a:extLst xmlns:a="http://schemas.openxmlformats.org/drawingml/2006/main">
              <a:ext uri="{FF2B5EF4-FFF2-40B4-BE49-F238E27FC236}">
                <a16:creationId xmlns:a16="http://schemas.microsoft.com/office/drawing/2014/main" id="{16BDA4B0-8A25-4FE5-A55A-7B0997BC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5151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1</a:t>
            </a:r>
          </a:p>
        </p:txBody>
      </p:sp>
      <p:sp>
        <p:nvSpPr>
          <p:cNvPr id="14" name="Réponse 1">
            <a:extLst xmlns:a="http://schemas.openxmlformats.org/drawingml/2006/main">
              <a:ext uri="{FF2B5EF4-FFF2-40B4-BE49-F238E27FC236}">
                <a16:creationId xmlns:a16="http://schemas.microsoft.com/office/drawing/2014/main" id="{B37E804F-235C-4463-AD07-340E0F86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477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727"/>
                </a:solidFill>
              </a:defRPr>
            </a:defPPr>
            <a:lvl1pPr algn="l">
              <a:defRPr sz="2325" b="1">
                <a:solidFill>
                  <a:srgbClr val="081727"/>
                </a:solidFill>
              </a:defRPr>
            </a:lvl1pPr>
            <a:lvl2pPr algn="l">
              <a:defRPr sz="2325" b="1">
                <a:solidFill>
                  <a:srgbClr val="081727"/>
                </a:solidFill>
              </a:defRPr>
            </a:lvl2pPr>
            <a:lvl3pPr algn="l">
              <a:defRPr sz="2325" b="1">
                <a:solidFill>
                  <a:srgbClr val="081727"/>
                </a:solidFill>
              </a:defRPr>
            </a:lvl3pPr>
            <a:lvl4pPr algn="l">
              <a:defRPr sz="2325" b="1">
                <a:solidFill>
                  <a:srgbClr val="081727"/>
                </a:solidFill>
              </a:defRPr>
            </a:lvl4pPr>
            <a:lvl5pPr algn="l">
              <a:defRPr sz="2325" b="1">
                <a:solidFill>
                  <a:srgbClr val="081727"/>
                </a:solidFill>
              </a:defRPr>
            </a:lvl5pPr>
            <a:lvl6pPr algn="l">
              <a:defRPr sz="2325" b="1">
                <a:solidFill>
                  <a:srgbClr val="081727"/>
                </a:solidFill>
              </a:defRPr>
            </a:lvl6pPr>
            <a:lvl7pPr algn="l">
              <a:defRPr sz="2325" b="1">
                <a:solidFill>
                  <a:srgbClr val="081727"/>
                </a:solidFill>
              </a:defRPr>
            </a:lvl7pPr>
            <a:lvl8pPr algn="l">
              <a:defRPr sz="2325" b="1">
                <a:solidFill>
                  <a:srgbClr val="081727"/>
                </a:solidFill>
              </a:defRPr>
            </a:lvl8pPr>
            <a:lvl9pPr algn="l">
              <a:defRPr sz="23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727"/>
                </a:solidFill>
              </a:defRPr>
            </a:pPr>
            <a:r>
              <a:rPr sz="2325" b="1">
                <a:solidFill>
                  <a:srgbClr val="081727"/>
                </a:solidFill>
              </a:rPr>
              <a:t>Le parapluie</a:t>
            </a:r>
          </a:p>
        </p:txBody>
      </p:sp>
      <p:sp>
        <p:nvSpPr>
          <p:cNvPr id="15" name="Repère 2">
            <a:extLst xmlns:a="http://schemas.openxmlformats.org/drawingml/2006/main">
              <a:ext uri="{FF2B5EF4-FFF2-40B4-BE49-F238E27FC236}">
                <a16:creationId xmlns:a16="http://schemas.microsoft.com/office/drawing/2014/main" id="{AE7C2CF1-BEFB-488A-A9F6-A764E4C6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39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e repère 2">
            <a:extLst xmlns:a="http://schemas.openxmlformats.org/drawingml/2006/main">
              <a:ext uri="{FF2B5EF4-FFF2-40B4-BE49-F238E27FC236}">
                <a16:creationId xmlns:a16="http://schemas.microsoft.com/office/drawing/2014/main" id="{CDB8B9F1-ADCA-45CB-8C44-57A3470B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580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2</a:t>
            </a:r>
          </a:p>
        </p:txBody>
      </p:sp>
      <p:sp>
        <p:nvSpPr>
          <p:cNvPr id="17" name="Réponse 2">
            <a:extLst xmlns:a="http://schemas.openxmlformats.org/drawingml/2006/main">
              <a:ext uri="{FF2B5EF4-FFF2-40B4-BE49-F238E27FC236}">
                <a16:creationId xmlns:a16="http://schemas.microsoft.com/office/drawing/2014/main" id="{05304BAB-B0FE-4DF2-B5B2-BD47E873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219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727"/>
                </a:solidFill>
              </a:defRPr>
            </a:defPPr>
            <a:lvl1pPr algn="l">
              <a:defRPr sz="2325" b="1">
                <a:solidFill>
                  <a:srgbClr val="081727"/>
                </a:solidFill>
              </a:defRPr>
            </a:lvl1pPr>
            <a:lvl2pPr algn="l">
              <a:defRPr sz="2325" b="1">
                <a:solidFill>
                  <a:srgbClr val="081727"/>
                </a:solidFill>
              </a:defRPr>
            </a:lvl2pPr>
            <a:lvl3pPr algn="l">
              <a:defRPr sz="2325" b="1">
                <a:solidFill>
                  <a:srgbClr val="081727"/>
                </a:solidFill>
              </a:defRPr>
            </a:lvl3pPr>
            <a:lvl4pPr algn="l">
              <a:defRPr sz="2325" b="1">
                <a:solidFill>
                  <a:srgbClr val="081727"/>
                </a:solidFill>
              </a:defRPr>
            </a:lvl4pPr>
            <a:lvl5pPr algn="l">
              <a:defRPr sz="2325" b="1">
                <a:solidFill>
                  <a:srgbClr val="081727"/>
                </a:solidFill>
              </a:defRPr>
            </a:lvl5pPr>
            <a:lvl6pPr algn="l">
              <a:defRPr sz="2325" b="1">
                <a:solidFill>
                  <a:srgbClr val="081727"/>
                </a:solidFill>
              </a:defRPr>
            </a:lvl6pPr>
            <a:lvl7pPr algn="l">
              <a:defRPr sz="2325" b="1">
                <a:solidFill>
                  <a:srgbClr val="081727"/>
                </a:solidFill>
              </a:defRPr>
            </a:lvl7pPr>
            <a:lvl8pPr algn="l">
              <a:defRPr sz="2325" b="1">
                <a:solidFill>
                  <a:srgbClr val="081727"/>
                </a:solidFill>
              </a:defRPr>
            </a:lvl8pPr>
            <a:lvl9pPr algn="l">
              <a:defRPr sz="23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727"/>
                </a:solidFill>
              </a:defRPr>
            </a:pPr>
            <a:r>
              <a:rPr sz="2325" b="1">
                <a:solidFill>
                  <a:srgbClr val="081727"/>
                </a:solidFill>
              </a:rPr>
              <a:t>Le manteau</a:t>
            </a:r>
          </a:p>
        </p:txBody>
      </p:sp>
      <p:sp>
        <p:nvSpPr>
          <p:cNvPr id="18" name="Repère 3">
            <a:extLst xmlns:a="http://schemas.openxmlformats.org/drawingml/2006/main">
              <a:ext uri="{FF2B5EF4-FFF2-40B4-BE49-F238E27FC236}">
                <a16:creationId xmlns:a16="http://schemas.microsoft.com/office/drawing/2014/main" id="{4C606630-8C29-47B3-A1DD-80B65AD9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81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e repère 3">
            <a:extLst xmlns:a="http://schemas.openxmlformats.org/drawingml/2006/main">
              <a:ext uri="{FF2B5EF4-FFF2-40B4-BE49-F238E27FC236}">
                <a16:creationId xmlns:a16="http://schemas.microsoft.com/office/drawing/2014/main" id="{2DC165B3-B153-4B48-996D-E107E746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0010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3</a:t>
            </a:r>
          </a:p>
        </p:txBody>
      </p:sp>
      <p:sp>
        <p:nvSpPr>
          <p:cNvPr id="20" name="Réponse 3">
            <a:extLst xmlns:a="http://schemas.openxmlformats.org/drawingml/2006/main">
              <a:ext uri="{FF2B5EF4-FFF2-40B4-BE49-F238E27FC236}">
                <a16:creationId xmlns:a16="http://schemas.microsoft.com/office/drawing/2014/main" id="{6C561F46-EFCB-47FE-BED1-783127EE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962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727"/>
                </a:solidFill>
              </a:defRPr>
            </a:defPPr>
            <a:lvl1pPr algn="l">
              <a:defRPr sz="2325" b="1">
                <a:solidFill>
                  <a:srgbClr val="081727"/>
                </a:solidFill>
              </a:defRPr>
            </a:lvl1pPr>
            <a:lvl2pPr algn="l">
              <a:defRPr sz="2325" b="1">
                <a:solidFill>
                  <a:srgbClr val="081727"/>
                </a:solidFill>
              </a:defRPr>
            </a:lvl2pPr>
            <a:lvl3pPr algn="l">
              <a:defRPr sz="2325" b="1">
                <a:solidFill>
                  <a:srgbClr val="081727"/>
                </a:solidFill>
              </a:defRPr>
            </a:lvl3pPr>
            <a:lvl4pPr algn="l">
              <a:defRPr sz="2325" b="1">
                <a:solidFill>
                  <a:srgbClr val="081727"/>
                </a:solidFill>
              </a:defRPr>
            </a:lvl4pPr>
            <a:lvl5pPr algn="l">
              <a:defRPr sz="2325" b="1">
                <a:solidFill>
                  <a:srgbClr val="081727"/>
                </a:solidFill>
              </a:defRPr>
            </a:lvl5pPr>
            <a:lvl6pPr algn="l">
              <a:defRPr sz="2325" b="1">
                <a:solidFill>
                  <a:srgbClr val="081727"/>
                </a:solidFill>
              </a:defRPr>
            </a:lvl6pPr>
            <a:lvl7pPr algn="l">
              <a:defRPr sz="2325" b="1">
                <a:solidFill>
                  <a:srgbClr val="081727"/>
                </a:solidFill>
              </a:defRPr>
            </a:lvl7pPr>
            <a:lvl8pPr algn="l">
              <a:defRPr sz="2325" b="1">
                <a:solidFill>
                  <a:srgbClr val="081727"/>
                </a:solidFill>
              </a:defRPr>
            </a:lvl8pPr>
            <a:lvl9pPr algn="l">
              <a:defRPr sz="23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727"/>
                </a:solidFill>
              </a:defRPr>
            </a:pPr>
            <a:r>
              <a:rPr sz="2325" b="1">
                <a:solidFill>
                  <a:srgbClr val="081727"/>
                </a:solidFill>
              </a:rPr>
              <a:t>La bière</a:t>
            </a:r>
          </a:p>
        </p:txBody>
      </p:sp>
      <p:sp>
        <p:nvSpPr>
          <p:cNvPr id="21" name="Petit rappel">
            <a:extLst xmlns:a="http://schemas.openxmlformats.org/drawingml/2006/main">
              <a:ext uri="{FF2B5EF4-FFF2-40B4-BE49-F238E27FC236}">
                <a16:creationId xmlns:a16="http://schemas.microsoft.com/office/drawing/2014/main" id="{1E587411-8E9E-489C-89A0-A453685C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8106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16071"/>
                </a:solidFill>
              </a:defRPr>
            </a:defPPr>
            <a:lvl1pPr algn="l">
              <a:defRPr sz="1500" b="0">
                <a:solidFill>
                  <a:srgbClr val="516071"/>
                </a:solidFill>
              </a:defRPr>
            </a:lvl1pPr>
            <a:lvl2pPr algn="l">
              <a:defRPr sz="1500" b="0">
                <a:solidFill>
                  <a:srgbClr val="516071"/>
                </a:solidFill>
              </a:defRPr>
            </a:lvl2pPr>
            <a:lvl3pPr algn="l">
              <a:defRPr sz="1500" b="0">
                <a:solidFill>
                  <a:srgbClr val="516071"/>
                </a:solidFill>
              </a:defRPr>
            </a:lvl3pPr>
            <a:lvl4pPr algn="l">
              <a:defRPr sz="1500" b="0">
                <a:solidFill>
                  <a:srgbClr val="516071"/>
                </a:solidFill>
              </a:defRPr>
            </a:lvl4pPr>
            <a:lvl5pPr algn="l">
              <a:defRPr sz="1500" b="0">
                <a:solidFill>
                  <a:srgbClr val="516071"/>
                </a:solidFill>
              </a:defRPr>
            </a:lvl5pPr>
            <a:lvl6pPr algn="l">
              <a:defRPr sz="1500" b="0">
                <a:solidFill>
                  <a:srgbClr val="516071"/>
                </a:solidFill>
              </a:defRPr>
            </a:lvl6pPr>
            <a:lvl7pPr algn="l">
              <a:defRPr sz="1500" b="0">
                <a:solidFill>
                  <a:srgbClr val="516071"/>
                </a:solidFill>
              </a:defRPr>
            </a:lvl7pPr>
            <a:lvl8pPr algn="l">
              <a:defRPr sz="1500" b="0">
                <a:solidFill>
                  <a:srgbClr val="516071"/>
                </a:solidFill>
              </a:defRPr>
            </a:lvl8pPr>
            <a:lvl9pPr algn="l">
              <a:defRPr sz="1500" b="0">
                <a:solidFill>
                  <a:srgbClr val="516071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16071"/>
                </a:solidFill>
              </a:defRPr>
            </a:pPr>
            <a:r>
              <a:rPr sz="1500" b="0">
                <a:solidFill>
                  <a:srgbClr val="516071"/>
                </a:solidFill>
              </a:rPr>
              <a:t>Le kit officiel dès que trois gouttes tombent.</a:t>
            </a:r>
          </a:p>
        </p:txBody>
      </p:sp>
    </p:spTree>
    <p:extLst>
      <p:ext uri="{BB962C8B-B14F-4D97-AF65-F5344CB8AC3E}">
        <p14:creationId xmlns:p14="http://schemas.microsoft.com/office/powerpoint/2010/main" val="966973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2026-10-21T11:09:14.7630000Z</dcterms:created>
  <dcterms:modified xsi:type="dcterms:W3CDTF">2026-10-21T11:09:14.7630000Z</dcterms:modified>
</coreProperties>
</file>