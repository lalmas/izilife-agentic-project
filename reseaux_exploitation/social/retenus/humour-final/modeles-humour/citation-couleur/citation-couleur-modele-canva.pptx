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b471c8b8a4810" /><Relationship Type="http://schemas.openxmlformats.org/officeDocument/2006/relationships/extended-properties" Target="/docProps/app.xml" Id="R7ef3d178f63940cc" /><Relationship Type="http://schemas.openxmlformats.org/officeDocument/2006/relationships/officeDocument" Target="/ppt/presentation.xml" Id="Rf49d541d9354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a883439744c34"/>
  </p:sldMasterIdLst>
  <p:notesMasterIdLst>
    <p:notesMasterId xmlns:r="http://schemas.openxmlformats.org/officeDocument/2006/relationships" r:id="Re6683a34d8ce43e1"/>
  </p:notesMasterIdLst>
  <p:sldIdLst>
    <p:sldId xmlns:r="http://schemas.openxmlformats.org/officeDocument/2006/relationships" id="256" r:id="Rbf1a6dd521df4db6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8291e51375493e" /><Relationship Type="http://schemas.openxmlformats.org/officeDocument/2006/relationships/slideMaster" Target="/ppt/slideMasters/slideMaster1.xml" Id="R42ea883439744c34" /><Relationship Type="http://schemas.openxmlformats.org/officeDocument/2006/relationships/notesMaster" Target="/ppt/notesMasters/notesMaster1.xml" Id="Re6683a34d8ce43e1" /><Relationship Type="http://schemas.openxmlformats.org/officeDocument/2006/relationships/presProps" Target="/ppt/presProps.xml" Id="Re404c76f22654038" /><Relationship Type="http://schemas.openxmlformats.org/officeDocument/2006/relationships/tableStyles" Target="/ppt/tableStyles.xml" Id="R1ac805d40db8418e" /><Relationship Type="http://schemas.openxmlformats.org/officeDocument/2006/relationships/slide" Target="/ppt/slides/slide1.xml" Id="Rbf1a6dd521df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cec9bd9c6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a051595e084f42" /><Relationship Type="http://schemas.openxmlformats.org/officeDocument/2006/relationships/notesMaster" Target="/ppt/notesMasters/notesMaster1.xml" Id="R54f999491a3d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2111e21f84e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b4489053846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c0bde3b8049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88c5351d349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ba3dd280549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e1c0fdb0e4a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3B5C6B-FF80-40F7-901C-242B888A4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9ABFC5-7192-4703-B59D-C87FB65496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81189F-613F-4019-8E54-86F49D5C4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C23F33-5752-4253-866E-09FD98BEA6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1F9D37-DDDE-4BDF-9608-14549D703F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A6E468-3001-4DBA-B8E4-52B4B47EF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022444-4886-4A18-96F1-398BFFBAD9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F88591-3AB5-4775-8B9C-FEB9BE0640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748559-1D8C-462F-952F-ADBE7BE28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E8BD4B-6A7D-4963-913F-1ADE1C426F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e555fc51d4e16" /><Relationship Type="http://schemas.openxmlformats.org/officeDocument/2006/relationships/slideLayout" Target="/ppt/slideLayouts/slideLayout1.xml" Id="Ra3c538267009422c" /><Relationship Type="http://schemas.openxmlformats.org/officeDocument/2006/relationships/slideLayout" Target="/ppt/slideLayouts/slideLayout2.xml" Id="R04fa943d02474903" /><Relationship Type="http://schemas.openxmlformats.org/officeDocument/2006/relationships/slideLayout" Target="/ppt/slideLayouts/slideLayout3.xml" Id="Re30d5fe12d1e4f27" /><Relationship Type="http://schemas.openxmlformats.org/officeDocument/2006/relationships/slideLayout" Target="/ppt/slideLayouts/slideLayout4.xml" Id="R99dd646a92df4efe" /><Relationship Type="http://schemas.openxmlformats.org/officeDocument/2006/relationships/slideLayout" Target="/ppt/slideLayouts/slideLayout5.xml" Id="R562ceea0ab40465c" /><Relationship Type="http://schemas.openxmlformats.org/officeDocument/2006/relationships/slideLayout" Target="/ppt/slideLayouts/slideLayout6.xml" Id="Rd6729311729f48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c538267009422c"/>
    <p:sldLayoutId xmlns:r="http://schemas.openxmlformats.org/officeDocument/2006/relationships" id="2147483650" r:id="R04fa943d02474903"/>
    <p:sldLayoutId xmlns:r="http://schemas.openxmlformats.org/officeDocument/2006/relationships" id="2147483651" r:id="Re30d5fe12d1e4f27"/>
    <p:sldLayoutId xmlns:r="http://schemas.openxmlformats.org/officeDocument/2006/relationships" id="2147483652" r:id="R99dd646a92df4efe"/>
    <p:sldLayoutId xmlns:r="http://schemas.openxmlformats.org/officeDocument/2006/relationships" id="2147483653" r:id="R562ceea0ab40465c"/>
    <p:sldLayoutId xmlns:r="http://schemas.openxmlformats.org/officeDocument/2006/relationships" id="2147483654" r:id="Rd6729311729f48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0c0c2dfcd495c" /><Relationship Type="http://schemas.openxmlformats.org/officeDocument/2006/relationships/image" Target="/ppt/media/image.png" Id="Rc538c6b42766446d" /><Relationship Type="http://schemas.openxmlformats.org/officeDocument/2006/relationships/image" Target="/ppt/media/image2.png" Id="R38e3000629fb47ce" /><Relationship Type="http://schemas.openxmlformats.org/officeDocument/2006/relationships/notesSlide" Target="/ppt/notesSlides/notesSlide1.xml" Id="R1eada3187a0544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DADF3-2B79-4D74-8B08-7BB11F75D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8c6b42766446d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35228F40-0734-4918-95D4-23AD42A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72600" cy="11944350"/>
          </a:xfrm>
          <a:prstGeom xmlns:a="http://schemas.openxmlformats.org/drawingml/2006/main" prst="roundRect">
            <a:avLst>
              <a:gd name="adj" fmla="val 122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CED9CF14-375B-4777-836C-FEB98097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7336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809750A0-B935-415B-84C3-1EA415C1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733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81727"/>
                </a:solidFill>
              </a:defRPr>
            </a:defPPr>
            <a:lvl1pPr algn="ctr">
              <a:defRPr sz="1575" b="1">
                <a:solidFill>
                  <a:srgbClr val="081727"/>
                </a:solidFill>
              </a:defRPr>
            </a:lvl1pPr>
            <a:lvl2pPr algn="ctr">
              <a:defRPr sz="1575" b="1">
                <a:solidFill>
                  <a:srgbClr val="081727"/>
                </a:solidFill>
              </a:defRPr>
            </a:lvl2pPr>
            <a:lvl3pPr algn="ctr">
              <a:defRPr sz="1575" b="1">
                <a:solidFill>
                  <a:srgbClr val="081727"/>
                </a:solidFill>
              </a:defRPr>
            </a:lvl3pPr>
            <a:lvl4pPr algn="ctr">
              <a:defRPr sz="1575" b="1">
                <a:solidFill>
                  <a:srgbClr val="081727"/>
                </a:solidFill>
              </a:defRPr>
            </a:lvl4pPr>
            <a:lvl5pPr algn="ctr">
              <a:defRPr sz="1575" b="1">
                <a:solidFill>
                  <a:srgbClr val="081727"/>
                </a:solidFill>
              </a:defRPr>
            </a:lvl5pPr>
            <a:lvl6pPr algn="ctr">
              <a:defRPr sz="1575" b="1">
                <a:solidFill>
                  <a:srgbClr val="081727"/>
                </a:solidFill>
              </a:defRPr>
            </a:lvl6pPr>
            <a:lvl7pPr algn="ctr">
              <a:defRPr sz="1575" b="1">
                <a:solidFill>
                  <a:srgbClr val="081727"/>
                </a:solidFill>
              </a:defRPr>
            </a:lvl7pPr>
            <a:lvl8pPr algn="ctr">
              <a:defRPr sz="1575" b="1">
                <a:solidFill>
                  <a:srgbClr val="081727"/>
                </a:solidFill>
              </a:defRPr>
            </a:lvl8pPr>
            <a:lvl9pPr algn="ctr">
              <a:defRPr sz="157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1727"/>
                </a:solidFill>
              </a:defRPr>
            </a:pPr>
            <a:r>
              <a:rPr sz="1575" b="1">
                <a:solidFill>
                  <a:srgbClr val="081727"/>
                </a:solidFill>
              </a:rPr>
              <a:t>LA VÉRITÉ DU NORD</a:t>
            </a:r>
          </a:p>
        </p:txBody>
      </p:sp>
      <p:sp>
        <p:nvSpPr>
          <p:cNvPr id="5" name="Fond logo">
            <a:extLst xmlns:a="http://schemas.openxmlformats.org/drawingml/2006/main">
              <a:ext uri="{FF2B5EF4-FFF2-40B4-BE49-F238E27FC236}">
                <a16:creationId xmlns:a16="http://schemas.microsoft.com/office/drawing/2014/main" id="{014823D9-F48E-4368-9E1F-CEA599A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87125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F234E-B364-4309-943D-559DEE798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3000629fb47ce"/>
          <a:stretch xmlns:a="http://schemas.openxmlformats.org/drawingml/2006/main"/>
        </p:blipFill>
        <p:spPr>
          <a:xfrm xmlns:a="http://schemas.openxmlformats.org/drawingml/2006/main">
            <a:off x="7648575" y="11439525"/>
            <a:ext cx="1238250" cy="495300"/>
          </a:xfrm>
          <a:prstGeom xmlns:a="http://schemas.openxmlformats.org/drawingml/2006/main" prst="rect">
            <a:avLst/>
          </a:prstGeom>
        </p:spPr>
      </p:pic>
      <p:sp>
        <p:nvSpPr>
          <p:cNvPr id="7" name="Ombre douce">
            <a:extLst xmlns:a="http://schemas.openxmlformats.org/drawingml/2006/main">
              <a:ext uri="{FF2B5EF4-FFF2-40B4-BE49-F238E27FC236}">
                <a16:creationId xmlns:a16="http://schemas.microsoft.com/office/drawing/2014/main" id="{A2E2E140-A670-4608-A2CE-A01EC39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619125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e texte">
            <a:extLst xmlns:a="http://schemas.openxmlformats.org/drawingml/2006/main">
              <a:ext uri="{FF2B5EF4-FFF2-40B4-BE49-F238E27FC236}">
                <a16:creationId xmlns:a16="http://schemas.microsoft.com/office/drawing/2014/main" id="{F08C96F1-5DA7-4C08-9CA9-40010729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619125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126C0F5B-9D9A-43E9-BC36-4D83CA76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52400" cy="514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e humour partie 1">
            <a:extLst xmlns:a="http://schemas.openxmlformats.org/drawingml/2006/main">
              <a:ext uri="{FF2B5EF4-FFF2-40B4-BE49-F238E27FC236}">
                <a16:creationId xmlns:a16="http://schemas.microsoft.com/office/drawing/2014/main" id="{5D4F9C6E-E375-4D10-A0C6-482CDEC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081727"/>
                </a:solidFill>
              </a:defRPr>
            </a:defPPr>
            <a:lvl1pPr algn="l">
              <a:defRPr sz="4050" b="1">
                <a:solidFill>
                  <a:srgbClr val="081727"/>
                </a:solidFill>
              </a:defRPr>
            </a:lvl1pPr>
            <a:lvl2pPr algn="l">
              <a:defRPr sz="4050" b="1">
                <a:solidFill>
                  <a:srgbClr val="081727"/>
                </a:solidFill>
              </a:defRPr>
            </a:lvl2pPr>
            <a:lvl3pPr algn="l">
              <a:defRPr sz="4050" b="1">
                <a:solidFill>
                  <a:srgbClr val="081727"/>
                </a:solidFill>
              </a:defRPr>
            </a:lvl3pPr>
            <a:lvl4pPr algn="l">
              <a:defRPr sz="4050" b="1">
                <a:solidFill>
                  <a:srgbClr val="081727"/>
                </a:solidFill>
              </a:defRPr>
            </a:lvl4pPr>
            <a:lvl5pPr algn="l">
              <a:defRPr sz="4050" b="1">
                <a:solidFill>
                  <a:srgbClr val="081727"/>
                </a:solidFill>
              </a:defRPr>
            </a:lvl5pPr>
            <a:lvl6pPr algn="l">
              <a:defRPr sz="4050" b="1">
                <a:solidFill>
                  <a:srgbClr val="081727"/>
                </a:solidFill>
              </a:defRPr>
            </a:lvl6pPr>
            <a:lvl7pPr algn="l">
              <a:defRPr sz="4050" b="1">
                <a:solidFill>
                  <a:srgbClr val="081727"/>
                </a:solidFill>
              </a:defRPr>
            </a:lvl7pPr>
            <a:lvl8pPr algn="l">
              <a:defRPr sz="4050" b="1">
                <a:solidFill>
                  <a:srgbClr val="081727"/>
                </a:solidFill>
              </a:defRPr>
            </a:lvl8pPr>
            <a:lvl9pPr algn="l">
              <a:defRPr sz="405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1727"/>
                </a:solidFill>
              </a:defRPr>
            </a:pPr>
            <a:r>
              <a:rPr sz="4050" b="1">
                <a:solidFill>
                  <a:srgbClr val="081727"/>
                </a:solidFill>
              </a:rPr>
              <a:t>Ici, on ne</a:t>
            </a:r>
          </a:p>
          <a:p xmlns:a="http://schemas.openxmlformats.org/drawingml/2006/main">
            <a:pPr algn="l">
              <a:defRPr sz="4050" b="1">
                <a:solidFill>
                  <a:srgbClr val="081727"/>
                </a:solidFill>
              </a:defRPr>
            </a:pPr>
            <a:r>
              <a:rPr sz="4050" b="1">
                <a:solidFill>
                  <a:srgbClr val="081727"/>
                </a:solidFill>
              </a:rPr>
              <a:t>regarde pas</a:t>
            </a:r>
          </a:p>
          <a:p xmlns:a="http://schemas.openxmlformats.org/drawingml/2006/main">
            <a:pPr algn="l">
              <a:defRPr sz="4050" b="1">
                <a:solidFill>
                  <a:srgbClr val="081727"/>
                </a:solidFill>
              </a:defRPr>
            </a:pPr>
            <a:r>
              <a:rPr sz="4050" b="1">
                <a:solidFill>
                  <a:srgbClr val="081727"/>
                </a:solidFill>
              </a:rPr>
              <a:t>la météo.</a:t>
            </a:r>
          </a:p>
        </p:txBody>
      </p:sp>
      <p:sp>
        <p:nvSpPr>
          <p:cNvPr id="11" name="Texte humour partie 2">
            <a:extLst xmlns:a="http://schemas.openxmlformats.org/drawingml/2006/main">
              <a:ext uri="{FF2B5EF4-FFF2-40B4-BE49-F238E27FC236}">
                <a16:creationId xmlns:a16="http://schemas.microsoft.com/office/drawing/2014/main" id="{0C36EADE-8ACB-458F-A707-C7FC90C6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008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0">
                <a:solidFill>
                  <a:srgbClr val="081727"/>
                </a:solidFill>
              </a:defRPr>
            </a:defPPr>
            <a:lvl1pPr algn="l">
              <a:defRPr sz="2925" b="0">
                <a:solidFill>
                  <a:srgbClr val="081727"/>
                </a:solidFill>
              </a:defRPr>
            </a:lvl1pPr>
            <a:lvl2pPr algn="l">
              <a:defRPr sz="2925" b="0">
                <a:solidFill>
                  <a:srgbClr val="081727"/>
                </a:solidFill>
              </a:defRPr>
            </a:lvl2pPr>
            <a:lvl3pPr algn="l">
              <a:defRPr sz="2925" b="0">
                <a:solidFill>
                  <a:srgbClr val="081727"/>
                </a:solidFill>
              </a:defRPr>
            </a:lvl3pPr>
            <a:lvl4pPr algn="l">
              <a:defRPr sz="2925" b="0">
                <a:solidFill>
                  <a:srgbClr val="081727"/>
                </a:solidFill>
              </a:defRPr>
            </a:lvl4pPr>
            <a:lvl5pPr algn="l">
              <a:defRPr sz="2925" b="0">
                <a:solidFill>
                  <a:srgbClr val="081727"/>
                </a:solidFill>
              </a:defRPr>
            </a:lvl5pPr>
            <a:lvl6pPr algn="l">
              <a:defRPr sz="2925" b="0">
                <a:solidFill>
                  <a:srgbClr val="081727"/>
                </a:solidFill>
              </a:defRPr>
            </a:lvl6pPr>
            <a:lvl7pPr algn="l">
              <a:defRPr sz="2925" b="0">
                <a:solidFill>
                  <a:srgbClr val="081727"/>
                </a:solidFill>
              </a:defRPr>
            </a:lvl7pPr>
            <a:lvl8pPr algn="l">
              <a:defRPr sz="2925" b="0">
                <a:solidFill>
                  <a:srgbClr val="081727"/>
                </a:solidFill>
              </a:defRPr>
            </a:lvl8pPr>
            <a:lvl9pPr algn="l">
              <a:defRPr sz="2925" b="0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081727"/>
                </a:solidFill>
              </a:defRPr>
            </a:pPr>
            <a:r>
              <a:rPr sz="2925" b="0">
                <a:solidFill>
                  <a:srgbClr val="081727"/>
                </a:solidFill>
              </a:rPr>
              <a:t>On choisit juste</a:t>
            </a:r>
          </a:p>
          <a:p xmlns:a="http://schemas.openxmlformats.org/drawingml/2006/main">
            <a:pPr algn="l">
              <a:defRPr sz="2925" b="0">
                <a:solidFill>
                  <a:srgbClr val="081727"/>
                </a:solidFill>
              </a:defRPr>
            </a:pPr>
            <a:r>
              <a:rPr sz="2925" b="0">
                <a:solidFill>
                  <a:srgbClr val="081727"/>
                </a:solidFill>
              </a:rPr>
              <a:t>les bonnes chaussures.</a:t>
            </a:r>
          </a:p>
        </p:txBody>
      </p:sp>
      <p:sp>
        <p:nvSpPr>
          <p:cNvPr id="12" name="Filet vert">
            <a:extLst xmlns:a="http://schemas.openxmlformats.org/drawingml/2006/main">
              <a:ext uri="{FF2B5EF4-FFF2-40B4-BE49-F238E27FC236}">
                <a16:creationId xmlns:a16="http://schemas.microsoft.com/office/drawing/2014/main" id="{10CFF2E4-A614-4AE5-9861-E0DA062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429625"/>
            <a:ext cx="470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tre rappel">
            <a:extLst xmlns:a="http://schemas.openxmlformats.org/drawingml/2006/main">
              <a:ext uri="{FF2B5EF4-FFF2-40B4-BE49-F238E27FC236}">
                <a16:creationId xmlns:a16="http://schemas.microsoft.com/office/drawing/2014/main" id="{29781EDC-147E-41E0-BCEF-7CDB442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591550"/>
            <a:ext cx="470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1727"/>
                </a:solidFill>
              </a:defRPr>
            </a:defPPr>
            <a:lvl1pPr algn="l">
              <a:defRPr sz="1500" b="1">
                <a:solidFill>
                  <a:srgbClr val="081727"/>
                </a:solidFill>
              </a:defRPr>
            </a:lvl1pPr>
            <a:lvl2pPr algn="l">
              <a:defRPr sz="1500" b="1">
                <a:solidFill>
                  <a:srgbClr val="081727"/>
                </a:solidFill>
              </a:defRPr>
            </a:lvl2pPr>
            <a:lvl3pPr algn="l">
              <a:defRPr sz="1500" b="1">
                <a:solidFill>
                  <a:srgbClr val="081727"/>
                </a:solidFill>
              </a:defRPr>
            </a:lvl3pPr>
            <a:lvl4pPr algn="l">
              <a:defRPr sz="1500" b="1">
                <a:solidFill>
                  <a:srgbClr val="081727"/>
                </a:solidFill>
              </a:defRPr>
            </a:lvl4pPr>
            <a:lvl5pPr algn="l">
              <a:defRPr sz="1500" b="1">
                <a:solidFill>
                  <a:srgbClr val="081727"/>
                </a:solidFill>
              </a:defRPr>
            </a:lvl5pPr>
            <a:lvl6pPr algn="l">
              <a:defRPr sz="1500" b="1">
                <a:solidFill>
                  <a:srgbClr val="081727"/>
                </a:solidFill>
              </a:defRPr>
            </a:lvl6pPr>
            <a:lvl7pPr algn="l">
              <a:defRPr sz="1500" b="1">
                <a:solidFill>
                  <a:srgbClr val="081727"/>
                </a:solidFill>
              </a:defRPr>
            </a:lvl7pPr>
            <a:lvl8pPr algn="l">
              <a:defRPr sz="1500" b="1">
                <a:solidFill>
                  <a:srgbClr val="081727"/>
                </a:solidFill>
              </a:defRPr>
            </a:lvl8pPr>
            <a:lvl9pPr algn="l">
              <a:defRPr sz="15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1727"/>
                </a:solidFill>
              </a:defRPr>
            </a:pPr>
            <a:r>
              <a:rPr sz="1500" b="1">
                <a:solidFill>
                  <a:srgbClr val="081727"/>
                </a:solidFill>
              </a:rPr>
              <a:t>Règle de vie à Lille :</a:t>
            </a:r>
          </a:p>
        </p:txBody>
      </p:sp>
      <p:sp>
        <p:nvSpPr>
          <p:cNvPr id="14" name="Petit texte rappel">
            <a:extLst xmlns:a="http://schemas.openxmlformats.org/drawingml/2006/main">
              <a:ext uri="{FF2B5EF4-FFF2-40B4-BE49-F238E27FC236}">
                <a16:creationId xmlns:a16="http://schemas.microsoft.com/office/drawing/2014/main" id="{47B90177-EF36-46F4-A5ED-49E2BED3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886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081727"/>
                </a:solidFill>
              </a:defRPr>
            </a:defPPr>
            <a:lvl1pPr algn="l">
              <a:defRPr sz="1425" b="0">
                <a:solidFill>
                  <a:srgbClr val="081727"/>
                </a:solidFill>
              </a:defRPr>
            </a:lvl1pPr>
            <a:lvl2pPr algn="l">
              <a:defRPr sz="1425" b="0">
                <a:solidFill>
                  <a:srgbClr val="081727"/>
                </a:solidFill>
              </a:defRPr>
            </a:lvl2pPr>
            <a:lvl3pPr algn="l">
              <a:defRPr sz="1425" b="0">
                <a:solidFill>
                  <a:srgbClr val="081727"/>
                </a:solidFill>
              </a:defRPr>
            </a:lvl3pPr>
            <a:lvl4pPr algn="l">
              <a:defRPr sz="1425" b="0">
                <a:solidFill>
                  <a:srgbClr val="081727"/>
                </a:solidFill>
              </a:defRPr>
            </a:lvl4pPr>
            <a:lvl5pPr algn="l">
              <a:defRPr sz="1425" b="0">
                <a:solidFill>
                  <a:srgbClr val="081727"/>
                </a:solidFill>
              </a:defRPr>
            </a:lvl5pPr>
            <a:lvl6pPr algn="l">
              <a:defRPr sz="1425" b="0">
                <a:solidFill>
                  <a:srgbClr val="081727"/>
                </a:solidFill>
              </a:defRPr>
            </a:lvl6pPr>
            <a:lvl7pPr algn="l">
              <a:defRPr sz="1425" b="0">
                <a:solidFill>
                  <a:srgbClr val="081727"/>
                </a:solidFill>
              </a:defRPr>
            </a:lvl7pPr>
            <a:lvl8pPr algn="l">
              <a:defRPr sz="1425" b="0">
                <a:solidFill>
                  <a:srgbClr val="081727"/>
                </a:solidFill>
              </a:defRPr>
            </a:lvl8pPr>
            <a:lvl9pPr algn="l">
              <a:defRPr sz="1425" b="0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81727"/>
                </a:solidFill>
              </a:defRPr>
            </a:pPr>
            <a:r>
              <a:rPr sz="1425" b="0">
                <a:solidFill>
                  <a:srgbClr val="081727"/>
                </a:solidFill>
              </a:rPr>
              <a:t>La pluie n'empêche JAMAIS la sortie.</a:t>
            </a:r>
          </a:p>
        </p:txBody>
      </p:sp>
    </p:spTree>
    <p:extLst>
      <p:ext uri="{BB962C8B-B14F-4D97-AF65-F5344CB8AC3E}">
        <p14:creationId xmlns:p14="http://schemas.microsoft.com/office/powerpoint/2010/main" val="385790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2026-10-21T11:09:07.3720000Z</dcterms:created>
  <dcterms:modified xsi:type="dcterms:W3CDTF">2026-10-21T11:09:07.3720000Z</dcterms:modified>
</coreProperties>
</file>