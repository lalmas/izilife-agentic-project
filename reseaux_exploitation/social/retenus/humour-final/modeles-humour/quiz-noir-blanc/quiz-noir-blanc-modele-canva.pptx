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3246078d09467d" /><Relationship Type="http://schemas.openxmlformats.org/officeDocument/2006/relationships/extended-properties" Target="/docProps/app.xml" Id="Re76084e5d8044778" /><Relationship Type="http://schemas.openxmlformats.org/officeDocument/2006/relationships/officeDocument" Target="/ppt/presentation.xml" Id="R318da57889bb4d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793538c3374d97"/>
  </p:sldMasterIdLst>
  <p:notesMasterIdLst>
    <p:notesMasterId xmlns:r="http://schemas.openxmlformats.org/officeDocument/2006/relationships" r:id="Rc0f1f1c189754a8d"/>
  </p:notesMasterIdLst>
  <p:sldIdLst>
    <p:sldId xmlns:r="http://schemas.openxmlformats.org/officeDocument/2006/relationships" id="256" r:id="R86eee687e4254180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76de9fdc96423f" /><Relationship Type="http://schemas.openxmlformats.org/officeDocument/2006/relationships/slideMaster" Target="/ppt/slideMasters/slideMaster1.xml" Id="R09793538c3374d97" /><Relationship Type="http://schemas.openxmlformats.org/officeDocument/2006/relationships/notesMaster" Target="/ppt/notesMasters/notesMaster1.xml" Id="Rc0f1f1c189754a8d" /><Relationship Type="http://schemas.openxmlformats.org/officeDocument/2006/relationships/presProps" Target="/ppt/presProps.xml" Id="R7ef7d5bf7cc1446b" /><Relationship Type="http://schemas.openxmlformats.org/officeDocument/2006/relationships/tableStyles" Target="/ppt/tableStyles.xml" Id="R2d6dfc65e0574239" /><Relationship Type="http://schemas.openxmlformats.org/officeDocument/2006/relationships/slide" Target="/ppt/slides/slide1.xml" Id="R86eee687e42541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a291b81b184b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9196965989483a" /><Relationship Type="http://schemas.openxmlformats.org/officeDocument/2006/relationships/notesMaster" Target="/ppt/notesMasters/notesMaster1.xml" Id="R571dae1a175b41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6a9c4132943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f8ade44db41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246a348dcf49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85de0f53240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b5132088646e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35131041d49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ADAB5C-8BB0-4F39-85C4-D5459E4049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E499403-DD5F-4609-8408-F5BD9F5C78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C3480F-2830-454E-AD80-1FA978E871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F20053-70D8-439B-A706-37EFBBC77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AB7B4D9-F4F4-4E90-A36D-7E7B8586EF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EBB157-4284-4B6F-A30E-B3481B83FE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2275C5-ABAF-4698-859C-320C67E90D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F09D436-57BA-4E4B-A84B-30B0748CBD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C54F15-AE50-4048-9015-C32463504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AE0996C-840A-41DC-A057-2AB7BC3324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23f74d22a0454c" /><Relationship Type="http://schemas.openxmlformats.org/officeDocument/2006/relationships/slideLayout" Target="/ppt/slideLayouts/slideLayout1.xml" Id="R1aabf5af94754fdd" /><Relationship Type="http://schemas.openxmlformats.org/officeDocument/2006/relationships/slideLayout" Target="/ppt/slideLayouts/slideLayout2.xml" Id="Rd75838a9746d4ab8" /><Relationship Type="http://schemas.openxmlformats.org/officeDocument/2006/relationships/slideLayout" Target="/ppt/slideLayouts/slideLayout3.xml" Id="Rdf17c2bd8dee4026" /><Relationship Type="http://schemas.openxmlformats.org/officeDocument/2006/relationships/slideLayout" Target="/ppt/slideLayouts/slideLayout4.xml" Id="R3345e7c244ce4408" /><Relationship Type="http://schemas.openxmlformats.org/officeDocument/2006/relationships/slideLayout" Target="/ppt/slideLayouts/slideLayout5.xml" Id="Rb1d9762f66df4cc6" /><Relationship Type="http://schemas.openxmlformats.org/officeDocument/2006/relationships/slideLayout" Target="/ppt/slideLayouts/slideLayout6.xml" Id="R8b4c9ef651d34c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abf5af94754fdd"/>
    <p:sldLayoutId xmlns:r="http://schemas.openxmlformats.org/officeDocument/2006/relationships" id="2147483650" r:id="Rd75838a9746d4ab8"/>
    <p:sldLayoutId xmlns:r="http://schemas.openxmlformats.org/officeDocument/2006/relationships" id="2147483651" r:id="Rdf17c2bd8dee4026"/>
    <p:sldLayoutId xmlns:r="http://schemas.openxmlformats.org/officeDocument/2006/relationships" id="2147483652" r:id="R3345e7c244ce4408"/>
    <p:sldLayoutId xmlns:r="http://schemas.openxmlformats.org/officeDocument/2006/relationships" id="2147483653" r:id="Rb1d9762f66df4cc6"/>
    <p:sldLayoutId xmlns:r="http://schemas.openxmlformats.org/officeDocument/2006/relationships" id="2147483654" r:id="R8b4c9ef651d34c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93d760f4cd4f6f" /><Relationship Type="http://schemas.openxmlformats.org/officeDocument/2006/relationships/image" Target="/ppt/media/image.png" Id="R7191832deedb428b" /><Relationship Type="http://schemas.openxmlformats.org/officeDocument/2006/relationships/image" Target="/ppt/media/image2.png" Id="R46b2069d05e24235" /><Relationship Type="http://schemas.openxmlformats.org/officeDocument/2006/relationships/notesSlide" Target="/ppt/notesSlides/notesSlide1.xml" Id="Rd997a09ed94f42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46013-9863-4277-BB70-0DB98F90D3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1832deedb428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BDE17816-ACAC-420E-A789-06734A17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9372600" cy="11944350"/>
          </a:xfrm>
          <a:prstGeom xmlns:a="http://schemas.openxmlformats.org/drawingml/2006/main" prst="roundRect">
            <a:avLst>
              <a:gd name="adj" fmla="val 1220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A65B32BA-5C0A-491C-9D34-AAC9553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2381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AE6570EC-63D0-47CF-8DA1-D6D38EA3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1">
                <a:solidFill>
                  <a:srgbClr val="081727"/>
                </a:solidFill>
              </a:defRPr>
            </a:defPPr>
            <a:lvl1pPr algn="ctr">
              <a:defRPr sz="1575" b="1">
                <a:solidFill>
                  <a:srgbClr val="081727"/>
                </a:solidFill>
              </a:defRPr>
            </a:lvl1pPr>
            <a:lvl2pPr algn="ctr">
              <a:defRPr sz="1575" b="1">
                <a:solidFill>
                  <a:srgbClr val="081727"/>
                </a:solidFill>
              </a:defRPr>
            </a:lvl2pPr>
            <a:lvl3pPr algn="ctr">
              <a:defRPr sz="1575" b="1">
                <a:solidFill>
                  <a:srgbClr val="081727"/>
                </a:solidFill>
              </a:defRPr>
            </a:lvl3pPr>
            <a:lvl4pPr algn="ctr">
              <a:defRPr sz="1575" b="1">
                <a:solidFill>
                  <a:srgbClr val="081727"/>
                </a:solidFill>
              </a:defRPr>
            </a:lvl4pPr>
            <a:lvl5pPr algn="ctr">
              <a:defRPr sz="1575" b="1">
                <a:solidFill>
                  <a:srgbClr val="081727"/>
                </a:solidFill>
              </a:defRPr>
            </a:lvl5pPr>
            <a:lvl6pPr algn="ctr">
              <a:defRPr sz="1575" b="1">
                <a:solidFill>
                  <a:srgbClr val="081727"/>
                </a:solidFill>
              </a:defRPr>
            </a:lvl6pPr>
            <a:lvl7pPr algn="ctr">
              <a:defRPr sz="1575" b="1">
                <a:solidFill>
                  <a:srgbClr val="081727"/>
                </a:solidFill>
              </a:defRPr>
            </a:lvl7pPr>
            <a:lvl8pPr algn="ctr">
              <a:defRPr sz="1575" b="1">
                <a:solidFill>
                  <a:srgbClr val="081727"/>
                </a:solidFill>
              </a:defRPr>
            </a:lvl8pPr>
            <a:lvl9pPr algn="ctr">
              <a:defRPr sz="157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81727"/>
                </a:solidFill>
              </a:defRPr>
            </a:pPr>
            <a:r>
              <a:rPr sz="1575" b="1">
                <a:solidFill>
                  <a:srgbClr val="081727"/>
                </a:solidFill>
              </a:rPr>
              <a:t>LE QUIZ DU NORD</a:t>
            </a:r>
          </a:p>
        </p:txBody>
      </p:sp>
      <p:sp>
        <p:nvSpPr>
          <p:cNvPr id="5" name="Fond logo">
            <a:extLst xmlns:a="http://schemas.openxmlformats.org/drawingml/2006/main">
              <a:ext uri="{FF2B5EF4-FFF2-40B4-BE49-F238E27FC236}">
                <a16:creationId xmlns:a16="http://schemas.microsoft.com/office/drawing/2014/main" id="{0B13ACBD-9F5F-44B3-A280-511AB4BA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1287125"/>
            <a:ext cx="266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11516-DC5B-44CF-AE2C-2F7CD647B1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2069d05e24235"/>
          <a:stretch xmlns:a="http://schemas.openxmlformats.org/drawingml/2006/main"/>
        </p:blipFill>
        <p:spPr>
          <a:xfrm xmlns:a="http://schemas.openxmlformats.org/drawingml/2006/main">
            <a:off x="7648575" y="11439525"/>
            <a:ext cx="1238250" cy="495300"/>
          </a:xfrm>
          <a:prstGeom xmlns:a="http://schemas.openxmlformats.org/drawingml/2006/main" prst="rect">
            <a:avLst/>
          </a:prstGeom>
        </p:spPr>
      </p:pic>
      <p:sp>
        <p:nvSpPr>
          <p:cNvPr id="7" name="Ombre douce">
            <a:extLst xmlns:a="http://schemas.openxmlformats.org/drawingml/2006/main">
              <a:ext uri="{FF2B5EF4-FFF2-40B4-BE49-F238E27FC236}">
                <a16:creationId xmlns:a16="http://schemas.microsoft.com/office/drawing/2014/main" id="{05D06845-681F-498F-8F21-EEE074CF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7000875" cy="6334125"/>
          </a:xfrm>
          <a:prstGeom xmlns:a="http://schemas.openxmlformats.org/drawingml/2006/main" prst="roundRect">
            <a:avLst>
              <a:gd name="adj" fmla="val 1805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te texte">
            <a:extLst xmlns:a="http://schemas.openxmlformats.org/drawingml/2006/main">
              <a:ext uri="{FF2B5EF4-FFF2-40B4-BE49-F238E27FC236}">
                <a16:creationId xmlns:a16="http://schemas.microsoft.com/office/drawing/2014/main" id="{69CC9208-BA3F-4CC0-81AC-16B0973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7000875" cy="6334125"/>
          </a:xfrm>
          <a:prstGeom xmlns:a="http://schemas.openxmlformats.org/drawingml/2006/main" prst="roundRect">
            <a:avLst>
              <a:gd name="adj" fmla="val 1805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5B750BAC-E35F-4727-A3EC-B0F013B3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52400" cy="6334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">
            <a:extLst xmlns:a="http://schemas.openxmlformats.org/drawingml/2006/main">
              <a:ext uri="{FF2B5EF4-FFF2-40B4-BE49-F238E27FC236}">
                <a16:creationId xmlns:a16="http://schemas.microsoft.com/office/drawing/2014/main" id="{2D986E98-882F-4966-9CAB-BAB5980B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581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225" b="1">
                <a:solidFill>
                  <a:srgbClr val="081727"/>
                </a:solidFill>
              </a:defRPr>
            </a:defPPr>
            <a:lvl1pPr algn="l">
              <a:defRPr sz="3225" b="1">
                <a:solidFill>
                  <a:srgbClr val="081727"/>
                </a:solidFill>
              </a:defRPr>
            </a:lvl1pPr>
            <a:lvl2pPr algn="l">
              <a:defRPr sz="3225" b="1">
                <a:solidFill>
                  <a:srgbClr val="081727"/>
                </a:solidFill>
              </a:defRPr>
            </a:lvl2pPr>
            <a:lvl3pPr algn="l">
              <a:defRPr sz="3225" b="1">
                <a:solidFill>
                  <a:srgbClr val="081727"/>
                </a:solidFill>
              </a:defRPr>
            </a:lvl3pPr>
            <a:lvl4pPr algn="l">
              <a:defRPr sz="3225" b="1">
                <a:solidFill>
                  <a:srgbClr val="081727"/>
                </a:solidFill>
              </a:defRPr>
            </a:lvl4pPr>
            <a:lvl5pPr algn="l">
              <a:defRPr sz="3225" b="1">
                <a:solidFill>
                  <a:srgbClr val="081727"/>
                </a:solidFill>
              </a:defRPr>
            </a:lvl5pPr>
            <a:lvl6pPr algn="l">
              <a:defRPr sz="3225" b="1">
                <a:solidFill>
                  <a:srgbClr val="081727"/>
                </a:solidFill>
              </a:defRPr>
            </a:lvl6pPr>
            <a:lvl7pPr algn="l">
              <a:defRPr sz="3225" b="1">
                <a:solidFill>
                  <a:srgbClr val="081727"/>
                </a:solidFill>
              </a:defRPr>
            </a:lvl7pPr>
            <a:lvl8pPr algn="l">
              <a:defRPr sz="3225" b="1">
                <a:solidFill>
                  <a:srgbClr val="081727"/>
                </a:solidFill>
              </a:defRPr>
            </a:lvl8pPr>
            <a:lvl9pPr algn="l">
              <a:defRPr sz="3225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81727"/>
                </a:solidFill>
              </a:defRPr>
            </a:pPr>
            <a:r>
              <a:rPr sz="3225" b="1">
                <a:solidFill>
                  <a:srgbClr val="081727"/>
                </a:solidFill>
              </a:rPr>
              <a:t>Comment reconnaît-on</a:t>
            </a:r>
          </a:p>
          <a:p xmlns:a="http://schemas.openxmlformats.org/drawingml/2006/main">
            <a:pPr algn="l">
              <a:defRPr sz="3225" b="1">
                <a:solidFill>
                  <a:srgbClr val="081727"/>
                </a:solidFill>
              </a:defRPr>
            </a:pPr>
            <a:r>
              <a:rPr sz="3225" b="1">
                <a:solidFill>
                  <a:srgbClr val="081727"/>
                </a:solidFill>
              </a:rPr>
              <a:t>un vrai Lillois ?</a:t>
            </a:r>
          </a:p>
        </p:txBody>
      </p:sp>
      <p:sp>
        <p:nvSpPr>
          <p:cNvPr id="11" name="Filet vert">
            <a:extLst xmlns:a="http://schemas.openxmlformats.org/drawingml/2006/main">
              <a:ext uri="{FF2B5EF4-FFF2-40B4-BE49-F238E27FC236}">
                <a16:creationId xmlns:a16="http://schemas.microsoft.com/office/drawing/2014/main" id="{10557FC8-A7F8-4DA5-8AF5-B3038600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76900"/>
            <a:ext cx="533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père A">
            <a:extLst xmlns:a="http://schemas.openxmlformats.org/drawingml/2006/main">
              <a:ext uri="{FF2B5EF4-FFF2-40B4-BE49-F238E27FC236}">
                <a16:creationId xmlns:a16="http://schemas.microsoft.com/office/drawing/2014/main" id="{43494C8D-5DCE-44C1-8431-7718856C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960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e repère A">
            <a:extLst xmlns:a="http://schemas.openxmlformats.org/drawingml/2006/main">
              <a:ext uri="{FF2B5EF4-FFF2-40B4-BE49-F238E27FC236}">
                <a16:creationId xmlns:a16="http://schemas.microsoft.com/office/drawing/2014/main" id="{4EA587CD-ABA4-4FD0-A1AC-B63DDBC0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1150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A</a:t>
            </a:r>
          </a:p>
        </p:txBody>
      </p:sp>
      <p:sp>
        <p:nvSpPr>
          <p:cNvPr id="14" name="Réponse A">
            <a:extLst xmlns:a="http://schemas.openxmlformats.org/drawingml/2006/main">
              <a:ext uri="{FF2B5EF4-FFF2-40B4-BE49-F238E27FC236}">
                <a16:creationId xmlns:a16="http://schemas.microsoft.com/office/drawing/2014/main" id="{7960D35F-CF8D-4813-BF16-6C58E52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007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1727"/>
                </a:solidFill>
              </a:defRPr>
            </a:defPPr>
            <a:lvl1pPr algn="l">
              <a:defRPr sz="2100" b="1">
                <a:solidFill>
                  <a:srgbClr val="081727"/>
                </a:solidFill>
              </a:defRPr>
            </a:lvl1pPr>
            <a:lvl2pPr algn="l">
              <a:defRPr sz="2100" b="1">
                <a:solidFill>
                  <a:srgbClr val="081727"/>
                </a:solidFill>
              </a:defRPr>
            </a:lvl2pPr>
            <a:lvl3pPr algn="l">
              <a:defRPr sz="2100" b="1">
                <a:solidFill>
                  <a:srgbClr val="081727"/>
                </a:solidFill>
              </a:defRPr>
            </a:lvl3pPr>
            <a:lvl4pPr algn="l">
              <a:defRPr sz="2100" b="1">
                <a:solidFill>
                  <a:srgbClr val="081727"/>
                </a:solidFill>
              </a:defRPr>
            </a:lvl4pPr>
            <a:lvl5pPr algn="l">
              <a:defRPr sz="2100" b="1">
                <a:solidFill>
                  <a:srgbClr val="081727"/>
                </a:solidFill>
              </a:defRPr>
            </a:lvl5pPr>
            <a:lvl6pPr algn="l">
              <a:defRPr sz="2100" b="1">
                <a:solidFill>
                  <a:srgbClr val="081727"/>
                </a:solidFill>
              </a:defRPr>
            </a:lvl6pPr>
            <a:lvl7pPr algn="l">
              <a:defRPr sz="2100" b="1">
                <a:solidFill>
                  <a:srgbClr val="081727"/>
                </a:solidFill>
              </a:defRPr>
            </a:lvl7pPr>
            <a:lvl8pPr algn="l">
              <a:defRPr sz="2100" b="1">
                <a:solidFill>
                  <a:srgbClr val="081727"/>
                </a:solidFill>
              </a:defRPr>
            </a:lvl8pPr>
            <a:lvl9pPr algn="l">
              <a:defRPr sz="21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1727"/>
                </a:solidFill>
              </a:defRPr>
            </a:pPr>
            <a:r>
              <a:rPr sz="2100" b="1">
                <a:solidFill>
                  <a:srgbClr val="081727"/>
                </a:solidFill>
              </a:rPr>
              <a:t>Le seul qui est en t-shirt</a:t>
            </a:r>
          </a:p>
          <a:p xmlns:a="http://schemas.openxmlformats.org/drawingml/2006/main">
            <a:pPr algn="l">
              <a:defRPr sz="2100" b="1">
                <a:solidFill>
                  <a:srgbClr val="081727"/>
                </a:solidFill>
              </a:defRPr>
            </a:pPr>
            <a:r>
              <a:rPr sz="2100" b="1">
                <a:solidFill>
                  <a:srgbClr val="081727"/>
                </a:solidFill>
              </a:rPr>
              <a:t>en novembre</a:t>
            </a:r>
          </a:p>
        </p:txBody>
      </p:sp>
      <p:sp>
        <p:nvSpPr>
          <p:cNvPr id="15" name="Repère B">
            <a:extLst xmlns:a="http://schemas.openxmlformats.org/drawingml/2006/main">
              <a:ext uri="{FF2B5EF4-FFF2-40B4-BE49-F238E27FC236}">
                <a16:creationId xmlns:a16="http://schemas.microsoft.com/office/drawing/2014/main" id="{03253007-5F02-4417-86F7-189FE402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675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7D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e repère B">
            <a:extLst xmlns:a="http://schemas.openxmlformats.org/drawingml/2006/main">
              <a:ext uri="{FF2B5EF4-FFF2-40B4-BE49-F238E27FC236}">
                <a16:creationId xmlns:a16="http://schemas.microsoft.com/office/drawing/2014/main" id="{6B26E30B-BE7D-414E-B46B-90070A38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0866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B</a:t>
            </a:r>
          </a:p>
        </p:txBody>
      </p:sp>
      <p:sp>
        <p:nvSpPr>
          <p:cNvPr id="17" name="Réponse B">
            <a:extLst xmlns:a="http://schemas.openxmlformats.org/drawingml/2006/main">
              <a:ext uri="{FF2B5EF4-FFF2-40B4-BE49-F238E27FC236}">
                <a16:creationId xmlns:a16="http://schemas.microsoft.com/office/drawing/2014/main" id="{9C22874F-6862-4368-9E27-9F25170D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048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1727"/>
                </a:solidFill>
              </a:defRPr>
            </a:defPPr>
            <a:lvl1pPr algn="l">
              <a:defRPr sz="2100" b="1">
                <a:solidFill>
                  <a:srgbClr val="081727"/>
                </a:solidFill>
              </a:defRPr>
            </a:lvl1pPr>
            <a:lvl2pPr algn="l">
              <a:defRPr sz="2100" b="1">
                <a:solidFill>
                  <a:srgbClr val="081727"/>
                </a:solidFill>
              </a:defRPr>
            </a:lvl2pPr>
            <a:lvl3pPr algn="l">
              <a:defRPr sz="2100" b="1">
                <a:solidFill>
                  <a:srgbClr val="081727"/>
                </a:solidFill>
              </a:defRPr>
            </a:lvl3pPr>
            <a:lvl4pPr algn="l">
              <a:defRPr sz="2100" b="1">
                <a:solidFill>
                  <a:srgbClr val="081727"/>
                </a:solidFill>
              </a:defRPr>
            </a:lvl4pPr>
            <a:lvl5pPr algn="l">
              <a:defRPr sz="2100" b="1">
                <a:solidFill>
                  <a:srgbClr val="081727"/>
                </a:solidFill>
              </a:defRPr>
            </a:lvl5pPr>
            <a:lvl6pPr algn="l">
              <a:defRPr sz="2100" b="1">
                <a:solidFill>
                  <a:srgbClr val="081727"/>
                </a:solidFill>
              </a:defRPr>
            </a:lvl6pPr>
            <a:lvl7pPr algn="l">
              <a:defRPr sz="2100" b="1">
                <a:solidFill>
                  <a:srgbClr val="081727"/>
                </a:solidFill>
              </a:defRPr>
            </a:lvl7pPr>
            <a:lvl8pPr algn="l">
              <a:defRPr sz="2100" b="1">
                <a:solidFill>
                  <a:srgbClr val="081727"/>
                </a:solidFill>
              </a:defRPr>
            </a:lvl8pPr>
            <a:lvl9pPr algn="l">
              <a:defRPr sz="21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1727"/>
                </a:solidFill>
              </a:defRPr>
            </a:pPr>
            <a:r>
              <a:rPr sz="2100" b="1">
                <a:solidFill>
                  <a:srgbClr val="081727"/>
                </a:solidFill>
              </a:rPr>
              <a:t>Une pinte à 16 h</a:t>
            </a:r>
          </a:p>
        </p:txBody>
      </p:sp>
      <p:sp>
        <p:nvSpPr>
          <p:cNvPr id="18" name="Repère C">
            <a:extLst xmlns:a="http://schemas.openxmlformats.org/drawingml/2006/main">
              <a:ext uri="{FF2B5EF4-FFF2-40B4-BE49-F238E27FC236}">
                <a16:creationId xmlns:a16="http://schemas.microsoft.com/office/drawing/2014/main" id="{01314020-8476-4CDD-9002-8E7094D5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057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C4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e repère C">
            <a:extLst xmlns:a="http://schemas.openxmlformats.org/drawingml/2006/main">
              <a:ext uri="{FF2B5EF4-FFF2-40B4-BE49-F238E27FC236}">
                <a16:creationId xmlns:a16="http://schemas.microsoft.com/office/drawing/2014/main" id="{86E29850-C9A5-452B-B644-FD0F16EA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248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 b="1">
                <a:solidFill>
                  <a:srgbClr val="081727"/>
                </a:solidFill>
              </a:defRPr>
            </a:defPPr>
            <a:lvl1pPr algn="ctr">
              <a:defRPr sz="1800" b="1">
                <a:solidFill>
                  <a:srgbClr val="081727"/>
                </a:solidFill>
              </a:defRPr>
            </a:lvl1pPr>
            <a:lvl2pPr algn="ctr">
              <a:defRPr sz="1800" b="1">
                <a:solidFill>
                  <a:srgbClr val="081727"/>
                </a:solidFill>
              </a:defRPr>
            </a:lvl2pPr>
            <a:lvl3pPr algn="ctr">
              <a:defRPr sz="1800" b="1">
                <a:solidFill>
                  <a:srgbClr val="081727"/>
                </a:solidFill>
              </a:defRPr>
            </a:lvl3pPr>
            <a:lvl4pPr algn="ctr">
              <a:defRPr sz="1800" b="1">
                <a:solidFill>
                  <a:srgbClr val="081727"/>
                </a:solidFill>
              </a:defRPr>
            </a:lvl4pPr>
            <a:lvl5pPr algn="ctr">
              <a:defRPr sz="1800" b="1">
                <a:solidFill>
                  <a:srgbClr val="081727"/>
                </a:solidFill>
              </a:defRPr>
            </a:lvl5pPr>
            <a:lvl6pPr algn="ctr">
              <a:defRPr sz="1800" b="1">
                <a:solidFill>
                  <a:srgbClr val="081727"/>
                </a:solidFill>
              </a:defRPr>
            </a:lvl6pPr>
            <a:lvl7pPr algn="ctr">
              <a:defRPr sz="1800" b="1">
                <a:solidFill>
                  <a:srgbClr val="081727"/>
                </a:solidFill>
              </a:defRPr>
            </a:lvl7pPr>
            <a:lvl8pPr algn="ctr">
              <a:defRPr sz="1800" b="1">
                <a:solidFill>
                  <a:srgbClr val="081727"/>
                </a:solidFill>
              </a:defRPr>
            </a:lvl8pPr>
            <a:lvl9pPr algn="ctr">
              <a:defRPr sz="18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081727"/>
                </a:solidFill>
              </a:defRPr>
            </a:pPr>
            <a:r>
              <a:rPr sz="1800" b="1">
                <a:solidFill>
                  <a:srgbClr val="081727"/>
                </a:solidFill>
              </a:rPr>
              <a:t>C</a:t>
            </a:r>
          </a:p>
        </p:txBody>
      </p:sp>
      <p:sp>
        <p:nvSpPr>
          <p:cNvPr id="20" name="Réponse C">
            <a:extLst xmlns:a="http://schemas.openxmlformats.org/drawingml/2006/main">
              <a:ext uri="{FF2B5EF4-FFF2-40B4-BE49-F238E27FC236}">
                <a16:creationId xmlns:a16="http://schemas.microsoft.com/office/drawing/2014/main" id="{362AC607-0A59-44E8-B17D-D4B8C859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78867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081727"/>
                </a:solidFill>
              </a:defRPr>
            </a:defPPr>
            <a:lvl1pPr algn="l">
              <a:defRPr sz="2100" b="1">
                <a:solidFill>
                  <a:srgbClr val="081727"/>
                </a:solidFill>
              </a:defRPr>
            </a:lvl1pPr>
            <a:lvl2pPr algn="l">
              <a:defRPr sz="2100" b="1">
                <a:solidFill>
                  <a:srgbClr val="081727"/>
                </a:solidFill>
              </a:defRPr>
            </a:lvl2pPr>
            <a:lvl3pPr algn="l">
              <a:defRPr sz="2100" b="1">
                <a:solidFill>
                  <a:srgbClr val="081727"/>
                </a:solidFill>
              </a:defRPr>
            </a:lvl3pPr>
            <a:lvl4pPr algn="l">
              <a:defRPr sz="2100" b="1">
                <a:solidFill>
                  <a:srgbClr val="081727"/>
                </a:solidFill>
              </a:defRPr>
            </a:lvl4pPr>
            <a:lvl5pPr algn="l">
              <a:defRPr sz="2100" b="1">
                <a:solidFill>
                  <a:srgbClr val="081727"/>
                </a:solidFill>
              </a:defRPr>
            </a:lvl5pPr>
            <a:lvl6pPr algn="l">
              <a:defRPr sz="2100" b="1">
                <a:solidFill>
                  <a:srgbClr val="081727"/>
                </a:solidFill>
              </a:defRPr>
            </a:lvl6pPr>
            <a:lvl7pPr algn="l">
              <a:defRPr sz="2100" b="1">
                <a:solidFill>
                  <a:srgbClr val="081727"/>
                </a:solidFill>
              </a:defRPr>
            </a:lvl7pPr>
            <a:lvl8pPr algn="l">
              <a:defRPr sz="2100" b="1">
                <a:solidFill>
                  <a:srgbClr val="081727"/>
                </a:solidFill>
              </a:defRPr>
            </a:lvl8pPr>
            <a:lvl9pPr algn="l">
              <a:defRPr sz="2100" b="1">
                <a:solidFill>
                  <a:srgbClr val="081727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1727"/>
                </a:solidFill>
              </a:defRPr>
            </a:pPr>
            <a:r>
              <a:rPr sz="2100" b="1">
                <a:solidFill>
                  <a:srgbClr val="081727"/>
                </a:solidFill>
              </a:rPr>
              <a:t>Le sourire de son accueil</a:t>
            </a:r>
          </a:p>
        </p:txBody>
      </p:sp>
      <p:sp>
        <p:nvSpPr>
          <p:cNvPr id="21" name="Petit rappel">
            <a:extLst xmlns:a="http://schemas.openxmlformats.org/drawingml/2006/main">
              <a:ext uri="{FF2B5EF4-FFF2-40B4-BE49-F238E27FC236}">
                <a16:creationId xmlns:a16="http://schemas.microsoft.com/office/drawing/2014/main" id="{80EF13CF-5FDA-4D4C-A2C3-5BC20C3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001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516071"/>
                </a:solidFill>
              </a:defRPr>
            </a:defPPr>
            <a:lvl1pPr algn="l">
              <a:defRPr sz="1500" b="0">
                <a:solidFill>
                  <a:srgbClr val="516071"/>
                </a:solidFill>
              </a:defRPr>
            </a:lvl1pPr>
            <a:lvl2pPr algn="l">
              <a:defRPr sz="1500" b="0">
                <a:solidFill>
                  <a:srgbClr val="516071"/>
                </a:solidFill>
              </a:defRPr>
            </a:lvl2pPr>
            <a:lvl3pPr algn="l">
              <a:defRPr sz="1500" b="0">
                <a:solidFill>
                  <a:srgbClr val="516071"/>
                </a:solidFill>
              </a:defRPr>
            </a:lvl3pPr>
            <a:lvl4pPr algn="l">
              <a:defRPr sz="1500" b="0">
                <a:solidFill>
                  <a:srgbClr val="516071"/>
                </a:solidFill>
              </a:defRPr>
            </a:lvl4pPr>
            <a:lvl5pPr algn="l">
              <a:defRPr sz="1500" b="0">
                <a:solidFill>
                  <a:srgbClr val="516071"/>
                </a:solidFill>
              </a:defRPr>
            </a:lvl5pPr>
            <a:lvl6pPr algn="l">
              <a:defRPr sz="1500" b="0">
                <a:solidFill>
                  <a:srgbClr val="516071"/>
                </a:solidFill>
              </a:defRPr>
            </a:lvl6pPr>
            <a:lvl7pPr algn="l">
              <a:defRPr sz="1500" b="0">
                <a:solidFill>
                  <a:srgbClr val="516071"/>
                </a:solidFill>
              </a:defRPr>
            </a:lvl7pPr>
            <a:lvl8pPr algn="l">
              <a:defRPr sz="1500" b="0">
                <a:solidFill>
                  <a:srgbClr val="516071"/>
                </a:solidFill>
              </a:defRPr>
            </a:lvl8pPr>
            <a:lvl9pPr algn="l">
              <a:defRPr sz="1500" b="0">
                <a:solidFill>
                  <a:srgbClr val="516071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16071"/>
                </a:solidFill>
              </a:defRPr>
            </a:pPr>
            <a:r>
              <a:rPr sz="1500" b="0">
                <a:solidFill>
                  <a:srgbClr val="516071"/>
                </a:solidFill>
              </a:rPr>
              <a:t>Indice : les trois réponses se défendent.</a:t>
            </a:r>
          </a:p>
        </p:txBody>
      </p:sp>
    </p:spTree>
    <p:extLst>
      <p:ext uri="{BB962C8B-B14F-4D97-AF65-F5344CB8AC3E}">
        <p14:creationId xmlns:p14="http://schemas.microsoft.com/office/powerpoint/2010/main" val="21179084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2026-10-21T11:09:18.0820000Z</dcterms:created>
  <dcterms:modified xsi:type="dcterms:W3CDTF">2026-10-21T11:09:18.0820000Z</dcterms:modified>
</coreProperties>
</file>