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eadfac27841f6" /><Relationship Type="http://schemas.openxmlformats.org/officeDocument/2006/relationships/extended-properties" Target="/docProps/app.xml" Id="R93306b95f4f646d1" /><Relationship Type="http://schemas.openxmlformats.org/officeDocument/2006/relationships/officeDocument" Target="/ppt/presentation.xml" Id="R6deb5ae1fa22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6a509a5eff42b7"/>
  </p:sldMasterIdLst>
  <p:notesMasterIdLst>
    <p:notesMasterId xmlns:r="http://schemas.openxmlformats.org/officeDocument/2006/relationships" r:id="R3ba85ebe534942a2"/>
  </p:notesMasterIdLst>
  <p:sldIdLst>
    <p:sldId xmlns:r="http://schemas.openxmlformats.org/officeDocument/2006/relationships" id="256" r:id="R20f2e77ffcea4f1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75db79bc1b48a1" /><Relationship Type="http://schemas.openxmlformats.org/officeDocument/2006/relationships/slideMaster" Target="/ppt/slideMasters/slideMaster1.xml" Id="Rb06a509a5eff42b7" /><Relationship Type="http://schemas.openxmlformats.org/officeDocument/2006/relationships/notesMaster" Target="/ppt/notesMasters/notesMaster1.xml" Id="R3ba85ebe534942a2" /><Relationship Type="http://schemas.openxmlformats.org/officeDocument/2006/relationships/presProps" Target="/ppt/presProps.xml" Id="R8f5fd922a3254ecc" /><Relationship Type="http://schemas.openxmlformats.org/officeDocument/2006/relationships/tableStyles" Target="/ppt/tableStyles.xml" Id="R9bbf07d554aa49a2" /><Relationship Type="http://schemas.openxmlformats.org/officeDocument/2006/relationships/slide" Target="/ppt/slides/slide1.xml" Id="R20f2e77ffcea4f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ce52d49b3445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668da89b934596" /><Relationship Type="http://schemas.openxmlformats.org/officeDocument/2006/relationships/notesMaster" Target="/ppt/notesMasters/notesMaster1.xml" Id="R4331805c4a4c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b791b3fcf43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15fd91cff47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d5aed923b48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fbb649c7e4f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ad1b4d26b4c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938c66ecc4f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4C91B3-4141-4A7A-9FF7-E3DAEBCC89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0E6300-FC47-4827-9110-C121A79935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F2F172-ABE7-4FCE-A46A-7EE1F1415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4ACCBE-2CF7-487C-99B4-3F8F1CA997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49E1FB-3BB9-40ED-854D-7F9BFAD909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2B7360-EA84-4531-95E8-3D6BB48E6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5B268A-8DF8-4AD9-8F2C-3147C23D87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27A2DA-2CA8-4DB1-BEF3-CC9D2E11DE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10069E-8627-4EEE-B6A1-559D74719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AAF104-85A0-4F13-B0C3-3546969D0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2478643d944d0f" /><Relationship Type="http://schemas.openxmlformats.org/officeDocument/2006/relationships/slideLayout" Target="/ppt/slideLayouts/slideLayout1.xml" Id="R6caf410c9e6f4c8a" /><Relationship Type="http://schemas.openxmlformats.org/officeDocument/2006/relationships/slideLayout" Target="/ppt/slideLayouts/slideLayout2.xml" Id="R1f3c21744e4440e8" /><Relationship Type="http://schemas.openxmlformats.org/officeDocument/2006/relationships/slideLayout" Target="/ppt/slideLayouts/slideLayout3.xml" Id="Re1e367aa2c1f4b1e" /><Relationship Type="http://schemas.openxmlformats.org/officeDocument/2006/relationships/slideLayout" Target="/ppt/slideLayouts/slideLayout4.xml" Id="R2829234e41ba4afd" /><Relationship Type="http://schemas.openxmlformats.org/officeDocument/2006/relationships/slideLayout" Target="/ppt/slideLayouts/slideLayout5.xml" Id="Rfb8e6d22d6414e8c" /><Relationship Type="http://schemas.openxmlformats.org/officeDocument/2006/relationships/slideLayout" Target="/ppt/slideLayouts/slideLayout6.xml" Id="R4eefcf168b774d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410c9e6f4c8a"/>
    <p:sldLayoutId xmlns:r="http://schemas.openxmlformats.org/officeDocument/2006/relationships" id="2147483650" r:id="R1f3c21744e4440e8"/>
    <p:sldLayoutId xmlns:r="http://schemas.openxmlformats.org/officeDocument/2006/relationships" id="2147483651" r:id="Re1e367aa2c1f4b1e"/>
    <p:sldLayoutId xmlns:r="http://schemas.openxmlformats.org/officeDocument/2006/relationships" id="2147483652" r:id="R2829234e41ba4afd"/>
    <p:sldLayoutId xmlns:r="http://schemas.openxmlformats.org/officeDocument/2006/relationships" id="2147483653" r:id="Rfb8e6d22d6414e8c"/>
    <p:sldLayoutId xmlns:r="http://schemas.openxmlformats.org/officeDocument/2006/relationships" id="2147483654" r:id="R4eefcf168b774d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a6ed3b6844a46" /><Relationship Type="http://schemas.openxmlformats.org/officeDocument/2006/relationships/image" Target="/ppt/media/image.png" Id="R29faf5d9f7514a93" /><Relationship Type="http://schemas.openxmlformats.org/officeDocument/2006/relationships/image" Target="/ppt/media/image2.png" Id="Rba8f1f10780842f7" /><Relationship Type="http://schemas.openxmlformats.org/officeDocument/2006/relationships/notesSlide" Target="/ppt/notesSlides/notesSlide1.xml" Id="Re5e637d0346a4c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8E5B7-4065-4021-83A8-35F88D1E0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af5d9f7514a9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136D61A1-E018-473E-A517-DF41BDB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72600" cy="11944350"/>
          </a:xfrm>
          <a:prstGeom xmlns:a="http://schemas.openxmlformats.org/drawingml/2006/main" prst="roundRect">
            <a:avLst>
              <a:gd name="adj" fmla="val 122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7A533236-F827-4781-B95A-62835B61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7336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4ED2A978-D691-46B7-9577-26675CDD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733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81727"/>
                </a:solidFill>
              </a:defRPr>
            </a:defPPr>
            <a:lvl1pPr algn="ctr">
              <a:defRPr sz="1575" b="1">
                <a:solidFill>
                  <a:srgbClr val="081727"/>
                </a:solidFill>
              </a:defRPr>
            </a:lvl1pPr>
            <a:lvl2pPr algn="ctr">
              <a:defRPr sz="1575" b="1">
                <a:solidFill>
                  <a:srgbClr val="081727"/>
                </a:solidFill>
              </a:defRPr>
            </a:lvl2pPr>
            <a:lvl3pPr algn="ctr">
              <a:defRPr sz="1575" b="1">
                <a:solidFill>
                  <a:srgbClr val="081727"/>
                </a:solidFill>
              </a:defRPr>
            </a:lvl3pPr>
            <a:lvl4pPr algn="ctr">
              <a:defRPr sz="1575" b="1">
                <a:solidFill>
                  <a:srgbClr val="081727"/>
                </a:solidFill>
              </a:defRPr>
            </a:lvl4pPr>
            <a:lvl5pPr algn="ctr">
              <a:defRPr sz="1575" b="1">
                <a:solidFill>
                  <a:srgbClr val="081727"/>
                </a:solidFill>
              </a:defRPr>
            </a:lvl5pPr>
            <a:lvl6pPr algn="ctr">
              <a:defRPr sz="1575" b="1">
                <a:solidFill>
                  <a:srgbClr val="081727"/>
                </a:solidFill>
              </a:defRPr>
            </a:lvl6pPr>
            <a:lvl7pPr algn="ctr">
              <a:defRPr sz="1575" b="1">
                <a:solidFill>
                  <a:srgbClr val="081727"/>
                </a:solidFill>
              </a:defRPr>
            </a:lvl7pPr>
            <a:lvl8pPr algn="ctr">
              <a:defRPr sz="1575" b="1">
                <a:solidFill>
                  <a:srgbClr val="081727"/>
                </a:solidFill>
              </a:defRPr>
            </a:lvl8pPr>
            <a:lvl9pPr algn="ctr">
              <a:defRPr sz="157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81727"/>
                </a:solidFill>
              </a:defRPr>
            </a:pPr>
            <a:r>
              <a:rPr sz="1575" b="1">
                <a:solidFill>
                  <a:srgbClr val="081727"/>
                </a:solidFill>
              </a:rPr>
              <a:t>LA VÉRITÉ DU NORD</a:t>
            </a:r>
          </a:p>
        </p:txBody>
      </p:sp>
      <p:sp>
        <p:nvSpPr>
          <p:cNvPr id="5" name="Fond logo">
            <a:extLst xmlns:a="http://schemas.openxmlformats.org/drawingml/2006/main">
              <a:ext uri="{FF2B5EF4-FFF2-40B4-BE49-F238E27FC236}">
                <a16:creationId xmlns:a16="http://schemas.microsoft.com/office/drawing/2014/main" id="{D3E8DF4B-D70F-4BB9-9A68-DA8E7AD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287125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8FABB-96EB-4B44-9BEB-AA633EFC8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f1f10780842f7"/>
          <a:stretch xmlns:a="http://schemas.openxmlformats.org/drawingml/2006/main"/>
        </p:blipFill>
        <p:spPr>
          <a:xfrm xmlns:a="http://schemas.openxmlformats.org/drawingml/2006/main">
            <a:off x="7648575" y="11439525"/>
            <a:ext cx="1238250" cy="495300"/>
          </a:xfrm>
          <a:prstGeom xmlns:a="http://schemas.openxmlformats.org/drawingml/2006/main" prst="rect">
            <a:avLst/>
          </a:prstGeom>
        </p:spPr>
      </p:pic>
      <p:sp>
        <p:nvSpPr>
          <p:cNvPr id="7" name="Ombre douce">
            <a:extLst xmlns:a="http://schemas.openxmlformats.org/drawingml/2006/main">
              <a:ext uri="{FF2B5EF4-FFF2-40B4-BE49-F238E27FC236}">
                <a16:creationId xmlns:a16="http://schemas.microsoft.com/office/drawing/2014/main" id="{87CCE82D-75E6-4D5C-8333-D033B61F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6477000" cy="44291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te texte">
            <a:extLst xmlns:a="http://schemas.openxmlformats.org/drawingml/2006/main">
              <a:ext uri="{FF2B5EF4-FFF2-40B4-BE49-F238E27FC236}">
                <a16:creationId xmlns:a16="http://schemas.microsoft.com/office/drawing/2014/main" id="{659732CA-E76A-4EC3-B95B-561A2A34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6477000" cy="44291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9C70DE58-3610-432E-8E66-64030D3E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52400" cy="442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e humour">
            <a:extLst xmlns:a="http://schemas.openxmlformats.org/drawingml/2006/main">
              <a:ext uri="{FF2B5EF4-FFF2-40B4-BE49-F238E27FC236}">
                <a16:creationId xmlns:a16="http://schemas.microsoft.com/office/drawing/2014/main" id="{FECDD4D5-66D9-4A79-A630-9DD69FB7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5191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081727"/>
                </a:solidFill>
              </a:defRPr>
            </a:defPPr>
            <a:lvl1pPr algn="l">
              <a:defRPr sz="3900" b="1">
                <a:solidFill>
                  <a:srgbClr val="081727"/>
                </a:solidFill>
              </a:defRPr>
            </a:lvl1pPr>
            <a:lvl2pPr algn="l">
              <a:defRPr sz="3900" b="1">
                <a:solidFill>
                  <a:srgbClr val="081727"/>
                </a:solidFill>
              </a:defRPr>
            </a:lvl2pPr>
            <a:lvl3pPr algn="l">
              <a:defRPr sz="3900" b="1">
                <a:solidFill>
                  <a:srgbClr val="081727"/>
                </a:solidFill>
              </a:defRPr>
            </a:lvl3pPr>
            <a:lvl4pPr algn="l">
              <a:defRPr sz="3900" b="1">
                <a:solidFill>
                  <a:srgbClr val="081727"/>
                </a:solidFill>
              </a:defRPr>
            </a:lvl4pPr>
            <a:lvl5pPr algn="l">
              <a:defRPr sz="3900" b="1">
                <a:solidFill>
                  <a:srgbClr val="081727"/>
                </a:solidFill>
              </a:defRPr>
            </a:lvl5pPr>
            <a:lvl6pPr algn="l">
              <a:defRPr sz="3900" b="1">
                <a:solidFill>
                  <a:srgbClr val="081727"/>
                </a:solidFill>
              </a:defRPr>
            </a:lvl6pPr>
            <a:lvl7pPr algn="l">
              <a:defRPr sz="3900" b="1">
                <a:solidFill>
                  <a:srgbClr val="081727"/>
                </a:solidFill>
              </a:defRPr>
            </a:lvl7pPr>
            <a:lvl8pPr algn="l">
              <a:defRPr sz="3900" b="1">
                <a:solidFill>
                  <a:srgbClr val="081727"/>
                </a:solidFill>
              </a:defRPr>
            </a:lvl8pPr>
            <a:lvl9pPr algn="l">
              <a:defRPr sz="39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081727"/>
                </a:solidFill>
              </a:defRPr>
            </a:pPr>
            <a:r>
              <a:rPr sz="3900" b="1">
                <a:solidFill>
                  <a:srgbClr val="081727"/>
                </a:solidFill>
              </a:rPr>
              <a:t>À Lille,</a:t>
            </a:r>
          </a:p>
          <a:p xmlns:a="http://schemas.openxmlformats.org/drawingml/2006/main">
            <a:pPr algn="l">
              <a:defRPr sz="3900" b="1">
                <a:solidFill>
                  <a:srgbClr val="081727"/>
                </a:solidFill>
              </a:defRPr>
            </a:pPr>
            <a:r>
              <a:rPr sz="3900" b="1">
                <a:solidFill>
                  <a:srgbClr val="081727"/>
                </a:solidFill>
              </a:rPr>
              <a:t>le parapluie</a:t>
            </a:r>
          </a:p>
          <a:p xmlns:a="http://schemas.openxmlformats.org/drawingml/2006/main">
            <a:pPr algn="l">
              <a:defRPr sz="3900" b="1">
                <a:solidFill>
                  <a:srgbClr val="081727"/>
                </a:solidFill>
              </a:defRPr>
            </a:pPr>
            <a:r>
              <a:rPr sz="3900" b="1">
                <a:solidFill>
                  <a:srgbClr val="081727"/>
                </a:solidFill>
              </a:rPr>
              <a:t>n'est pas un</a:t>
            </a:r>
          </a:p>
          <a:p xmlns:a="http://schemas.openxmlformats.org/drawingml/2006/main">
            <a:pPr algn="l">
              <a:defRPr sz="3900" b="1">
                <a:solidFill>
                  <a:srgbClr val="081727"/>
                </a:solidFill>
              </a:defRPr>
            </a:pPr>
            <a:r>
              <a:rPr sz="3900" b="1">
                <a:solidFill>
                  <a:srgbClr val="081727"/>
                </a:solidFill>
              </a:rPr>
              <a:t>accessoire.</a:t>
            </a:r>
          </a:p>
        </p:txBody>
      </p:sp>
      <p:sp>
        <p:nvSpPr>
          <p:cNvPr id="11" name="Filet vert">
            <a:extLst xmlns:a="http://schemas.openxmlformats.org/drawingml/2006/main">
              <a:ext uri="{FF2B5EF4-FFF2-40B4-BE49-F238E27FC236}">
                <a16:creationId xmlns:a16="http://schemas.microsoft.com/office/drawing/2014/main" id="{D920C47D-660D-43DA-B8BF-DD4F66C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096250"/>
            <a:ext cx="499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ous-texte">
            <a:extLst xmlns:a="http://schemas.openxmlformats.org/drawingml/2006/main">
              <a:ext uri="{FF2B5EF4-FFF2-40B4-BE49-F238E27FC236}">
                <a16:creationId xmlns:a16="http://schemas.microsoft.com/office/drawing/2014/main" id="{38C32493-5B1C-4C77-B7F1-914C041D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2867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81727"/>
                </a:solidFill>
              </a:defRPr>
            </a:defPPr>
            <a:lvl1pPr algn="l">
              <a:defRPr sz="1725" b="1">
                <a:solidFill>
                  <a:srgbClr val="081727"/>
                </a:solidFill>
              </a:defRPr>
            </a:lvl1pPr>
            <a:lvl2pPr algn="l">
              <a:defRPr sz="1725" b="1">
                <a:solidFill>
                  <a:srgbClr val="081727"/>
                </a:solidFill>
              </a:defRPr>
            </a:lvl2pPr>
            <a:lvl3pPr algn="l">
              <a:defRPr sz="1725" b="1">
                <a:solidFill>
                  <a:srgbClr val="081727"/>
                </a:solidFill>
              </a:defRPr>
            </a:lvl3pPr>
            <a:lvl4pPr algn="l">
              <a:defRPr sz="1725" b="1">
                <a:solidFill>
                  <a:srgbClr val="081727"/>
                </a:solidFill>
              </a:defRPr>
            </a:lvl4pPr>
            <a:lvl5pPr algn="l">
              <a:defRPr sz="1725" b="1">
                <a:solidFill>
                  <a:srgbClr val="081727"/>
                </a:solidFill>
              </a:defRPr>
            </a:lvl5pPr>
            <a:lvl6pPr algn="l">
              <a:defRPr sz="1725" b="1">
                <a:solidFill>
                  <a:srgbClr val="081727"/>
                </a:solidFill>
              </a:defRPr>
            </a:lvl6pPr>
            <a:lvl7pPr algn="l">
              <a:defRPr sz="1725" b="1">
                <a:solidFill>
                  <a:srgbClr val="081727"/>
                </a:solidFill>
              </a:defRPr>
            </a:lvl7pPr>
            <a:lvl8pPr algn="l">
              <a:defRPr sz="1725" b="1">
                <a:solidFill>
                  <a:srgbClr val="081727"/>
                </a:solidFill>
              </a:defRPr>
            </a:lvl8pPr>
            <a:lvl9pPr algn="l">
              <a:defRPr sz="17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1727"/>
                </a:solidFill>
              </a:defRPr>
            </a:pPr>
            <a:r>
              <a:rPr sz="1725" b="1">
                <a:solidFill>
                  <a:srgbClr val="081727"/>
                </a:solidFill>
              </a:rPr>
              <a:t>C'est un abonnement annuel.</a:t>
            </a:r>
          </a:p>
        </p:txBody>
      </p:sp>
    </p:spTree>
    <p:extLst>
      <p:ext uri="{BB962C8B-B14F-4D97-AF65-F5344CB8AC3E}">
        <p14:creationId xmlns:p14="http://schemas.microsoft.com/office/powerpoint/2010/main" val="1508091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2026-10-21T11:09:09.1360000Z</dcterms:created>
  <dcterms:modified xsi:type="dcterms:W3CDTF">2026-10-21T11:09:09.1360000Z</dcterms:modified>
</coreProperties>
</file>