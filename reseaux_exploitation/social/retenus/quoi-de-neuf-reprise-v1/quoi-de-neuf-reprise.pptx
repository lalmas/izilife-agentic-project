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ece370fb44b31" /><Relationship Type="http://schemas.openxmlformats.org/officeDocument/2006/relationships/extended-properties" Target="/docProps/app.xml" Id="Rb7e660b92a074574" /><Relationship Type="http://schemas.openxmlformats.org/officeDocument/2006/relationships/officeDocument" Target="/ppt/presentation.xml" Id="R004e72811a1048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2abd90289647b4"/>
  </p:sldMasterIdLst>
  <p:notesMasterIdLst>
    <p:notesMasterId xmlns:r="http://schemas.openxmlformats.org/officeDocument/2006/relationships" r:id="R3b56f69f0801411e"/>
  </p:notesMasterIdLst>
  <p:sldIdLst>
    <p:sldId xmlns:r="http://schemas.openxmlformats.org/officeDocument/2006/relationships" id="256" r:id="R56398b4a104347f5"/>
    <p:sldId xmlns:r="http://schemas.openxmlformats.org/officeDocument/2006/relationships" id="257" r:id="Rff3a3ad20b304de8"/>
    <p:sldId xmlns:r="http://schemas.openxmlformats.org/officeDocument/2006/relationships" id="258" r:id="Rc238bd82df554869"/>
    <p:sldId xmlns:r="http://schemas.openxmlformats.org/officeDocument/2006/relationships" id="259" r:id="Rae8fa453e0414e92"/>
    <p:sldId xmlns:r="http://schemas.openxmlformats.org/officeDocument/2006/relationships" id="260" r:id="R4c8ab87ef3aa4f78"/>
    <p:sldId xmlns:r="http://schemas.openxmlformats.org/officeDocument/2006/relationships" id="261" r:id="R1727971295494ec1"/>
    <p:sldId xmlns:r="http://schemas.openxmlformats.org/officeDocument/2006/relationships" id="262" r:id="R12e1923eb8544bea"/>
    <p:sldId xmlns:r="http://schemas.openxmlformats.org/officeDocument/2006/relationships" id="263" r:id="R674e1f58146346d8"/>
    <p:sldId xmlns:r="http://schemas.openxmlformats.org/officeDocument/2006/relationships" id="264" r:id="R95e32aac07f6430a"/>
    <p:sldId xmlns:r="http://schemas.openxmlformats.org/officeDocument/2006/relationships" id="265" r:id="R06f598a04bc1477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667cce0c04fbf" /><Relationship Type="http://schemas.openxmlformats.org/officeDocument/2006/relationships/slideMaster" Target="/ppt/slideMasters/slideMaster1.xml" Id="R7a2abd90289647b4" /><Relationship Type="http://schemas.openxmlformats.org/officeDocument/2006/relationships/notesMaster" Target="/ppt/notesMasters/notesMaster1.xml" Id="R3b56f69f0801411e" /><Relationship Type="http://schemas.openxmlformats.org/officeDocument/2006/relationships/presProps" Target="/ppt/presProps.xml" Id="Rd8f717f1dc14448d" /><Relationship Type="http://schemas.openxmlformats.org/officeDocument/2006/relationships/tableStyles" Target="/ppt/tableStyles.xml" Id="R506ebfa0bff740b6" /><Relationship Type="http://schemas.openxmlformats.org/officeDocument/2006/relationships/slide" Target="/ppt/slides/slide1.xml" Id="R56398b4a104347f5" /><Relationship Type="http://schemas.openxmlformats.org/officeDocument/2006/relationships/slide" Target="/ppt/slides/slide2.xml" Id="Rff3a3ad20b304de8" /><Relationship Type="http://schemas.openxmlformats.org/officeDocument/2006/relationships/slide" Target="/ppt/slides/slide3.xml" Id="Rc238bd82df554869" /><Relationship Type="http://schemas.openxmlformats.org/officeDocument/2006/relationships/slide" Target="/ppt/slides/slide4.xml" Id="Rae8fa453e0414e92" /><Relationship Type="http://schemas.openxmlformats.org/officeDocument/2006/relationships/slide" Target="/ppt/slides/slide5.xml" Id="R4c8ab87ef3aa4f78" /><Relationship Type="http://schemas.openxmlformats.org/officeDocument/2006/relationships/slide" Target="/ppt/slides/slide6.xml" Id="R1727971295494ec1" /><Relationship Type="http://schemas.openxmlformats.org/officeDocument/2006/relationships/slide" Target="/ppt/slides/slide7.xml" Id="R12e1923eb8544bea" /><Relationship Type="http://schemas.openxmlformats.org/officeDocument/2006/relationships/slide" Target="/ppt/slides/slide8.xml" Id="R674e1f58146346d8" /><Relationship Type="http://schemas.openxmlformats.org/officeDocument/2006/relationships/slide" Target="/ppt/slides/slide9.xml" Id="R95e32aac07f6430a" /><Relationship Type="http://schemas.openxmlformats.org/officeDocument/2006/relationships/slide" Target="/ppt/slides/slide10.xml" Id="R06f598a04bc147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3640e9922749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123081590c4024" /><Relationship Type="http://schemas.openxmlformats.org/officeDocument/2006/relationships/notesMaster" Target="/ppt/notesMasters/notesMaster1.xml" Id="Rbbccb57d387946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dc2f3cb2954f2e" /><Relationship Type="http://schemas.openxmlformats.org/officeDocument/2006/relationships/notesMaster" Target="/ppt/notesMasters/notesMaster1.xml" Id="R348cd83bb47847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381e344234abb" /><Relationship Type="http://schemas.openxmlformats.org/officeDocument/2006/relationships/notesMaster" Target="/ppt/notesMasters/notesMaster1.xml" Id="R4fd5dfe89ba248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663e410f2448af" /><Relationship Type="http://schemas.openxmlformats.org/officeDocument/2006/relationships/notesMaster" Target="/ppt/notesMasters/notesMaster1.xml" Id="R29af75d50cb840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0c9df7ba9c4d09" /><Relationship Type="http://schemas.openxmlformats.org/officeDocument/2006/relationships/notesMaster" Target="/ppt/notesMasters/notesMaster1.xml" Id="Rffe501e18f2349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7b3274c47b4ea6" /><Relationship Type="http://schemas.openxmlformats.org/officeDocument/2006/relationships/notesMaster" Target="/ppt/notesMasters/notesMaster1.xml" Id="Rdc9cd2a17a624c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702d34bf8146e0" /><Relationship Type="http://schemas.openxmlformats.org/officeDocument/2006/relationships/notesMaster" Target="/ppt/notesMasters/notesMaster1.xml" Id="Rb0cce5157d1349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1bf4e6194c41a7" /><Relationship Type="http://schemas.openxmlformats.org/officeDocument/2006/relationships/notesMaster" Target="/ppt/notesMasters/notesMaster1.xml" Id="R3c294e1724a64f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d092afc5284697" /><Relationship Type="http://schemas.openxmlformats.org/officeDocument/2006/relationships/notesMaster" Target="/ppt/notesMasters/notesMaster1.xml" Id="R210c34adf21445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a8230e29404f4a" /><Relationship Type="http://schemas.openxmlformats.org/officeDocument/2006/relationships/notesMaster" Target="/ppt/notesMasters/notesMaster1.xml" Id="R7ddf60104d9a47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255f138c04c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0f0180e7a48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e7ed86ce540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7180525f74e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c8fbfd35c4a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9ffb4b2474e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911327-5AE9-4F11-B3BF-603BAB882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E6FC63-D71F-4273-89FA-7221B2BD04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EBACF2-B338-45C4-BE51-73039ADB2E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4F3BA0-418D-419C-9A22-EF5FE6EEF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7C58CD-2CED-4746-BBB6-2C7E3BBE72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9CDBC2-A940-497A-95E1-A61BA2276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898FE2-7B19-4180-AD72-4E625F8DFE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9F3644-25CC-40D4-9A24-1AFAC22D32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0C85A6-DD30-40BC-8093-CA1D1C812B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1FEEFD-9260-4A11-B119-33B2DB520F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77acb14cdf4601" /><Relationship Type="http://schemas.openxmlformats.org/officeDocument/2006/relationships/slideLayout" Target="/ppt/slideLayouts/slideLayout1.xml" Id="Rf42a259c29c14b1e" /><Relationship Type="http://schemas.openxmlformats.org/officeDocument/2006/relationships/slideLayout" Target="/ppt/slideLayouts/slideLayout2.xml" Id="R3c612e256c4b4d2c" /><Relationship Type="http://schemas.openxmlformats.org/officeDocument/2006/relationships/slideLayout" Target="/ppt/slideLayouts/slideLayout3.xml" Id="Rc7112ef386d54e3b" /><Relationship Type="http://schemas.openxmlformats.org/officeDocument/2006/relationships/slideLayout" Target="/ppt/slideLayouts/slideLayout4.xml" Id="Ref0e6b37fb6c49b7" /><Relationship Type="http://schemas.openxmlformats.org/officeDocument/2006/relationships/slideLayout" Target="/ppt/slideLayouts/slideLayout5.xml" Id="R3553ea7eea5642ac" /><Relationship Type="http://schemas.openxmlformats.org/officeDocument/2006/relationships/slideLayout" Target="/ppt/slideLayouts/slideLayout6.xml" Id="R946e7c085a9b4b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2a259c29c14b1e"/>
    <p:sldLayoutId xmlns:r="http://schemas.openxmlformats.org/officeDocument/2006/relationships" id="2147483650" r:id="R3c612e256c4b4d2c"/>
    <p:sldLayoutId xmlns:r="http://schemas.openxmlformats.org/officeDocument/2006/relationships" id="2147483651" r:id="Rc7112ef386d54e3b"/>
    <p:sldLayoutId xmlns:r="http://schemas.openxmlformats.org/officeDocument/2006/relationships" id="2147483652" r:id="Ref0e6b37fb6c49b7"/>
    <p:sldLayoutId xmlns:r="http://schemas.openxmlformats.org/officeDocument/2006/relationships" id="2147483653" r:id="R3553ea7eea5642ac"/>
    <p:sldLayoutId xmlns:r="http://schemas.openxmlformats.org/officeDocument/2006/relationships" id="2147483654" r:id="R946e7c085a9b4b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6df7bb9b34489" /><Relationship Type="http://schemas.openxmlformats.org/officeDocument/2006/relationships/image" Target="/ppt/media/image.png" Id="Rc8b0ec6f0c1842e0" /><Relationship Type="http://schemas.openxmlformats.org/officeDocument/2006/relationships/notesSlide" Target="/ppt/notesSlides/notesSlide1.xml" Id="R2e6ab6c7b9424b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3e29059224f40" /><Relationship Type="http://schemas.openxmlformats.org/officeDocument/2006/relationships/image" Target="/ppt/media/image2.png" Id="R530fdd4b03be4aeb" /><Relationship Type="http://schemas.openxmlformats.org/officeDocument/2006/relationships/notesSlide" Target="/ppt/notesSlides/notesSlide2.xml" Id="R83f57c03bef14b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7261cf329486e" /><Relationship Type="http://schemas.openxmlformats.org/officeDocument/2006/relationships/image" Target="/ppt/media/image3.png" Id="R2679bfc2025f49a2" /><Relationship Type="http://schemas.openxmlformats.org/officeDocument/2006/relationships/notesSlide" Target="/ppt/notesSlides/notesSlide3.xml" Id="R3d6f845fd10442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8c296da2a4556" /><Relationship Type="http://schemas.openxmlformats.org/officeDocument/2006/relationships/image" Target="/ppt/media/image4.png" Id="R196f2b588b004234" /><Relationship Type="http://schemas.openxmlformats.org/officeDocument/2006/relationships/notesSlide" Target="/ppt/notesSlides/notesSlide4.xml" Id="R76e1c73f4a1548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c84ed883449fa" /><Relationship Type="http://schemas.openxmlformats.org/officeDocument/2006/relationships/image" Target="/ppt/media/image5.png" Id="R7bf5fe085d854e97" /><Relationship Type="http://schemas.openxmlformats.org/officeDocument/2006/relationships/notesSlide" Target="/ppt/notesSlides/notesSlide5.xml" Id="R09d0e7d426b24d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a173bdcd6946d7" /><Relationship Type="http://schemas.openxmlformats.org/officeDocument/2006/relationships/image" Target="/ppt/media/image6.png" Id="R4fac2afec4554df2" /><Relationship Type="http://schemas.openxmlformats.org/officeDocument/2006/relationships/notesSlide" Target="/ppt/notesSlides/notesSlide6.xml" Id="R68395afeafa04d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62e10998f424e" /><Relationship Type="http://schemas.openxmlformats.org/officeDocument/2006/relationships/image" Target="/ppt/media/image7.png" Id="R25f4243c724c4318" /><Relationship Type="http://schemas.openxmlformats.org/officeDocument/2006/relationships/notesSlide" Target="/ppt/notesSlides/notesSlide7.xml" Id="R21c6c190a0124d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2d1d5d7fe4454" /><Relationship Type="http://schemas.openxmlformats.org/officeDocument/2006/relationships/image" Target="/ppt/media/image8.png" Id="Rb213bdec7d344bc3" /><Relationship Type="http://schemas.openxmlformats.org/officeDocument/2006/relationships/notesSlide" Target="/ppt/notesSlides/notesSlide8.xml" Id="R539c0e51328348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2a6eff3c8442c" /><Relationship Type="http://schemas.openxmlformats.org/officeDocument/2006/relationships/image" Target="/ppt/media/image9.png" Id="Rdb68046a4b8844d2" /><Relationship Type="http://schemas.openxmlformats.org/officeDocument/2006/relationships/notesSlide" Target="/ppt/notesSlides/notesSlide9.xml" Id="R38059996cf7c4c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4880b6d484ef9" /><Relationship Type="http://schemas.openxmlformats.org/officeDocument/2006/relationships/image" Target="/ppt/media/image10.png" Id="Rd1dbe7a5782a4855" /><Relationship Type="http://schemas.openxmlformats.org/officeDocument/2006/relationships/notesSlide" Target="/ppt/notesSlides/notesSlide10.xml" Id="R8eaf582e86074b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B91EC-0881-488F-BF66-896D15C13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0ec6f0c1842e0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427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7276C-2243-4FE1-8221-1D999E5AEC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fdd4b03be4ae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398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DB9E7-2429-4C1D-8340-1ECA6D6D54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9bfc2025f49a2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170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7930C-C32B-4939-8C1F-A195CBA00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f2b588b004234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00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28CE4-FA2A-42A1-89EB-CC67F0C4A5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5fe085d854e97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4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96168-C425-444D-8FB1-F07B681FC8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c2afec4554df2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943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A2495-C842-4406-A6F5-1426FA90C2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4243c724c431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636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C9962-81F3-4889-A364-F7EE061122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3bdec7d344bc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07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17006-8DE7-46E8-B921-ABDA50C0A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8046a4b8844d2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4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F6108-E83D-4E55-876D-59C65794AB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be7a5782a4855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63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2026-10-22T15:13:20.2700000Z</dcterms:created>
  <dcterms:modified xsi:type="dcterms:W3CDTF">2026-10-22T15:13:20.2700000Z</dcterms:modified>
</coreProperties>
</file>