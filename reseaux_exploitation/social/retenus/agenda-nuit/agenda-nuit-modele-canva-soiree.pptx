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2613c44f304194" /><Relationship Type="http://schemas.openxmlformats.org/officeDocument/2006/relationships/extended-properties" Target="/docProps/app.xml" Id="R4d43b6e3e43843ba" /><Relationship Type="http://schemas.openxmlformats.org/officeDocument/2006/relationships/officeDocument" Target="/ppt/presentation.xml" Id="Rcbe3e84c8e9d45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1243ba0f8147b8"/>
  </p:sldMasterIdLst>
  <p:notesMasterIdLst>
    <p:notesMasterId xmlns:r="http://schemas.openxmlformats.org/officeDocument/2006/relationships" r:id="R64028757e65f417a"/>
  </p:notesMasterIdLst>
  <p:sldIdLst>
    <p:sldId xmlns:r="http://schemas.openxmlformats.org/officeDocument/2006/relationships" id="256" r:id="Rccac990fcc4c4856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bf7c653a87486f" /><Relationship Type="http://schemas.openxmlformats.org/officeDocument/2006/relationships/slideMaster" Target="/ppt/slideMasters/slideMaster1.xml" Id="Red1243ba0f8147b8" /><Relationship Type="http://schemas.openxmlformats.org/officeDocument/2006/relationships/notesMaster" Target="/ppt/notesMasters/notesMaster1.xml" Id="R64028757e65f417a" /><Relationship Type="http://schemas.openxmlformats.org/officeDocument/2006/relationships/presProps" Target="/ppt/presProps.xml" Id="R15787ff65e524ff9" /><Relationship Type="http://schemas.openxmlformats.org/officeDocument/2006/relationships/tableStyles" Target="/ppt/tableStyles.xml" Id="R4d59a8c72ff4476f" /><Relationship Type="http://schemas.openxmlformats.org/officeDocument/2006/relationships/slide" Target="/ppt/slides/slide1.xml" Id="Rccac990fcc4c48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1337a0456c4c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f585e893cd43e6" /><Relationship Type="http://schemas.openxmlformats.org/officeDocument/2006/relationships/notesMaster" Target="/ppt/notesMasters/notesMaster1.xml" Id="R366c2fb0d67642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421bfa55a46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cd9722460948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1e341558c40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71eb78dc44c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326ac43f94e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d49a6e9c344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6A97C4-2FE0-4202-A80D-9CC66AAAD9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5339338-8B71-48FF-BEB6-A64DE40F00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BD8D9BE-4F4E-420D-B916-235E8F1E8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F8B3A4-4FF4-4DC4-AE73-A223D67B35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B799B48-41F0-483A-AB7A-749AC543C9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0A219F-E04F-4114-BAB9-6EB1F8E87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41DF28-8A0A-40EB-BBCC-3966A7DA01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48C22F8-8E09-499B-A473-9C118F191E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3C9856-AAAC-4689-A91A-4286F8F71F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431FC1-DA11-453E-81CA-406D4D2AC2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1a12aafe914ddd" /><Relationship Type="http://schemas.openxmlformats.org/officeDocument/2006/relationships/slideLayout" Target="/ppt/slideLayouts/slideLayout1.xml" Id="Rbac66b304b634573" /><Relationship Type="http://schemas.openxmlformats.org/officeDocument/2006/relationships/slideLayout" Target="/ppt/slideLayouts/slideLayout2.xml" Id="Rea09ddc350de47a2" /><Relationship Type="http://schemas.openxmlformats.org/officeDocument/2006/relationships/slideLayout" Target="/ppt/slideLayouts/slideLayout3.xml" Id="R1acd5ecc81cf49cf" /><Relationship Type="http://schemas.openxmlformats.org/officeDocument/2006/relationships/slideLayout" Target="/ppt/slideLayouts/slideLayout4.xml" Id="Ra89abf143ae442a1" /><Relationship Type="http://schemas.openxmlformats.org/officeDocument/2006/relationships/slideLayout" Target="/ppt/slideLayouts/slideLayout5.xml" Id="Ra704c222b5554b54" /><Relationship Type="http://schemas.openxmlformats.org/officeDocument/2006/relationships/slideLayout" Target="/ppt/slideLayouts/slideLayout6.xml" Id="R9e9db7bb278147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c66b304b634573"/>
    <p:sldLayoutId xmlns:r="http://schemas.openxmlformats.org/officeDocument/2006/relationships" id="2147483650" r:id="Rea09ddc350de47a2"/>
    <p:sldLayoutId xmlns:r="http://schemas.openxmlformats.org/officeDocument/2006/relationships" id="2147483651" r:id="R1acd5ecc81cf49cf"/>
    <p:sldLayoutId xmlns:r="http://schemas.openxmlformats.org/officeDocument/2006/relationships" id="2147483652" r:id="Ra89abf143ae442a1"/>
    <p:sldLayoutId xmlns:r="http://schemas.openxmlformats.org/officeDocument/2006/relationships" id="2147483653" r:id="Ra704c222b5554b54"/>
    <p:sldLayoutId xmlns:r="http://schemas.openxmlformats.org/officeDocument/2006/relationships" id="2147483654" r:id="R9e9db7bb278147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7d77443c5148e8" /><Relationship Type="http://schemas.openxmlformats.org/officeDocument/2006/relationships/image" Target="/ppt/media/image.png" Id="Ra47a412d0a53404d" /><Relationship Type="http://schemas.openxmlformats.org/officeDocument/2006/relationships/notesSlide" Target="/ppt/notesSlides/notesSlide1.xml" Id="Rcac6503d8fa64f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C167F-8AB8-40C1-9903-FC45A975AB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a412d0a53404d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A1693206-48EA-42A8-90DB-6019D4E1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8C22A79E-CF1C-44DA-887C-13D8942E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771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48000">
                <a:srgbClr val="071829">
                  <a:alpha val="72000"/>
                </a:srgbClr>
              </a:gs>
              <a:gs pos="100000">
                <a:srgbClr val="071829">
                  <a:alpha val="4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C3C0EFD9-DF03-450B-9C8B-3B2A0FED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239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D2BB2827-02F0-4B6A-9C24-9AE44AD0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4DE9D384-A8F6-40D2-83D7-10225470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13E9C85B-2E9C-4282-AEAE-35DAAA9D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9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 nuit">
            <a:extLst xmlns:a="http://schemas.openxmlformats.org/drawingml/2006/main">
              <a:ext uri="{FF2B5EF4-FFF2-40B4-BE49-F238E27FC236}">
                <a16:creationId xmlns:a16="http://schemas.microsoft.com/office/drawing/2014/main" id="{DDC974E3-2799-4202-9381-81615205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1784090A-4F3A-49CC-AE17-06137554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LE MONDE DE LA NUIT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442BC639-7183-4046-BE35-20758438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150" b="1">
                <a:solidFill>
                  <a:srgbClr val="FFFFFF"/>
                </a:solidFill>
              </a:defRPr>
            </a:defPPr>
            <a:lvl1pPr algn="l">
              <a:defRPr sz="6150" b="1">
                <a:solidFill>
                  <a:srgbClr val="FFFFFF"/>
                </a:solidFill>
              </a:defRPr>
            </a:lvl1pPr>
            <a:lvl2pPr algn="l">
              <a:defRPr sz="6150" b="1">
                <a:solidFill>
                  <a:srgbClr val="FFFFFF"/>
                </a:solidFill>
              </a:defRPr>
            </a:lvl2pPr>
            <a:lvl3pPr algn="l">
              <a:defRPr sz="6150" b="1">
                <a:solidFill>
                  <a:srgbClr val="FFFFFF"/>
                </a:solidFill>
              </a:defRPr>
            </a:lvl3pPr>
            <a:lvl4pPr algn="l">
              <a:defRPr sz="6150" b="1">
                <a:solidFill>
                  <a:srgbClr val="FFFFFF"/>
                </a:solidFill>
              </a:defRPr>
            </a:lvl4pPr>
            <a:lvl5pPr algn="l">
              <a:defRPr sz="6150" b="1">
                <a:solidFill>
                  <a:srgbClr val="FFFFFF"/>
                </a:solidFill>
              </a:defRPr>
            </a:lvl5pPr>
            <a:lvl6pPr algn="l">
              <a:defRPr sz="6150" b="1">
                <a:solidFill>
                  <a:srgbClr val="FFFFFF"/>
                </a:solidFill>
              </a:defRPr>
            </a:lvl6pPr>
            <a:lvl7pPr algn="l">
              <a:defRPr sz="6150" b="1">
                <a:solidFill>
                  <a:srgbClr val="FFFFFF"/>
                </a:solidFill>
              </a:defRPr>
            </a:lvl7pPr>
            <a:lvl8pPr algn="l">
              <a:defRPr sz="6150" b="1">
                <a:solidFill>
                  <a:srgbClr val="FFFFFF"/>
                </a:solidFill>
              </a:defRPr>
            </a:lvl8pPr>
            <a:lvl9pPr algn="l">
              <a:defRPr sz="6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AGENDA DE</a:t>
            </a:r>
          </a:p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LA NIGHT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9B4F1821-E327-462F-A3CC-0815CF69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Bars . Clubs . Concerts . Dj Sets . Soirées</a:t>
            </a:r>
          </a:p>
        </p:txBody>
      </p:sp>
      <p:sp>
        <p:nvSpPr>
          <p:cNvPr id="12" name="Bouton agenda">
            <a:extLst xmlns:a="http://schemas.openxmlformats.org/drawingml/2006/main">
              <a:ext uri="{FF2B5EF4-FFF2-40B4-BE49-F238E27FC236}">
                <a16:creationId xmlns:a16="http://schemas.microsoft.com/office/drawing/2014/main" id="{5F97D71C-0727-4489-9F7D-BC3ACE85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 calendrier">
            <a:extLst xmlns:a="http://schemas.openxmlformats.org/drawingml/2006/main">
              <a:ext uri="{FF2B5EF4-FFF2-40B4-BE49-F238E27FC236}">
                <a16:creationId xmlns:a16="http://schemas.microsoft.com/office/drawing/2014/main" id="{29B5F287-19AA-4126-B664-25553326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249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 calendrier">
            <a:extLst xmlns:a="http://schemas.openxmlformats.org/drawingml/2006/main">
              <a:ext uri="{FF2B5EF4-FFF2-40B4-BE49-F238E27FC236}">
                <a16:creationId xmlns:a16="http://schemas.microsoft.com/office/drawing/2014/main" id="{CE9674BA-9123-493E-B65E-E3BC410E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249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071829"/>
                </a:solidFill>
              </a:defRPr>
            </a:defPPr>
            <a:lvl1pPr algn="ctr">
              <a:defRPr sz="3600" b="1">
                <a:solidFill>
                  <a:srgbClr val="071829"/>
                </a:solidFill>
              </a:defRPr>
            </a:lvl1pPr>
            <a:lvl2pPr algn="ctr">
              <a:defRPr sz="3600" b="1">
                <a:solidFill>
                  <a:srgbClr val="071829"/>
                </a:solidFill>
              </a:defRPr>
            </a:lvl2pPr>
            <a:lvl3pPr algn="ctr">
              <a:defRPr sz="3600" b="1">
                <a:solidFill>
                  <a:srgbClr val="071829"/>
                </a:solidFill>
              </a:defRPr>
            </a:lvl3pPr>
            <a:lvl4pPr algn="ctr">
              <a:defRPr sz="3600" b="1">
                <a:solidFill>
                  <a:srgbClr val="071829"/>
                </a:solidFill>
              </a:defRPr>
            </a:lvl4pPr>
            <a:lvl5pPr algn="ctr">
              <a:defRPr sz="3600" b="1">
                <a:solidFill>
                  <a:srgbClr val="071829"/>
                </a:solidFill>
              </a:defRPr>
            </a:lvl5pPr>
            <a:lvl6pPr algn="ctr">
              <a:defRPr sz="3600" b="1">
                <a:solidFill>
                  <a:srgbClr val="071829"/>
                </a:solidFill>
              </a:defRPr>
            </a:lvl6pPr>
            <a:lvl7pPr algn="ctr">
              <a:defRPr sz="3600" b="1">
                <a:solidFill>
                  <a:srgbClr val="071829"/>
                </a:solidFill>
              </a:defRPr>
            </a:lvl7pPr>
            <a:lvl8pPr algn="ctr">
              <a:defRPr sz="3600" b="1">
                <a:solidFill>
                  <a:srgbClr val="071829"/>
                </a:solidFill>
              </a:defRPr>
            </a:lvl8pPr>
            <a:lvl9pPr algn="ctr">
              <a:defRPr sz="36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071829"/>
                </a:solidFill>
              </a:defRPr>
            </a:pPr>
            <a:r>
              <a:rPr sz="3600" b="1">
                <a:solidFill>
                  <a:srgbClr val="071829"/>
                </a:solidFill>
              </a:rPr>
              <a:t>▦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7E53F395-DF74-4677-ADB1-DBD0AF0E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240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VOIR LES SORTIES DE NUIT</a:t>
            </a:r>
          </a:p>
        </p:txBody>
      </p:sp>
      <p:sp>
        <p:nvSpPr>
          <p:cNvPr id="16" name="Flèche bouton">
            <a:extLst xmlns:a="http://schemas.openxmlformats.org/drawingml/2006/main">
              <a:ext uri="{FF2B5EF4-FFF2-40B4-BE49-F238E27FC236}">
                <a16:creationId xmlns:a16="http://schemas.microsoft.com/office/drawing/2014/main" id="{4EC70DAB-B88F-4E74-9A12-CCD77775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221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1174105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2026-10-21T07:04:47.5250000Z</dcterms:created>
  <dcterms:modified xsi:type="dcterms:W3CDTF">2026-10-21T07:04:47.5250000Z</dcterms:modified>
</coreProperties>
</file>