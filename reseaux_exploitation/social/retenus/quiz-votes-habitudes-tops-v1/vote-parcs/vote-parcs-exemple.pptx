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b25a6a65a49f8" /><Relationship Type="http://schemas.openxmlformats.org/officeDocument/2006/relationships/extended-properties" Target="/docProps/app.xml" Id="Rbf20b9a73e304cad" /><Relationship Type="http://schemas.openxmlformats.org/officeDocument/2006/relationships/officeDocument" Target="/ppt/presentation.xml" Id="R1b248bd4a34b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c1c72a2e7942b9"/>
  </p:sldMasterIdLst>
  <p:notesMasterIdLst>
    <p:notesMasterId xmlns:r="http://schemas.openxmlformats.org/officeDocument/2006/relationships" r:id="R19c3c94fda1f48d6"/>
  </p:notesMasterIdLst>
  <p:sldIdLst>
    <p:sldId xmlns:r="http://schemas.openxmlformats.org/officeDocument/2006/relationships" id="256" r:id="R6ce4578b67ba434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ab34876b446d6" /><Relationship Type="http://schemas.openxmlformats.org/officeDocument/2006/relationships/slideMaster" Target="/ppt/slideMasters/slideMaster1.xml" Id="Ra3c1c72a2e7942b9" /><Relationship Type="http://schemas.openxmlformats.org/officeDocument/2006/relationships/notesMaster" Target="/ppt/notesMasters/notesMaster1.xml" Id="R19c3c94fda1f48d6" /><Relationship Type="http://schemas.openxmlformats.org/officeDocument/2006/relationships/presProps" Target="/ppt/presProps.xml" Id="R411777c609a74a48" /><Relationship Type="http://schemas.openxmlformats.org/officeDocument/2006/relationships/tableStyles" Target="/ppt/tableStyles.xml" Id="Ra4da0227bb204fcc" /><Relationship Type="http://schemas.openxmlformats.org/officeDocument/2006/relationships/slide" Target="/ppt/slides/slide1.xml" Id="R6ce4578b67ba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a2aec66da1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e3f20e30e44ab" /><Relationship Type="http://schemas.openxmlformats.org/officeDocument/2006/relationships/notesMaster" Target="/ppt/notesMasters/notesMaster1.xml" Id="R1ff6e4fcd410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8c7634c8b4d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4dd0b7be740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b89c65fa045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71a1629bd4e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393721fda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bbd200f5b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6947B2-BB4A-446B-A6AC-B7C7CB169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D9C235-373F-48E6-A570-8F2221C60F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DC1A6D-1D6C-43BC-85B7-A47208398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5D9916-F116-4F33-81FA-CCD3C88A1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EB6FB2-8240-4A8C-B849-1A3DEB123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709605-FDE0-45BC-B9E0-42548539C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7E2A3D-1982-49EC-A1DE-ADC28FBCE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EEDE16-FD16-493C-BE53-0A2D82B420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5B8246-65D5-45B9-9AE8-A1FE5F8F7B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7E625A-6E82-452A-BFD7-94210598C6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d5049f0a34fcf" /><Relationship Type="http://schemas.openxmlformats.org/officeDocument/2006/relationships/slideLayout" Target="/ppt/slideLayouts/slideLayout1.xml" Id="R0bf69a9c5c1648dc" /><Relationship Type="http://schemas.openxmlformats.org/officeDocument/2006/relationships/slideLayout" Target="/ppt/slideLayouts/slideLayout2.xml" Id="R250260332469494f" /><Relationship Type="http://schemas.openxmlformats.org/officeDocument/2006/relationships/slideLayout" Target="/ppt/slideLayouts/slideLayout3.xml" Id="R374129a8761345b1" /><Relationship Type="http://schemas.openxmlformats.org/officeDocument/2006/relationships/slideLayout" Target="/ppt/slideLayouts/slideLayout4.xml" Id="Rc4f5277c587b4a08" /><Relationship Type="http://schemas.openxmlformats.org/officeDocument/2006/relationships/slideLayout" Target="/ppt/slideLayouts/slideLayout5.xml" Id="R24a563a9fd2c49e1" /><Relationship Type="http://schemas.openxmlformats.org/officeDocument/2006/relationships/slideLayout" Target="/ppt/slideLayouts/slideLayout6.xml" Id="R90b107907d0748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69a9c5c1648dc"/>
    <p:sldLayoutId xmlns:r="http://schemas.openxmlformats.org/officeDocument/2006/relationships" id="2147483650" r:id="R250260332469494f"/>
    <p:sldLayoutId xmlns:r="http://schemas.openxmlformats.org/officeDocument/2006/relationships" id="2147483651" r:id="R374129a8761345b1"/>
    <p:sldLayoutId xmlns:r="http://schemas.openxmlformats.org/officeDocument/2006/relationships" id="2147483652" r:id="Rc4f5277c587b4a08"/>
    <p:sldLayoutId xmlns:r="http://schemas.openxmlformats.org/officeDocument/2006/relationships" id="2147483653" r:id="R24a563a9fd2c49e1"/>
    <p:sldLayoutId xmlns:r="http://schemas.openxmlformats.org/officeDocument/2006/relationships" id="2147483654" r:id="R90b107907d07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155e9118c441e" /><Relationship Type="http://schemas.openxmlformats.org/officeDocument/2006/relationships/image" Target="/ppt/media/image.png" Id="Rc314021702eb410a" /><Relationship Type="http://schemas.openxmlformats.org/officeDocument/2006/relationships/notesSlide" Target="/ppt/notesSlides/notesSlide1.xml" Id="R966abe1028324a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ED2E9-F56E-443C-94C1-A178C637D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4021702eb410a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B6C04-7DCA-402D-95B1-ED0FAE8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FB1F-F065-4E8D-9CDD-E9FFA20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753600" cy="12325350"/>
          </a:xfrm>
          <a:prstGeom xmlns:a="http://schemas.openxmlformats.org/drawingml/2006/main" prst="roundRect">
            <a:avLst>
              <a:gd name="adj" fmla="val 117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EF7B7-979C-452F-8029-0A3E0093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F5F2B-0815-4456-BB84-11D9CA5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95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86937-A4A3-4E3C-83B5-25A62FC3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61A2C"/>
                </a:solidFill>
              </a:defRPr>
            </a:defPPr>
            <a:lvl1pPr algn="ctr">
              <a:defRPr sz="1650" b="1">
                <a:solidFill>
                  <a:srgbClr val="061A2C"/>
                </a:solidFill>
              </a:defRPr>
            </a:lvl1pPr>
            <a:lvl2pPr algn="ctr">
              <a:defRPr sz="1650" b="1">
                <a:solidFill>
                  <a:srgbClr val="061A2C"/>
                </a:solidFill>
              </a:defRPr>
            </a:lvl2pPr>
            <a:lvl3pPr algn="ctr">
              <a:defRPr sz="1650" b="1">
                <a:solidFill>
                  <a:srgbClr val="061A2C"/>
                </a:solidFill>
              </a:defRPr>
            </a:lvl3pPr>
            <a:lvl4pPr algn="ctr">
              <a:defRPr sz="1650" b="1">
                <a:solidFill>
                  <a:srgbClr val="061A2C"/>
                </a:solidFill>
              </a:defRPr>
            </a:lvl4pPr>
            <a:lvl5pPr algn="ctr">
              <a:defRPr sz="1650" b="1">
                <a:solidFill>
                  <a:srgbClr val="061A2C"/>
                </a:solidFill>
              </a:defRPr>
            </a:lvl5pPr>
            <a:lvl6pPr algn="ctr">
              <a:defRPr sz="1650" b="1">
                <a:solidFill>
                  <a:srgbClr val="061A2C"/>
                </a:solidFill>
              </a:defRPr>
            </a:lvl6pPr>
            <a:lvl7pPr algn="ctr">
              <a:defRPr sz="1650" b="1">
                <a:solidFill>
                  <a:srgbClr val="061A2C"/>
                </a:solidFill>
              </a:defRPr>
            </a:lvl7pPr>
            <a:lvl8pPr algn="ctr">
              <a:defRPr sz="1650" b="1">
                <a:solidFill>
                  <a:srgbClr val="061A2C"/>
                </a:solidFill>
              </a:defRPr>
            </a:lvl8pPr>
            <a:lvl9pPr algn="ctr">
              <a:defRPr sz="1650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61A2C"/>
                </a:solidFill>
              </a:defRPr>
            </a:pPr>
            <a:r>
              <a:rPr sz="1650" b="1">
                <a:solidFill>
                  <a:srgbClr val="061A2C"/>
                </a:solidFill>
              </a:rPr>
              <a:t>LE MATCH DES PARCS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C11C4-D4E2-471E-A9EF-EEE832E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</a:defRPr>
            </a:defPPr>
            <a:lvl1pPr algn="l">
              <a:defRPr sz="4650" b="1">
                <a:solidFill>
                  <a:srgbClr val="FFFFFF"/>
                </a:solidFill>
              </a:defRPr>
            </a:lvl1pPr>
            <a:lvl2pPr algn="l">
              <a:defRPr sz="4650" b="1">
                <a:solidFill>
                  <a:srgbClr val="FFFFFF"/>
                </a:solidFill>
              </a:defRPr>
            </a:lvl2pPr>
            <a:lvl3pPr algn="l">
              <a:defRPr sz="4650" b="1">
                <a:solidFill>
                  <a:srgbClr val="FFFFFF"/>
                </a:solidFill>
              </a:defRPr>
            </a:lvl3pPr>
            <a:lvl4pPr algn="l">
              <a:defRPr sz="4650" b="1">
                <a:solidFill>
                  <a:srgbClr val="FFFFFF"/>
                </a:solidFill>
              </a:defRPr>
            </a:lvl4pPr>
            <a:lvl5pPr algn="l">
              <a:defRPr sz="4650" b="1">
                <a:solidFill>
                  <a:srgbClr val="FFFFFF"/>
                </a:solidFill>
              </a:defRPr>
            </a:lvl5pPr>
            <a:lvl6pPr algn="l">
              <a:defRPr sz="4650" b="1">
                <a:solidFill>
                  <a:srgbClr val="FFFFFF"/>
                </a:solidFill>
              </a:defRPr>
            </a:lvl6pPr>
            <a:lvl7pPr algn="l">
              <a:defRPr sz="4650" b="1">
                <a:solidFill>
                  <a:srgbClr val="FFFFFF"/>
                </a:solidFill>
              </a:defRPr>
            </a:lvl7pPr>
            <a:lvl8pPr algn="l">
              <a:defRPr sz="4650" b="1">
                <a:solidFill>
                  <a:srgbClr val="FFFFFF"/>
                </a:solidFill>
              </a:defRPr>
            </a:lvl8pPr>
            <a:lvl9pPr algn="l">
              <a:defRPr sz="4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QUEL EST 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942B7-8C35-491D-8D2C-530FEEBC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75" b="1">
                <a:solidFill>
                  <a:srgbClr val="1DD1A1"/>
                </a:solidFill>
              </a:defRPr>
            </a:defPPr>
            <a:lvl1pPr algn="l">
              <a:defRPr sz="5175" b="1">
                <a:solidFill>
                  <a:srgbClr val="1DD1A1"/>
                </a:solidFill>
              </a:defRPr>
            </a:lvl1pPr>
            <a:lvl2pPr algn="l">
              <a:defRPr sz="5175" b="1">
                <a:solidFill>
                  <a:srgbClr val="1DD1A1"/>
                </a:solidFill>
              </a:defRPr>
            </a:lvl2pPr>
            <a:lvl3pPr algn="l">
              <a:defRPr sz="5175" b="1">
                <a:solidFill>
                  <a:srgbClr val="1DD1A1"/>
                </a:solidFill>
              </a:defRPr>
            </a:lvl3pPr>
            <a:lvl4pPr algn="l">
              <a:defRPr sz="5175" b="1">
                <a:solidFill>
                  <a:srgbClr val="1DD1A1"/>
                </a:solidFill>
              </a:defRPr>
            </a:lvl4pPr>
            <a:lvl5pPr algn="l">
              <a:defRPr sz="5175" b="1">
                <a:solidFill>
                  <a:srgbClr val="1DD1A1"/>
                </a:solidFill>
              </a:defRPr>
            </a:lvl5pPr>
            <a:lvl6pPr algn="l">
              <a:defRPr sz="5175" b="1">
                <a:solidFill>
                  <a:srgbClr val="1DD1A1"/>
                </a:solidFill>
              </a:defRPr>
            </a:lvl6pPr>
            <a:lvl7pPr algn="l">
              <a:defRPr sz="5175" b="1">
                <a:solidFill>
                  <a:srgbClr val="1DD1A1"/>
                </a:solidFill>
              </a:defRPr>
            </a:lvl7pPr>
            <a:lvl8pPr algn="l">
              <a:defRPr sz="5175" b="1">
                <a:solidFill>
                  <a:srgbClr val="1DD1A1"/>
                </a:solidFill>
              </a:defRPr>
            </a:lvl8pPr>
            <a:lvl9pPr algn="l">
              <a:defRPr sz="5175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1DD1A1"/>
                </a:solidFill>
              </a:defRPr>
            </a:pPr>
            <a:r>
              <a:rPr sz="5175" b="1">
                <a:solidFill>
                  <a:srgbClr val="1DD1A1"/>
                </a:solidFill>
              </a:rPr>
              <a:t>PARC PRÉFÉRÉ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5B692-736F-4267-8A2A-B9E7FA3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</a:defRPr>
            </a:defPPr>
            <a:lvl1pPr algn="l">
              <a:defRPr sz="2025" b="0">
                <a:solidFill>
                  <a:srgbClr val="FFFFFF"/>
                </a:solidFill>
              </a:defRPr>
            </a:lvl1pPr>
            <a:lvl2pPr algn="l">
              <a:defRPr sz="2025" b="0">
                <a:solidFill>
                  <a:srgbClr val="FFFFFF"/>
                </a:solidFill>
              </a:defRPr>
            </a:lvl2pPr>
            <a:lvl3pPr algn="l">
              <a:defRPr sz="2025" b="0">
                <a:solidFill>
                  <a:srgbClr val="FFFFFF"/>
                </a:solidFill>
              </a:defRPr>
            </a:lvl3pPr>
            <a:lvl4pPr algn="l">
              <a:defRPr sz="2025" b="0">
                <a:solidFill>
                  <a:srgbClr val="FFFFFF"/>
                </a:solidFill>
              </a:defRPr>
            </a:lvl4pPr>
            <a:lvl5pPr algn="l">
              <a:defRPr sz="2025" b="0">
                <a:solidFill>
                  <a:srgbClr val="FFFFFF"/>
                </a:solidFill>
              </a:defRPr>
            </a:lvl5pPr>
            <a:lvl6pPr algn="l">
              <a:defRPr sz="2025" b="0">
                <a:solidFill>
                  <a:srgbClr val="FFFFFF"/>
                </a:solidFill>
              </a:defRPr>
            </a:lvl6pPr>
            <a:lvl7pPr algn="l">
              <a:defRPr sz="2025" b="0">
                <a:solidFill>
                  <a:srgbClr val="FFFFFF"/>
                </a:solidFill>
              </a:defRPr>
            </a:lvl7pPr>
            <a:lvl8pPr algn="l">
              <a:defRPr sz="2025" b="0">
                <a:solidFill>
                  <a:srgbClr val="FFFFFF"/>
                </a:solidFill>
              </a:defRPr>
            </a:lvl8pPr>
            <a:lvl9pPr algn="l"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5 lieux. Un seul gagnant.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1B485-041A-429B-82C9-F40008B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895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6BF41-5BD7-4A91-9F9C-E6418AC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9BA50-B3EA-40A3-A0A5-A20DDDD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4990-CC61-4F92-9A8A-C51C58F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61A2C"/>
                </a:solidFill>
              </a:defRPr>
            </a:defPPr>
            <a:lvl1pPr algn="l">
              <a:defRPr sz="2025" b="1">
                <a:solidFill>
                  <a:srgbClr val="061A2C"/>
                </a:solidFill>
              </a:defRPr>
            </a:lvl1pPr>
            <a:lvl2pPr algn="l">
              <a:defRPr sz="2025" b="1">
                <a:solidFill>
                  <a:srgbClr val="061A2C"/>
                </a:solidFill>
              </a:defRPr>
            </a:lvl2pPr>
            <a:lvl3pPr algn="l">
              <a:defRPr sz="2025" b="1">
                <a:solidFill>
                  <a:srgbClr val="061A2C"/>
                </a:solidFill>
              </a:defRPr>
            </a:lvl3pPr>
            <a:lvl4pPr algn="l">
              <a:defRPr sz="2025" b="1">
                <a:solidFill>
                  <a:srgbClr val="061A2C"/>
                </a:solidFill>
              </a:defRPr>
            </a:lvl4pPr>
            <a:lvl5pPr algn="l">
              <a:defRPr sz="2025" b="1">
                <a:solidFill>
                  <a:srgbClr val="061A2C"/>
                </a:solidFill>
              </a:defRPr>
            </a:lvl5pPr>
            <a:lvl6pPr algn="l">
              <a:defRPr sz="2025" b="1">
                <a:solidFill>
                  <a:srgbClr val="061A2C"/>
                </a:solidFill>
              </a:defRPr>
            </a:lvl6pPr>
            <a:lvl7pPr algn="l">
              <a:defRPr sz="2025" b="1">
                <a:solidFill>
                  <a:srgbClr val="061A2C"/>
                </a:solidFill>
              </a:defRPr>
            </a:lvl7pPr>
            <a:lvl8pPr algn="l">
              <a:defRPr sz="2025" b="1">
                <a:solidFill>
                  <a:srgbClr val="061A2C"/>
                </a:solidFill>
              </a:defRPr>
            </a:lvl8pPr>
            <a:lvl9pPr algn="l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PARC DE LA CITADELLE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1053B-8B6C-408A-9BAB-CAF529F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895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2885-5972-4CE9-BDA2-ACAE6225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77292-F405-4397-82EC-531F11F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A3C1B-33E4-485B-B7A1-99425004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865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61A2C"/>
                </a:solidFill>
              </a:defRPr>
            </a:defPPr>
            <a:lvl1pPr algn="l">
              <a:defRPr sz="2025" b="1">
                <a:solidFill>
                  <a:srgbClr val="061A2C"/>
                </a:solidFill>
              </a:defRPr>
            </a:lvl1pPr>
            <a:lvl2pPr algn="l">
              <a:defRPr sz="2025" b="1">
                <a:solidFill>
                  <a:srgbClr val="061A2C"/>
                </a:solidFill>
              </a:defRPr>
            </a:lvl2pPr>
            <a:lvl3pPr algn="l">
              <a:defRPr sz="2025" b="1">
                <a:solidFill>
                  <a:srgbClr val="061A2C"/>
                </a:solidFill>
              </a:defRPr>
            </a:lvl3pPr>
            <a:lvl4pPr algn="l">
              <a:defRPr sz="2025" b="1">
                <a:solidFill>
                  <a:srgbClr val="061A2C"/>
                </a:solidFill>
              </a:defRPr>
            </a:lvl4pPr>
            <a:lvl5pPr algn="l">
              <a:defRPr sz="2025" b="1">
                <a:solidFill>
                  <a:srgbClr val="061A2C"/>
                </a:solidFill>
              </a:defRPr>
            </a:lvl5pPr>
            <a:lvl6pPr algn="l">
              <a:defRPr sz="2025" b="1">
                <a:solidFill>
                  <a:srgbClr val="061A2C"/>
                </a:solidFill>
              </a:defRPr>
            </a:lvl6pPr>
            <a:lvl7pPr algn="l">
              <a:defRPr sz="2025" b="1">
                <a:solidFill>
                  <a:srgbClr val="061A2C"/>
                </a:solidFill>
              </a:defRPr>
            </a:lvl7pPr>
            <a:lvl8pPr algn="l">
              <a:defRPr sz="2025" b="1">
                <a:solidFill>
                  <a:srgbClr val="061A2C"/>
                </a:solidFill>
              </a:defRPr>
            </a:lvl8pPr>
            <a:lvl9pPr algn="l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PARC JEAN-BAPTISTE-LEBAS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0F75A-AEBC-496C-AC36-C1B47E6B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77100"/>
            <a:ext cx="895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F84D0-3AAC-4C33-A3D6-FDCB3A75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C6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9E319-4267-42DF-BE95-A2EA454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4D865-37A3-4724-A9E3-8010994A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533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61A2C"/>
                </a:solidFill>
              </a:defRPr>
            </a:defPPr>
            <a:lvl1pPr algn="l">
              <a:defRPr sz="2025" b="1">
                <a:solidFill>
                  <a:srgbClr val="061A2C"/>
                </a:solidFill>
              </a:defRPr>
            </a:lvl1pPr>
            <a:lvl2pPr algn="l">
              <a:defRPr sz="2025" b="1">
                <a:solidFill>
                  <a:srgbClr val="061A2C"/>
                </a:solidFill>
              </a:defRPr>
            </a:lvl2pPr>
            <a:lvl3pPr algn="l">
              <a:defRPr sz="2025" b="1">
                <a:solidFill>
                  <a:srgbClr val="061A2C"/>
                </a:solidFill>
              </a:defRPr>
            </a:lvl3pPr>
            <a:lvl4pPr algn="l">
              <a:defRPr sz="2025" b="1">
                <a:solidFill>
                  <a:srgbClr val="061A2C"/>
                </a:solidFill>
              </a:defRPr>
            </a:lvl4pPr>
            <a:lvl5pPr algn="l">
              <a:defRPr sz="2025" b="1">
                <a:solidFill>
                  <a:srgbClr val="061A2C"/>
                </a:solidFill>
              </a:defRPr>
            </a:lvl5pPr>
            <a:lvl6pPr algn="l">
              <a:defRPr sz="2025" b="1">
                <a:solidFill>
                  <a:srgbClr val="061A2C"/>
                </a:solidFill>
              </a:defRPr>
            </a:lvl6pPr>
            <a:lvl7pPr algn="l">
              <a:defRPr sz="2025" b="1">
                <a:solidFill>
                  <a:srgbClr val="061A2C"/>
                </a:solidFill>
              </a:defRPr>
            </a:lvl7pPr>
            <a:lvl8pPr algn="l">
              <a:defRPr sz="2025" b="1">
                <a:solidFill>
                  <a:srgbClr val="061A2C"/>
                </a:solidFill>
              </a:defRPr>
            </a:lvl8pPr>
            <a:lvl9pPr algn="l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PARC BARBIEUX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18E2C-AFA4-4A65-B330-DF657B0B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3900"/>
            <a:ext cx="895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F2885-008B-47CE-843E-F5F36517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39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F563F-F1A9-42BD-9BBD-7082802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39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B2124-28E9-4DA5-AF48-B2F820CF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4201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61A2C"/>
                </a:solidFill>
              </a:defRPr>
            </a:defPPr>
            <a:lvl1pPr algn="l">
              <a:defRPr sz="2025" b="1">
                <a:solidFill>
                  <a:srgbClr val="061A2C"/>
                </a:solidFill>
              </a:defRPr>
            </a:lvl1pPr>
            <a:lvl2pPr algn="l">
              <a:defRPr sz="2025" b="1">
                <a:solidFill>
                  <a:srgbClr val="061A2C"/>
                </a:solidFill>
              </a:defRPr>
            </a:lvl2pPr>
            <a:lvl3pPr algn="l">
              <a:defRPr sz="2025" b="1">
                <a:solidFill>
                  <a:srgbClr val="061A2C"/>
                </a:solidFill>
              </a:defRPr>
            </a:lvl3pPr>
            <a:lvl4pPr algn="l">
              <a:defRPr sz="2025" b="1">
                <a:solidFill>
                  <a:srgbClr val="061A2C"/>
                </a:solidFill>
              </a:defRPr>
            </a:lvl4pPr>
            <a:lvl5pPr algn="l">
              <a:defRPr sz="2025" b="1">
                <a:solidFill>
                  <a:srgbClr val="061A2C"/>
                </a:solidFill>
              </a:defRPr>
            </a:lvl5pPr>
            <a:lvl6pPr algn="l">
              <a:defRPr sz="2025" b="1">
                <a:solidFill>
                  <a:srgbClr val="061A2C"/>
                </a:solidFill>
              </a:defRPr>
            </a:lvl6pPr>
            <a:lvl7pPr algn="l">
              <a:defRPr sz="2025" b="1">
                <a:solidFill>
                  <a:srgbClr val="061A2C"/>
                </a:solidFill>
              </a:defRPr>
            </a:lvl7pPr>
            <a:lvl8pPr algn="l">
              <a:defRPr sz="2025" b="1">
                <a:solidFill>
                  <a:srgbClr val="061A2C"/>
                </a:solidFill>
              </a:defRPr>
            </a:lvl8pPr>
            <a:lvl9pPr algn="l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PARC DU HÉRON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74D40-0D70-42D1-9E2B-22E140AD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10700"/>
            <a:ext cx="8953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F2195-6234-4574-84E6-6934CA5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059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767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C5B27-30D2-470B-9932-8D5EF6EE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05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061A2C"/>
                </a:solidFill>
              </a:defRPr>
            </a:defPPr>
            <a:lvl1pPr algn="ctr">
              <a:defRPr sz="2025" b="1">
                <a:solidFill>
                  <a:srgbClr val="061A2C"/>
                </a:solidFill>
              </a:defRPr>
            </a:lvl1pPr>
            <a:lvl2pPr algn="ctr">
              <a:defRPr sz="2025" b="1">
                <a:solidFill>
                  <a:srgbClr val="061A2C"/>
                </a:solidFill>
              </a:defRPr>
            </a:lvl2pPr>
            <a:lvl3pPr algn="ctr">
              <a:defRPr sz="2025" b="1">
                <a:solidFill>
                  <a:srgbClr val="061A2C"/>
                </a:solidFill>
              </a:defRPr>
            </a:lvl3pPr>
            <a:lvl4pPr algn="ctr">
              <a:defRPr sz="2025" b="1">
                <a:solidFill>
                  <a:srgbClr val="061A2C"/>
                </a:solidFill>
              </a:defRPr>
            </a:lvl4pPr>
            <a:lvl5pPr algn="ctr">
              <a:defRPr sz="2025" b="1">
                <a:solidFill>
                  <a:srgbClr val="061A2C"/>
                </a:solidFill>
              </a:defRPr>
            </a:lvl5pPr>
            <a:lvl6pPr algn="ctr">
              <a:defRPr sz="2025" b="1">
                <a:solidFill>
                  <a:srgbClr val="061A2C"/>
                </a:solidFill>
              </a:defRPr>
            </a:lvl6pPr>
            <a:lvl7pPr algn="ctr">
              <a:defRPr sz="2025" b="1">
                <a:solidFill>
                  <a:srgbClr val="061A2C"/>
                </a:solidFill>
              </a:defRPr>
            </a:lvl7pPr>
            <a:lvl8pPr algn="ctr">
              <a:defRPr sz="2025" b="1">
                <a:solidFill>
                  <a:srgbClr val="061A2C"/>
                </a:solidFill>
              </a:defRPr>
            </a:lvl8pPr>
            <a:lvl9pPr algn="ctr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8BDF1-6124-44C4-9D6D-D21E5641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86900"/>
            <a:ext cx="771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61A2C"/>
                </a:solidFill>
              </a:defRPr>
            </a:defPPr>
            <a:lvl1pPr algn="l">
              <a:defRPr sz="2025" b="1">
                <a:solidFill>
                  <a:srgbClr val="061A2C"/>
                </a:solidFill>
              </a:defRPr>
            </a:lvl1pPr>
            <a:lvl2pPr algn="l">
              <a:defRPr sz="2025" b="1">
                <a:solidFill>
                  <a:srgbClr val="061A2C"/>
                </a:solidFill>
              </a:defRPr>
            </a:lvl2pPr>
            <a:lvl3pPr algn="l">
              <a:defRPr sz="2025" b="1">
                <a:solidFill>
                  <a:srgbClr val="061A2C"/>
                </a:solidFill>
              </a:defRPr>
            </a:lvl3pPr>
            <a:lvl4pPr algn="l">
              <a:defRPr sz="2025" b="1">
                <a:solidFill>
                  <a:srgbClr val="061A2C"/>
                </a:solidFill>
              </a:defRPr>
            </a:lvl4pPr>
            <a:lvl5pPr algn="l">
              <a:defRPr sz="2025" b="1">
                <a:solidFill>
                  <a:srgbClr val="061A2C"/>
                </a:solidFill>
              </a:defRPr>
            </a:lvl5pPr>
            <a:lvl6pPr algn="l">
              <a:defRPr sz="2025" b="1">
                <a:solidFill>
                  <a:srgbClr val="061A2C"/>
                </a:solidFill>
              </a:defRPr>
            </a:lvl6pPr>
            <a:lvl7pPr algn="l">
              <a:defRPr sz="2025" b="1">
                <a:solidFill>
                  <a:srgbClr val="061A2C"/>
                </a:solidFill>
              </a:defRPr>
            </a:lvl7pPr>
            <a:lvl8pPr algn="l">
              <a:defRPr sz="2025" b="1">
                <a:solidFill>
                  <a:srgbClr val="061A2C"/>
                </a:solidFill>
              </a:defRPr>
            </a:lvl8pPr>
            <a:lvl9pPr algn="l">
              <a:defRPr sz="20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61A2C"/>
                </a:solidFill>
              </a:defRPr>
            </a:pPr>
            <a:r>
              <a:rPr sz="2025" b="1">
                <a:solidFill>
                  <a:srgbClr val="061A2C"/>
                </a:solidFill>
              </a:rPr>
              <a:t>JARDIN VAUBAN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F6F0A-B70D-48F2-81BF-A321E360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</a:defRPr>
            </a:defPPr>
            <a:lvl1pPr algn="ctr">
              <a:defRPr sz="2250" b="1">
                <a:solidFill>
                  <a:srgbClr val="FFFFFF"/>
                </a:solidFill>
              </a:defRPr>
            </a:lvl1pPr>
            <a:lvl2pPr algn="ctr">
              <a:defRPr sz="2250" b="1">
                <a:solidFill>
                  <a:srgbClr val="FFFFFF"/>
                </a:solidFill>
              </a:defRPr>
            </a:lvl2pPr>
            <a:lvl3pPr algn="ctr">
              <a:defRPr sz="2250" b="1">
                <a:solidFill>
                  <a:srgbClr val="FFFFFF"/>
                </a:solidFill>
              </a:defRPr>
            </a:lvl3pPr>
            <a:lvl4pPr algn="ctr">
              <a:defRPr sz="2250" b="1">
                <a:solidFill>
                  <a:srgbClr val="FFFFFF"/>
                </a:solidFill>
              </a:defRPr>
            </a:lvl4pPr>
            <a:lvl5pPr algn="ctr">
              <a:defRPr sz="2250" b="1">
                <a:solidFill>
                  <a:srgbClr val="FFFFFF"/>
                </a:solidFill>
              </a:defRPr>
            </a:lvl5pPr>
            <a:lvl6pPr algn="ctr">
              <a:defRPr sz="2250" b="1">
                <a:solidFill>
                  <a:srgbClr val="FFFFFF"/>
                </a:solidFill>
              </a:defRPr>
            </a:lvl6pPr>
            <a:lvl7pPr algn="ctr">
              <a:defRPr sz="2250" b="1">
                <a:solidFill>
                  <a:srgbClr val="FFFFFF"/>
                </a:solidFill>
              </a:defRPr>
            </a:lvl7pPr>
            <a:lvl8pPr algn="ctr">
              <a:defRPr sz="2250" b="1">
                <a:solidFill>
                  <a:srgbClr val="FFFFFF"/>
                </a:solidFill>
              </a:defRPr>
            </a:lvl8pPr>
            <a:lvl9pPr algn="ctr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ÉCRIS LE NUMÉRO EN COMMENTAIRE</a:t>
            </a:r>
          </a:p>
        </p:txBody>
      </p:sp>
    </p:spTree>
    <p:extLst>
      <p:ext uri="{BB962C8B-B14F-4D97-AF65-F5344CB8AC3E}">
        <p14:creationId xmlns:p14="http://schemas.microsoft.com/office/powerpoint/2010/main" val="1916993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2026-10-22T09:04:40.0450000Z</dcterms:created>
  <dcterms:modified xsi:type="dcterms:W3CDTF">2026-10-22T09:04:40.0450000Z</dcterms:modified>
</coreProperties>
</file>