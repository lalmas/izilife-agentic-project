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95d30fdfb74309" /><Relationship Type="http://schemas.openxmlformats.org/officeDocument/2006/relationships/extended-properties" Target="/docProps/app.xml" Id="R30cb70bc1ce0446a" /><Relationship Type="http://schemas.openxmlformats.org/officeDocument/2006/relationships/officeDocument" Target="/ppt/presentation.xml" Id="R121a11c8cbe14a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bbbd204b274bb7"/>
  </p:sldMasterIdLst>
  <p:notesMasterIdLst>
    <p:notesMasterId xmlns:r="http://schemas.openxmlformats.org/officeDocument/2006/relationships" r:id="R2bb0bc9ddec04afe"/>
  </p:notesMasterIdLst>
  <p:sldIdLst>
    <p:sldId xmlns:r="http://schemas.openxmlformats.org/officeDocument/2006/relationships" id="256" r:id="Rebc55ac5b46a4a88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c58b3d19b74b52" /><Relationship Type="http://schemas.openxmlformats.org/officeDocument/2006/relationships/slideMaster" Target="/ppt/slideMasters/slideMaster1.xml" Id="Rd6bbbd204b274bb7" /><Relationship Type="http://schemas.openxmlformats.org/officeDocument/2006/relationships/notesMaster" Target="/ppt/notesMasters/notesMaster1.xml" Id="R2bb0bc9ddec04afe" /><Relationship Type="http://schemas.openxmlformats.org/officeDocument/2006/relationships/presProps" Target="/ppt/presProps.xml" Id="Rea1b4fa97858496c" /><Relationship Type="http://schemas.openxmlformats.org/officeDocument/2006/relationships/tableStyles" Target="/ppt/tableStyles.xml" Id="R3240baeb26124152" /><Relationship Type="http://schemas.openxmlformats.org/officeDocument/2006/relationships/slide" Target="/ppt/slides/slide1.xml" Id="Rebc55ac5b46a4a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5dbe3fdb3444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99ed19ccc749f3" /><Relationship Type="http://schemas.openxmlformats.org/officeDocument/2006/relationships/notesMaster" Target="/ppt/notesMasters/notesMaster1.xml" Id="R92b1061e671842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f4f32dc6847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10a48008843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843eb809147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2a95627dda4a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de3fad2764d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d46444e494c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6205C0-C37B-46AC-9F73-3CCB6FAE68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500D56-88F9-4A68-8E65-0DBB1254DB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33781E-44F3-44D4-94E3-566CF4FF7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5165F8-2836-4D2C-9058-72C28A0B3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68F968-4F4B-44BC-B455-896B3E4BA5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82DD8C-0D52-4B2F-AB45-049EF2399E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170C32-A085-4D49-99E4-6F20EC7A1A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A7520E-218B-4BD1-AC70-E49CD530C4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385289-537D-45F9-920C-3473CC91A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CA322D-F171-4AE6-8DAF-F968764AD1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c95f027cf9494b" /><Relationship Type="http://schemas.openxmlformats.org/officeDocument/2006/relationships/slideLayout" Target="/ppt/slideLayouts/slideLayout1.xml" Id="R32fc43afb86847d7" /><Relationship Type="http://schemas.openxmlformats.org/officeDocument/2006/relationships/slideLayout" Target="/ppt/slideLayouts/slideLayout2.xml" Id="R7f7808c755bf49d0" /><Relationship Type="http://schemas.openxmlformats.org/officeDocument/2006/relationships/slideLayout" Target="/ppt/slideLayouts/slideLayout3.xml" Id="Rf6c6f4c93d9c49e2" /><Relationship Type="http://schemas.openxmlformats.org/officeDocument/2006/relationships/slideLayout" Target="/ppt/slideLayouts/slideLayout4.xml" Id="R09f29bb7aa9f478a" /><Relationship Type="http://schemas.openxmlformats.org/officeDocument/2006/relationships/slideLayout" Target="/ppt/slideLayouts/slideLayout5.xml" Id="Rd938be9573a14d97" /><Relationship Type="http://schemas.openxmlformats.org/officeDocument/2006/relationships/slideLayout" Target="/ppt/slideLayouts/slideLayout6.xml" Id="Re6d62fff7a6348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fc43afb86847d7"/>
    <p:sldLayoutId xmlns:r="http://schemas.openxmlformats.org/officeDocument/2006/relationships" id="2147483650" r:id="R7f7808c755bf49d0"/>
    <p:sldLayoutId xmlns:r="http://schemas.openxmlformats.org/officeDocument/2006/relationships" id="2147483651" r:id="Rf6c6f4c93d9c49e2"/>
    <p:sldLayoutId xmlns:r="http://schemas.openxmlformats.org/officeDocument/2006/relationships" id="2147483652" r:id="R09f29bb7aa9f478a"/>
    <p:sldLayoutId xmlns:r="http://schemas.openxmlformats.org/officeDocument/2006/relationships" id="2147483653" r:id="Rd938be9573a14d97"/>
    <p:sldLayoutId xmlns:r="http://schemas.openxmlformats.org/officeDocument/2006/relationships" id="2147483654" r:id="Re6d62fff7a6348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e87cf4d7f144e8" /><Relationship Type="http://schemas.openxmlformats.org/officeDocument/2006/relationships/image" Target="/ppt/media/image.png" Id="Ra9189083625c47cc" /><Relationship Type="http://schemas.openxmlformats.org/officeDocument/2006/relationships/notesSlide" Target="/ppt/notesSlides/notesSlide1.xml" Id="R212a458ebac347c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9CB0F-6BE2-4FB3-99CF-D12E2789B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89083625c47c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3482A-2C5C-4385-AEDF-5706FE0B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90575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501A9-4268-4CBE-ACA6-96675033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753600" cy="12325350"/>
          </a:xfrm>
          <a:prstGeom xmlns:a="http://schemas.openxmlformats.org/drawingml/2006/main" prst="roundRect">
            <a:avLst>
              <a:gd name="adj" fmla="val 117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A20A7-4548-4DD5-9884-D7297AD6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FE295-1624-46EF-BC08-7E227450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29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1F3CC-F943-4E14-B850-DE69B8BB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5732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61A2C"/>
                </a:solidFill>
              </a:defRPr>
            </a:defPPr>
            <a:lvl1pPr algn="ctr">
              <a:defRPr sz="1650" b="1">
                <a:solidFill>
                  <a:srgbClr val="061A2C"/>
                </a:solidFill>
              </a:defRPr>
            </a:lvl1pPr>
            <a:lvl2pPr algn="ctr">
              <a:defRPr sz="1650" b="1">
                <a:solidFill>
                  <a:srgbClr val="061A2C"/>
                </a:solidFill>
              </a:defRPr>
            </a:lvl2pPr>
            <a:lvl3pPr algn="ctr">
              <a:defRPr sz="1650" b="1">
                <a:solidFill>
                  <a:srgbClr val="061A2C"/>
                </a:solidFill>
              </a:defRPr>
            </a:lvl3pPr>
            <a:lvl4pPr algn="ctr">
              <a:defRPr sz="1650" b="1">
                <a:solidFill>
                  <a:srgbClr val="061A2C"/>
                </a:solidFill>
              </a:defRPr>
            </a:lvl4pPr>
            <a:lvl5pPr algn="ctr">
              <a:defRPr sz="1650" b="1">
                <a:solidFill>
                  <a:srgbClr val="061A2C"/>
                </a:solidFill>
              </a:defRPr>
            </a:lvl5pPr>
            <a:lvl6pPr algn="ctr">
              <a:defRPr sz="1650" b="1">
                <a:solidFill>
                  <a:srgbClr val="061A2C"/>
                </a:solidFill>
              </a:defRPr>
            </a:lvl6pPr>
            <a:lvl7pPr algn="ctr">
              <a:defRPr sz="1650" b="1">
                <a:solidFill>
                  <a:srgbClr val="061A2C"/>
                </a:solidFill>
              </a:defRPr>
            </a:lvl7pPr>
            <a:lvl8pPr algn="ctr">
              <a:defRPr sz="1650" b="1">
                <a:solidFill>
                  <a:srgbClr val="061A2C"/>
                </a:solidFill>
              </a:defRPr>
            </a:lvl8pPr>
            <a:lvl9pPr algn="ctr">
              <a:defRPr sz="16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61A2C"/>
                </a:solidFill>
              </a:defRPr>
            </a:pPr>
            <a:r>
              <a:rPr sz="1650" b="1">
                <a:solidFill>
                  <a:srgbClr val="061A2C"/>
                </a:solidFill>
              </a:rPr>
              <a:t>GRAND BOL D’AIR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57453-1960-4824-840F-085FFB33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450" b="1">
                <a:solidFill>
                  <a:srgbClr val="FF7672"/>
                </a:solidFill>
              </a:defRPr>
            </a:defPPr>
            <a:lvl1pPr algn="l">
              <a:defRPr sz="12450" b="1">
                <a:solidFill>
                  <a:srgbClr val="FF7672"/>
                </a:solidFill>
              </a:defRPr>
            </a:lvl1pPr>
            <a:lvl2pPr algn="l">
              <a:defRPr sz="12450" b="1">
                <a:solidFill>
                  <a:srgbClr val="FF7672"/>
                </a:solidFill>
              </a:defRPr>
            </a:lvl2pPr>
            <a:lvl3pPr algn="l">
              <a:defRPr sz="12450" b="1">
                <a:solidFill>
                  <a:srgbClr val="FF7672"/>
                </a:solidFill>
              </a:defRPr>
            </a:lvl3pPr>
            <a:lvl4pPr algn="l">
              <a:defRPr sz="12450" b="1">
                <a:solidFill>
                  <a:srgbClr val="FF7672"/>
                </a:solidFill>
              </a:defRPr>
            </a:lvl4pPr>
            <a:lvl5pPr algn="l">
              <a:defRPr sz="12450" b="1">
                <a:solidFill>
                  <a:srgbClr val="FF7672"/>
                </a:solidFill>
              </a:defRPr>
            </a:lvl5pPr>
            <a:lvl6pPr algn="l">
              <a:defRPr sz="12450" b="1">
                <a:solidFill>
                  <a:srgbClr val="FF7672"/>
                </a:solidFill>
              </a:defRPr>
            </a:lvl6pPr>
            <a:lvl7pPr algn="l">
              <a:defRPr sz="12450" b="1">
                <a:solidFill>
                  <a:srgbClr val="FF7672"/>
                </a:solidFill>
              </a:defRPr>
            </a:lvl7pPr>
            <a:lvl8pPr algn="l">
              <a:defRPr sz="12450" b="1">
                <a:solidFill>
                  <a:srgbClr val="FF7672"/>
                </a:solidFill>
              </a:defRPr>
            </a:lvl8pPr>
            <a:lvl9pPr algn="l">
              <a:defRPr sz="12450" b="1">
                <a:solidFill>
                  <a:srgbClr val="FF7672"/>
                </a:solidFill>
              </a:defRPr>
            </a:lvl9pPr>
          </a:lstStyle>
          <a:p xmlns:a="http://schemas.openxmlformats.org/drawingml/2006/main">
            <a:pPr algn="l">
              <a:defRPr sz="12450" b="1">
                <a:solidFill>
                  <a:srgbClr val="FF7672"/>
                </a:solidFill>
              </a:defRPr>
            </a:pPr>
            <a:r>
              <a:rPr sz="12450" b="1">
                <a:solidFill>
                  <a:srgbClr val="FF7672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C0308-EE47-4DC4-B319-286A1649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</a:defRPr>
            </a:defPPr>
            <a:lvl1pPr algn="l">
              <a:defRPr sz="4950" b="1">
                <a:solidFill>
                  <a:srgbClr val="FFFFFF"/>
                </a:solidFill>
              </a:defRPr>
            </a:lvl1pPr>
            <a:lvl2pPr algn="l">
              <a:defRPr sz="4950" b="1">
                <a:solidFill>
                  <a:srgbClr val="FFFFFF"/>
                </a:solidFill>
              </a:defRPr>
            </a:lvl2pPr>
            <a:lvl3pPr algn="l">
              <a:defRPr sz="4950" b="1">
                <a:solidFill>
                  <a:srgbClr val="FFFFFF"/>
                </a:solidFill>
              </a:defRPr>
            </a:lvl3pPr>
            <a:lvl4pPr algn="l">
              <a:defRPr sz="4950" b="1">
                <a:solidFill>
                  <a:srgbClr val="FFFFFF"/>
                </a:solidFill>
              </a:defRPr>
            </a:lvl4pPr>
            <a:lvl5pPr algn="l">
              <a:defRPr sz="4950" b="1">
                <a:solidFill>
                  <a:srgbClr val="FFFFFF"/>
                </a:solidFill>
              </a:defRPr>
            </a:lvl5pPr>
            <a:lvl6pPr algn="l">
              <a:defRPr sz="4950" b="1">
                <a:solidFill>
                  <a:srgbClr val="FFFFFF"/>
                </a:solidFill>
              </a:defRPr>
            </a:lvl6pPr>
            <a:lvl7pPr algn="l">
              <a:defRPr sz="4950" b="1">
                <a:solidFill>
                  <a:srgbClr val="FFFFFF"/>
                </a:solidFill>
              </a:defRPr>
            </a:lvl7pPr>
            <a:lvl8pPr algn="l">
              <a:defRPr sz="4950" b="1">
                <a:solidFill>
                  <a:srgbClr val="FFFFFF"/>
                </a:solidFill>
              </a:defRPr>
            </a:lvl8pPr>
            <a:lvl9pPr algn="l">
              <a:defRPr sz="49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SUPERBES PARCS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3EBEC-EE3B-44F0-A4D2-6CE8ADBD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</a:defRPr>
            </a:defPPr>
            <a:lvl1pPr algn="l">
              <a:defRPr sz="4500" b="1">
                <a:solidFill>
                  <a:srgbClr val="FFFFFF"/>
                </a:solidFill>
              </a:defRPr>
            </a:lvl1pPr>
            <a:lvl2pPr algn="l">
              <a:defRPr sz="4500" b="1">
                <a:solidFill>
                  <a:srgbClr val="FFFFFF"/>
                </a:solidFill>
              </a:defRPr>
            </a:lvl2pPr>
            <a:lvl3pPr algn="l">
              <a:defRPr sz="4500" b="1">
                <a:solidFill>
                  <a:srgbClr val="FFFFFF"/>
                </a:solidFill>
              </a:defRPr>
            </a:lvl3pPr>
            <a:lvl4pPr algn="l">
              <a:defRPr sz="4500" b="1">
                <a:solidFill>
                  <a:srgbClr val="FFFFFF"/>
                </a:solidFill>
              </a:defRPr>
            </a:lvl4pPr>
            <a:lvl5pPr algn="l">
              <a:defRPr sz="4500" b="1">
                <a:solidFill>
                  <a:srgbClr val="FFFFFF"/>
                </a:solidFill>
              </a:defRPr>
            </a:lvl5pPr>
            <a:lvl6pPr algn="l">
              <a:defRPr sz="4500" b="1">
                <a:solidFill>
                  <a:srgbClr val="FFFFFF"/>
                </a:solidFill>
              </a:defRPr>
            </a:lvl6pPr>
            <a:lvl7pPr algn="l">
              <a:defRPr sz="4500" b="1">
                <a:solidFill>
                  <a:srgbClr val="FFFFFF"/>
                </a:solidFill>
              </a:defRPr>
            </a:lvl7pPr>
            <a:lvl8pPr algn="l">
              <a:defRPr sz="4500" b="1">
                <a:solidFill>
                  <a:srgbClr val="FFFFFF"/>
                </a:solidFill>
              </a:defRPr>
            </a:lvl8pPr>
            <a:lvl9pPr algn="l">
              <a:defRPr sz="4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À DÉCOUVRIR DANS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26E0E-9C09-42BF-A2CC-2EABC93C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75" b="1">
                <a:solidFill>
                  <a:srgbClr val="1DD1A1"/>
                </a:solidFill>
              </a:defRPr>
            </a:defPPr>
            <a:lvl1pPr algn="l">
              <a:defRPr sz="4875" b="1">
                <a:solidFill>
                  <a:srgbClr val="1DD1A1"/>
                </a:solidFill>
              </a:defRPr>
            </a:lvl1pPr>
            <a:lvl2pPr algn="l">
              <a:defRPr sz="4875" b="1">
                <a:solidFill>
                  <a:srgbClr val="1DD1A1"/>
                </a:solidFill>
              </a:defRPr>
            </a:lvl2pPr>
            <a:lvl3pPr algn="l">
              <a:defRPr sz="4875" b="1">
                <a:solidFill>
                  <a:srgbClr val="1DD1A1"/>
                </a:solidFill>
              </a:defRPr>
            </a:lvl3pPr>
            <a:lvl4pPr algn="l">
              <a:defRPr sz="4875" b="1">
                <a:solidFill>
                  <a:srgbClr val="1DD1A1"/>
                </a:solidFill>
              </a:defRPr>
            </a:lvl4pPr>
            <a:lvl5pPr algn="l">
              <a:defRPr sz="4875" b="1">
                <a:solidFill>
                  <a:srgbClr val="1DD1A1"/>
                </a:solidFill>
              </a:defRPr>
            </a:lvl5pPr>
            <a:lvl6pPr algn="l">
              <a:defRPr sz="4875" b="1">
                <a:solidFill>
                  <a:srgbClr val="1DD1A1"/>
                </a:solidFill>
              </a:defRPr>
            </a:lvl6pPr>
            <a:lvl7pPr algn="l">
              <a:defRPr sz="4875" b="1">
                <a:solidFill>
                  <a:srgbClr val="1DD1A1"/>
                </a:solidFill>
              </a:defRPr>
            </a:lvl7pPr>
            <a:lvl8pPr algn="l">
              <a:defRPr sz="4875" b="1">
                <a:solidFill>
                  <a:srgbClr val="1DD1A1"/>
                </a:solidFill>
              </a:defRPr>
            </a:lvl8pPr>
            <a:lvl9pPr algn="l">
              <a:defRPr sz="4875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1DD1A1"/>
                </a:solidFill>
              </a:defRPr>
            </a:pPr>
            <a:r>
              <a:rPr sz="4875" b="1">
                <a:solidFill>
                  <a:srgbClr val="1DD1A1"/>
                </a:solidFill>
              </a:rPr>
              <a:t>LA MÉTROPOLE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B92D4-DCA5-4D4E-B259-1EA6F3D4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67625"/>
            <a:ext cx="828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7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8DDF3-02CD-4807-8E34-0DEFFF2A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</a:defRPr>
            </a:defPPr>
            <a:lvl1pPr algn="l">
              <a:defRPr sz="2325" b="1">
                <a:solidFill>
                  <a:srgbClr val="FFFFFF"/>
                </a:solidFill>
              </a:defRPr>
            </a:lvl1pPr>
            <a:lvl2pPr algn="l">
              <a:defRPr sz="2325" b="1">
                <a:solidFill>
                  <a:srgbClr val="FFFFFF"/>
                </a:solidFill>
              </a:defRPr>
            </a:lvl2pPr>
            <a:lvl3pPr algn="l">
              <a:defRPr sz="2325" b="1">
                <a:solidFill>
                  <a:srgbClr val="FFFFFF"/>
                </a:solidFill>
              </a:defRPr>
            </a:lvl3pPr>
            <a:lvl4pPr algn="l">
              <a:defRPr sz="2325" b="1">
                <a:solidFill>
                  <a:srgbClr val="FFFFFF"/>
                </a:solidFill>
              </a:defRPr>
            </a:lvl4pPr>
            <a:lvl5pPr algn="l">
              <a:defRPr sz="2325" b="1">
                <a:solidFill>
                  <a:srgbClr val="FFFFFF"/>
                </a:solidFill>
              </a:defRPr>
            </a:lvl5pPr>
            <a:lvl6pPr algn="l">
              <a:defRPr sz="2325" b="1">
                <a:solidFill>
                  <a:srgbClr val="FFFFFF"/>
                </a:solidFill>
              </a:defRPr>
            </a:lvl6pPr>
            <a:lvl7pPr algn="l">
              <a:defRPr sz="2325" b="1">
                <a:solidFill>
                  <a:srgbClr val="FFFFFF"/>
                </a:solidFill>
              </a:defRPr>
            </a:lvl7pPr>
            <a:lvl8pPr algn="l">
              <a:defRPr sz="2325" b="1">
                <a:solidFill>
                  <a:srgbClr val="FFFFFF"/>
                </a:solidFill>
              </a:defRPr>
            </a:lvl8pPr>
            <a:lvl9pPr algn="l">
              <a:defRPr sz="23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Pour marcher, courir, pique-niquer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A6B40-29FB-49E1-B28D-2083038A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</a:defRPr>
            </a:defPPr>
            <a:lvl1pPr algn="l">
              <a:defRPr sz="2325" b="1">
                <a:solidFill>
                  <a:srgbClr val="FFFFFF"/>
                </a:solidFill>
              </a:defRPr>
            </a:lvl1pPr>
            <a:lvl2pPr algn="l">
              <a:defRPr sz="2325" b="1">
                <a:solidFill>
                  <a:srgbClr val="FFFFFF"/>
                </a:solidFill>
              </a:defRPr>
            </a:lvl2pPr>
            <a:lvl3pPr algn="l">
              <a:defRPr sz="2325" b="1">
                <a:solidFill>
                  <a:srgbClr val="FFFFFF"/>
                </a:solidFill>
              </a:defRPr>
            </a:lvl3pPr>
            <a:lvl4pPr algn="l">
              <a:defRPr sz="2325" b="1">
                <a:solidFill>
                  <a:srgbClr val="FFFFFF"/>
                </a:solidFill>
              </a:defRPr>
            </a:lvl4pPr>
            <a:lvl5pPr algn="l">
              <a:defRPr sz="2325" b="1">
                <a:solidFill>
                  <a:srgbClr val="FFFFFF"/>
                </a:solidFill>
              </a:defRPr>
            </a:lvl5pPr>
            <a:lvl6pPr algn="l">
              <a:defRPr sz="2325" b="1">
                <a:solidFill>
                  <a:srgbClr val="FFFFFF"/>
                </a:solidFill>
              </a:defRPr>
            </a:lvl6pPr>
            <a:lvl7pPr algn="l">
              <a:defRPr sz="2325" b="1">
                <a:solidFill>
                  <a:srgbClr val="FFFFFF"/>
                </a:solidFill>
              </a:defRPr>
            </a:lvl7pPr>
            <a:lvl8pPr algn="l">
              <a:defRPr sz="2325" b="1">
                <a:solidFill>
                  <a:srgbClr val="FFFFFF"/>
                </a:solidFill>
              </a:defRPr>
            </a:lvl8pPr>
            <a:lvl9pPr algn="l">
              <a:defRPr sz="23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ou simplement respirer.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F037A-83DB-48DF-9005-B066C981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0"/>
            <a:ext cx="8953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5DD16-32C4-4F0C-AC8D-850DD100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0401300"/>
            <a:ext cx="842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061A2C"/>
                </a:solidFill>
              </a:defRPr>
            </a:defPPr>
            <a:lvl1pPr algn="ctr">
              <a:defRPr sz="2025" b="1">
                <a:solidFill>
                  <a:srgbClr val="061A2C"/>
                </a:solidFill>
              </a:defRPr>
            </a:lvl1pPr>
            <a:lvl2pPr algn="ctr">
              <a:defRPr sz="2025" b="1">
                <a:solidFill>
                  <a:srgbClr val="061A2C"/>
                </a:solidFill>
              </a:defRPr>
            </a:lvl2pPr>
            <a:lvl3pPr algn="ctr">
              <a:defRPr sz="2025" b="1">
                <a:solidFill>
                  <a:srgbClr val="061A2C"/>
                </a:solidFill>
              </a:defRPr>
            </a:lvl3pPr>
            <a:lvl4pPr algn="ctr">
              <a:defRPr sz="2025" b="1">
                <a:solidFill>
                  <a:srgbClr val="061A2C"/>
                </a:solidFill>
              </a:defRPr>
            </a:lvl4pPr>
            <a:lvl5pPr algn="ctr">
              <a:defRPr sz="2025" b="1">
                <a:solidFill>
                  <a:srgbClr val="061A2C"/>
                </a:solidFill>
              </a:defRPr>
            </a:lvl5pPr>
            <a:lvl6pPr algn="ctr">
              <a:defRPr sz="2025" b="1">
                <a:solidFill>
                  <a:srgbClr val="061A2C"/>
                </a:solidFill>
              </a:defRPr>
            </a:lvl6pPr>
            <a:lvl7pPr algn="ctr">
              <a:defRPr sz="2025" b="1">
                <a:solidFill>
                  <a:srgbClr val="061A2C"/>
                </a:solidFill>
              </a:defRPr>
            </a:lvl7pPr>
            <a:lvl8pPr algn="ctr">
              <a:defRPr sz="2025" b="1">
                <a:solidFill>
                  <a:srgbClr val="061A2C"/>
                </a:solidFill>
              </a:defRPr>
            </a:lvl8pPr>
            <a:lvl9pPr algn="ctr">
              <a:defRPr sz="20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61A2C"/>
                </a:solidFill>
              </a:defRPr>
            </a:pPr>
            <a:r>
              <a:rPr sz="2025" b="1">
                <a:solidFill>
                  <a:srgbClr val="061A2C"/>
                </a:solidFill>
              </a:rPr>
              <a:t>FAIS GLISSER POUR DÉCOUVRIR LA SÉLECTION</a:t>
            </a:r>
          </a:p>
        </p:txBody>
      </p:sp>
    </p:spTree>
    <p:extLst>
      <p:ext uri="{BB962C8B-B14F-4D97-AF65-F5344CB8AC3E}">
        <p14:creationId xmlns:p14="http://schemas.microsoft.com/office/powerpoint/2010/main" val="1128415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2026-10-22T09:04:51.9860000Z</dcterms:created>
  <dcterms:modified xsi:type="dcterms:W3CDTF">2026-10-22T09:04:51.9860000Z</dcterms:modified>
</coreProperties>
</file>