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45cee3fbde4143" /><Relationship Type="http://schemas.openxmlformats.org/officeDocument/2006/relationships/extended-properties" Target="/docProps/app.xml" Id="Re5ab0cc4e5db4cfd" /><Relationship Type="http://schemas.openxmlformats.org/officeDocument/2006/relationships/officeDocument" Target="/ppt/presentation.xml" Id="R328f3ac9295546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9ef7abcba54199"/>
  </p:sldMasterIdLst>
  <p:notesMasterIdLst>
    <p:notesMasterId xmlns:r="http://schemas.openxmlformats.org/officeDocument/2006/relationships" r:id="R6359633618024edc"/>
  </p:notesMasterIdLst>
  <p:sldIdLst>
    <p:sldId xmlns:r="http://schemas.openxmlformats.org/officeDocument/2006/relationships" id="256" r:id="R583a935e08df4de8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fca1433424483e" /><Relationship Type="http://schemas.openxmlformats.org/officeDocument/2006/relationships/slideMaster" Target="/ppt/slideMasters/slideMaster1.xml" Id="R7f9ef7abcba54199" /><Relationship Type="http://schemas.openxmlformats.org/officeDocument/2006/relationships/notesMaster" Target="/ppt/notesMasters/notesMaster1.xml" Id="R6359633618024edc" /><Relationship Type="http://schemas.openxmlformats.org/officeDocument/2006/relationships/presProps" Target="/ppt/presProps.xml" Id="Rfccf254062754593" /><Relationship Type="http://schemas.openxmlformats.org/officeDocument/2006/relationships/tableStyles" Target="/ppt/tableStyles.xml" Id="Rf21c422122564ca4" /><Relationship Type="http://schemas.openxmlformats.org/officeDocument/2006/relationships/slide" Target="/ppt/slides/slide1.xml" Id="R583a935e08df4d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70f744b28d42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5a34901190436d" /><Relationship Type="http://schemas.openxmlformats.org/officeDocument/2006/relationships/notesMaster" Target="/ppt/notesMasters/notesMaster1.xml" Id="R5227b4da208348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5142d9178344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b2fe2abb14f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c606f3ff504c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f822d9c5b148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c59ab8a39449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163052c68e4f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2A3370-AFE6-4EEB-9CCD-FFBA990E50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75E2525-DFFE-437D-AE86-7D90E8944F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257C96-430E-443F-BB79-A5F4E267AA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362018-F78F-459E-ACDE-E6564A7EC8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5C04D7-6F53-4E20-80C1-A3833A71D3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03C2B9-B581-4972-9EA7-64D5619B40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B7EE7B-1348-4D3D-8E92-989B9B68B8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E58F5D-DAA9-4286-8C61-3721E7AE38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8719AD-22A2-4A5A-980B-2237E0AFC6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90546B-4969-413C-B941-5DD5BF5FD2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8c78a0c6c6436a" /><Relationship Type="http://schemas.openxmlformats.org/officeDocument/2006/relationships/slideLayout" Target="/ppt/slideLayouts/slideLayout1.xml" Id="Rb508d5186c7b4007" /><Relationship Type="http://schemas.openxmlformats.org/officeDocument/2006/relationships/slideLayout" Target="/ppt/slideLayouts/slideLayout2.xml" Id="R6ec1b1700e3b4cfe" /><Relationship Type="http://schemas.openxmlformats.org/officeDocument/2006/relationships/slideLayout" Target="/ppt/slideLayouts/slideLayout3.xml" Id="R9af31df509c6422d" /><Relationship Type="http://schemas.openxmlformats.org/officeDocument/2006/relationships/slideLayout" Target="/ppt/slideLayouts/slideLayout4.xml" Id="R61db2f924f264e0b" /><Relationship Type="http://schemas.openxmlformats.org/officeDocument/2006/relationships/slideLayout" Target="/ppt/slideLayouts/slideLayout5.xml" Id="R87fac8e2d885460f" /><Relationship Type="http://schemas.openxmlformats.org/officeDocument/2006/relationships/slideLayout" Target="/ppt/slideLayouts/slideLayout6.xml" Id="Rd6254bd558ec46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08d5186c7b4007"/>
    <p:sldLayoutId xmlns:r="http://schemas.openxmlformats.org/officeDocument/2006/relationships" id="2147483650" r:id="R6ec1b1700e3b4cfe"/>
    <p:sldLayoutId xmlns:r="http://schemas.openxmlformats.org/officeDocument/2006/relationships" id="2147483651" r:id="R9af31df509c6422d"/>
    <p:sldLayoutId xmlns:r="http://schemas.openxmlformats.org/officeDocument/2006/relationships" id="2147483652" r:id="R61db2f924f264e0b"/>
    <p:sldLayoutId xmlns:r="http://schemas.openxmlformats.org/officeDocument/2006/relationships" id="2147483653" r:id="R87fac8e2d885460f"/>
    <p:sldLayoutId xmlns:r="http://schemas.openxmlformats.org/officeDocument/2006/relationships" id="2147483654" r:id="Rd6254bd558ec46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b0b957da6b491a" /><Relationship Type="http://schemas.openxmlformats.org/officeDocument/2006/relationships/image" Target="/ppt/media/image.png" Id="R10fec708a3a84a05" /><Relationship Type="http://schemas.openxmlformats.org/officeDocument/2006/relationships/notesSlide" Target="/ppt/notesSlides/notesSlide1.xml" Id="R6b65f88bb0ec432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19F838-BD0D-447A-9C93-9884304DFD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ec708a3a84a05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5CC37-5F1B-44B7-B0BB-4D129660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90575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EC9B1-4806-44DD-A203-2627A979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753600" cy="12325350"/>
          </a:xfrm>
          <a:prstGeom xmlns:a="http://schemas.openxmlformats.org/drawingml/2006/main" prst="roundRect">
            <a:avLst>
              <a:gd name="adj" fmla="val 117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81F57-526A-46DF-ACAA-1795B292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iziLife.co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68AB4-6B16-4A71-BF8C-A48BFB9D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286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DD1A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89626-06EF-4855-AB64-6D1E9573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57325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61A2C"/>
                </a:solidFill>
              </a:defRPr>
            </a:defPPr>
            <a:lvl1pPr algn="ctr">
              <a:defRPr sz="1650" b="1">
                <a:solidFill>
                  <a:srgbClr val="061A2C"/>
                </a:solidFill>
              </a:defRPr>
            </a:lvl1pPr>
            <a:lvl2pPr algn="ctr">
              <a:defRPr sz="1650" b="1">
                <a:solidFill>
                  <a:srgbClr val="061A2C"/>
                </a:solidFill>
              </a:defRPr>
            </a:lvl2pPr>
            <a:lvl3pPr algn="ctr">
              <a:defRPr sz="1650" b="1">
                <a:solidFill>
                  <a:srgbClr val="061A2C"/>
                </a:solidFill>
              </a:defRPr>
            </a:lvl3pPr>
            <a:lvl4pPr algn="ctr">
              <a:defRPr sz="1650" b="1">
                <a:solidFill>
                  <a:srgbClr val="061A2C"/>
                </a:solidFill>
              </a:defRPr>
            </a:lvl4pPr>
            <a:lvl5pPr algn="ctr">
              <a:defRPr sz="1650" b="1">
                <a:solidFill>
                  <a:srgbClr val="061A2C"/>
                </a:solidFill>
              </a:defRPr>
            </a:lvl5pPr>
            <a:lvl6pPr algn="ctr">
              <a:defRPr sz="1650" b="1">
                <a:solidFill>
                  <a:srgbClr val="061A2C"/>
                </a:solidFill>
              </a:defRPr>
            </a:lvl6pPr>
            <a:lvl7pPr algn="ctr">
              <a:defRPr sz="1650" b="1">
                <a:solidFill>
                  <a:srgbClr val="061A2C"/>
                </a:solidFill>
              </a:defRPr>
            </a:lvl7pPr>
            <a:lvl8pPr algn="ctr">
              <a:defRPr sz="1650" b="1">
                <a:solidFill>
                  <a:srgbClr val="061A2C"/>
                </a:solidFill>
              </a:defRPr>
            </a:lvl8pPr>
            <a:lvl9pPr algn="ctr">
              <a:defRPr sz="16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61A2C"/>
                </a:solidFill>
              </a:defRPr>
            </a:pPr>
            <a:r>
              <a:rPr sz="1650" b="1">
                <a:solidFill>
                  <a:srgbClr val="061A2C"/>
                </a:solidFill>
              </a:rPr>
              <a:t>HABITUDES LILLOISES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3D44F-FDFF-4C0F-996F-BBF01F41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</a:defRPr>
            </a:defPPr>
            <a:lvl1pPr algn="l">
              <a:defRPr sz="4650" b="1">
                <a:solidFill>
                  <a:srgbClr val="FFFFFF"/>
                </a:solidFill>
              </a:defRPr>
            </a:lvl1pPr>
            <a:lvl2pPr algn="l">
              <a:defRPr sz="4650" b="1">
                <a:solidFill>
                  <a:srgbClr val="FFFFFF"/>
                </a:solidFill>
              </a:defRPr>
            </a:lvl2pPr>
            <a:lvl3pPr algn="l">
              <a:defRPr sz="4650" b="1">
                <a:solidFill>
                  <a:srgbClr val="FFFFFF"/>
                </a:solidFill>
              </a:defRPr>
            </a:lvl3pPr>
            <a:lvl4pPr algn="l">
              <a:defRPr sz="4650" b="1">
                <a:solidFill>
                  <a:srgbClr val="FFFFFF"/>
                </a:solidFill>
              </a:defRPr>
            </a:lvl4pPr>
            <a:lvl5pPr algn="l">
              <a:defRPr sz="4650" b="1">
                <a:solidFill>
                  <a:srgbClr val="FFFFFF"/>
                </a:solidFill>
              </a:defRPr>
            </a:lvl5pPr>
            <a:lvl6pPr algn="l">
              <a:defRPr sz="4650" b="1">
                <a:solidFill>
                  <a:srgbClr val="FFFFFF"/>
                </a:solidFill>
              </a:defRPr>
            </a:lvl6pPr>
            <a:lvl7pPr algn="l">
              <a:defRPr sz="4650" b="1">
                <a:solidFill>
                  <a:srgbClr val="FFFFFF"/>
                </a:solidFill>
              </a:defRPr>
            </a:lvl7pPr>
            <a:lvl8pPr algn="l">
              <a:defRPr sz="4650" b="1">
                <a:solidFill>
                  <a:srgbClr val="FFFFFF"/>
                </a:solidFill>
              </a:defRPr>
            </a:lvl8pPr>
            <a:lvl9pPr algn="l">
              <a:defRPr sz="4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5 ENDROITS OÙ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D7A38-7664-4303-8155-AEC5E6C7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425" b="1">
                <a:solidFill>
                  <a:srgbClr val="FFFFFF"/>
                </a:solidFill>
              </a:defRPr>
            </a:defPPr>
            <a:lvl1pPr algn="l">
              <a:defRPr sz="4425" b="1">
                <a:solidFill>
                  <a:srgbClr val="FFFFFF"/>
                </a:solidFill>
              </a:defRPr>
            </a:lvl1pPr>
            <a:lvl2pPr algn="l">
              <a:defRPr sz="4425" b="1">
                <a:solidFill>
                  <a:srgbClr val="FFFFFF"/>
                </a:solidFill>
              </a:defRPr>
            </a:lvl2pPr>
            <a:lvl3pPr algn="l">
              <a:defRPr sz="4425" b="1">
                <a:solidFill>
                  <a:srgbClr val="FFFFFF"/>
                </a:solidFill>
              </a:defRPr>
            </a:lvl3pPr>
            <a:lvl4pPr algn="l">
              <a:defRPr sz="4425" b="1">
                <a:solidFill>
                  <a:srgbClr val="FFFFFF"/>
                </a:solidFill>
              </a:defRPr>
            </a:lvl4pPr>
            <a:lvl5pPr algn="l">
              <a:defRPr sz="4425" b="1">
                <a:solidFill>
                  <a:srgbClr val="FFFFFF"/>
                </a:solidFill>
              </a:defRPr>
            </a:lvl5pPr>
            <a:lvl6pPr algn="l">
              <a:defRPr sz="4425" b="1">
                <a:solidFill>
                  <a:srgbClr val="FFFFFF"/>
                </a:solidFill>
              </a:defRPr>
            </a:lvl6pPr>
            <a:lvl7pPr algn="l">
              <a:defRPr sz="4425" b="1">
                <a:solidFill>
                  <a:srgbClr val="FFFFFF"/>
                </a:solidFill>
              </a:defRPr>
            </a:lvl7pPr>
            <a:lvl8pPr algn="l">
              <a:defRPr sz="4425" b="1">
                <a:solidFill>
                  <a:srgbClr val="FFFFFF"/>
                </a:solidFill>
              </a:defRPr>
            </a:lvl8pPr>
            <a:lvl9pPr algn="l">
              <a:defRPr sz="4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4425" b="1">
                <a:solidFill>
                  <a:srgbClr val="FFFFFF"/>
                </a:solidFill>
              </a:defRPr>
            </a:pPr>
            <a:r>
              <a:rPr sz="4425" b="1">
                <a:solidFill>
                  <a:srgbClr val="FFFFFF"/>
                </a:solidFill>
              </a:rPr>
              <a:t>ON FINIT TOUJOURS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8CA7A-0C02-4BB6-B681-D0B72364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875" b="1">
                <a:solidFill>
                  <a:srgbClr val="FF7672"/>
                </a:solidFill>
              </a:defRPr>
            </a:defPPr>
            <a:lvl1pPr algn="l">
              <a:defRPr sz="4875" b="1">
                <a:solidFill>
                  <a:srgbClr val="FF7672"/>
                </a:solidFill>
              </a:defRPr>
            </a:lvl1pPr>
            <a:lvl2pPr algn="l">
              <a:defRPr sz="4875" b="1">
                <a:solidFill>
                  <a:srgbClr val="FF7672"/>
                </a:solidFill>
              </a:defRPr>
            </a:lvl2pPr>
            <a:lvl3pPr algn="l">
              <a:defRPr sz="4875" b="1">
                <a:solidFill>
                  <a:srgbClr val="FF7672"/>
                </a:solidFill>
              </a:defRPr>
            </a:lvl3pPr>
            <a:lvl4pPr algn="l">
              <a:defRPr sz="4875" b="1">
                <a:solidFill>
                  <a:srgbClr val="FF7672"/>
                </a:solidFill>
              </a:defRPr>
            </a:lvl4pPr>
            <a:lvl5pPr algn="l">
              <a:defRPr sz="4875" b="1">
                <a:solidFill>
                  <a:srgbClr val="FF7672"/>
                </a:solidFill>
              </a:defRPr>
            </a:lvl5pPr>
            <a:lvl6pPr algn="l">
              <a:defRPr sz="4875" b="1">
                <a:solidFill>
                  <a:srgbClr val="FF7672"/>
                </a:solidFill>
              </a:defRPr>
            </a:lvl6pPr>
            <a:lvl7pPr algn="l">
              <a:defRPr sz="4875" b="1">
                <a:solidFill>
                  <a:srgbClr val="FF7672"/>
                </a:solidFill>
              </a:defRPr>
            </a:lvl7pPr>
            <a:lvl8pPr algn="l">
              <a:defRPr sz="4875" b="1">
                <a:solidFill>
                  <a:srgbClr val="FF7672"/>
                </a:solidFill>
              </a:defRPr>
            </a:lvl8pPr>
            <a:lvl9pPr algn="l">
              <a:defRPr sz="4875" b="1">
                <a:solidFill>
                  <a:srgbClr val="FF7672"/>
                </a:solidFill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FF7672"/>
                </a:solidFill>
              </a:defRPr>
            </a:pPr>
            <a:r>
              <a:rPr sz="4875" b="1">
                <a:solidFill>
                  <a:srgbClr val="FF7672"/>
                </a:solidFill>
              </a:rPr>
              <a:t>PAR SE POSER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8479A-EF05-400B-8E4C-A5067F9D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89535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8E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7A2F4-2F28-4E4E-9069-26039F6D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864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DD1A1"/>
                </a:solidFill>
              </a:defRPr>
            </a:defPPr>
            <a:lvl1pPr algn="ctr">
              <a:defRPr sz="1800" b="1">
                <a:solidFill>
                  <a:srgbClr val="1DD1A1"/>
                </a:solidFill>
              </a:defRPr>
            </a:lvl1pPr>
            <a:lvl2pPr algn="ctr">
              <a:defRPr sz="1800" b="1">
                <a:solidFill>
                  <a:srgbClr val="1DD1A1"/>
                </a:solidFill>
              </a:defRPr>
            </a:lvl2pPr>
            <a:lvl3pPr algn="ctr">
              <a:defRPr sz="1800" b="1">
                <a:solidFill>
                  <a:srgbClr val="1DD1A1"/>
                </a:solidFill>
              </a:defRPr>
            </a:lvl3pPr>
            <a:lvl4pPr algn="ctr">
              <a:defRPr sz="1800" b="1">
                <a:solidFill>
                  <a:srgbClr val="1DD1A1"/>
                </a:solidFill>
              </a:defRPr>
            </a:lvl4pPr>
            <a:lvl5pPr algn="ctr">
              <a:defRPr sz="1800" b="1">
                <a:solidFill>
                  <a:srgbClr val="1DD1A1"/>
                </a:solidFill>
              </a:defRPr>
            </a:lvl5pPr>
            <a:lvl6pPr algn="ctr">
              <a:defRPr sz="1800" b="1">
                <a:solidFill>
                  <a:srgbClr val="1DD1A1"/>
                </a:solidFill>
              </a:defRPr>
            </a:lvl6pPr>
            <a:lvl7pPr algn="ctr">
              <a:defRPr sz="1800" b="1">
                <a:solidFill>
                  <a:srgbClr val="1DD1A1"/>
                </a:solidFill>
              </a:defRPr>
            </a:lvl7pPr>
            <a:lvl8pPr algn="ctr">
              <a:defRPr sz="1800" b="1">
                <a:solidFill>
                  <a:srgbClr val="1DD1A1"/>
                </a:solidFill>
              </a:defRPr>
            </a:lvl8pPr>
            <a:lvl9pPr algn="ctr">
              <a:defRPr sz="1800" b="1">
                <a:solidFill>
                  <a:srgbClr val="1DD1A1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DD1A1"/>
                </a:solidFill>
              </a:defRPr>
            </a:pPr>
            <a:r>
              <a:rPr sz="1800" b="1">
                <a:solidFill>
                  <a:srgbClr val="1DD1A1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5014A-F882-4167-9D95-74B300ED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67690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61A2C"/>
                </a:solidFill>
              </a:defRPr>
            </a:defPPr>
            <a:lvl1pPr algn="l">
              <a:defRPr sz="1950" b="1">
                <a:solidFill>
                  <a:srgbClr val="061A2C"/>
                </a:solidFill>
              </a:defRPr>
            </a:lvl1pPr>
            <a:lvl2pPr algn="l">
              <a:defRPr sz="1950" b="1">
                <a:solidFill>
                  <a:srgbClr val="061A2C"/>
                </a:solidFill>
              </a:defRPr>
            </a:lvl2pPr>
            <a:lvl3pPr algn="l">
              <a:defRPr sz="1950" b="1">
                <a:solidFill>
                  <a:srgbClr val="061A2C"/>
                </a:solidFill>
              </a:defRPr>
            </a:lvl3pPr>
            <a:lvl4pPr algn="l">
              <a:defRPr sz="1950" b="1">
                <a:solidFill>
                  <a:srgbClr val="061A2C"/>
                </a:solidFill>
              </a:defRPr>
            </a:lvl4pPr>
            <a:lvl5pPr algn="l">
              <a:defRPr sz="1950" b="1">
                <a:solidFill>
                  <a:srgbClr val="061A2C"/>
                </a:solidFill>
              </a:defRPr>
            </a:lvl5pPr>
            <a:lvl6pPr algn="l">
              <a:defRPr sz="1950" b="1">
                <a:solidFill>
                  <a:srgbClr val="061A2C"/>
                </a:solidFill>
              </a:defRPr>
            </a:lvl6pPr>
            <a:lvl7pPr algn="l">
              <a:defRPr sz="1950" b="1">
                <a:solidFill>
                  <a:srgbClr val="061A2C"/>
                </a:solidFill>
              </a:defRPr>
            </a:lvl7pPr>
            <a:lvl8pPr algn="l">
              <a:defRPr sz="1950" b="1">
                <a:solidFill>
                  <a:srgbClr val="061A2C"/>
                </a:solidFill>
              </a:defRPr>
            </a:lvl8pPr>
            <a:lvl9pPr algn="l">
              <a:defRPr sz="19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61A2C"/>
                </a:solidFill>
              </a:defRPr>
            </a:pPr>
            <a:r>
              <a:rPr sz="1950" b="1">
                <a:solidFill>
                  <a:srgbClr val="061A2C"/>
                </a:solidFill>
              </a:rPr>
              <a:t>LES MARCHES DE L’OPÉRA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17330-4FCA-42C1-9E72-52E22987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89535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8E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AEE00-0044-4004-8637-B101B52F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579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DD1A1"/>
                </a:solidFill>
              </a:defRPr>
            </a:defPPr>
            <a:lvl1pPr algn="ctr">
              <a:defRPr sz="1800" b="1">
                <a:solidFill>
                  <a:srgbClr val="1DD1A1"/>
                </a:solidFill>
              </a:defRPr>
            </a:lvl1pPr>
            <a:lvl2pPr algn="ctr">
              <a:defRPr sz="1800" b="1">
                <a:solidFill>
                  <a:srgbClr val="1DD1A1"/>
                </a:solidFill>
              </a:defRPr>
            </a:lvl2pPr>
            <a:lvl3pPr algn="ctr">
              <a:defRPr sz="1800" b="1">
                <a:solidFill>
                  <a:srgbClr val="1DD1A1"/>
                </a:solidFill>
              </a:defRPr>
            </a:lvl3pPr>
            <a:lvl4pPr algn="ctr">
              <a:defRPr sz="1800" b="1">
                <a:solidFill>
                  <a:srgbClr val="1DD1A1"/>
                </a:solidFill>
              </a:defRPr>
            </a:lvl4pPr>
            <a:lvl5pPr algn="ctr">
              <a:defRPr sz="1800" b="1">
                <a:solidFill>
                  <a:srgbClr val="1DD1A1"/>
                </a:solidFill>
              </a:defRPr>
            </a:lvl5pPr>
            <a:lvl6pPr algn="ctr">
              <a:defRPr sz="1800" b="1">
                <a:solidFill>
                  <a:srgbClr val="1DD1A1"/>
                </a:solidFill>
              </a:defRPr>
            </a:lvl6pPr>
            <a:lvl7pPr algn="ctr">
              <a:defRPr sz="1800" b="1">
                <a:solidFill>
                  <a:srgbClr val="1DD1A1"/>
                </a:solidFill>
              </a:defRPr>
            </a:lvl7pPr>
            <a:lvl8pPr algn="ctr">
              <a:defRPr sz="1800" b="1">
                <a:solidFill>
                  <a:srgbClr val="1DD1A1"/>
                </a:solidFill>
              </a:defRPr>
            </a:lvl8pPr>
            <a:lvl9pPr algn="ctr">
              <a:defRPr sz="1800" b="1">
                <a:solidFill>
                  <a:srgbClr val="1DD1A1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DD1A1"/>
                </a:solidFill>
              </a:defRPr>
            </a:pPr>
            <a:r>
              <a:rPr sz="1800" b="1">
                <a:solidFill>
                  <a:srgbClr val="1DD1A1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5053A-39BF-4CCA-9712-76D7E3A4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64845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61A2C"/>
                </a:solidFill>
              </a:defRPr>
            </a:defPPr>
            <a:lvl1pPr algn="l">
              <a:defRPr sz="1950" b="1">
                <a:solidFill>
                  <a:srgbClr val="061A2C"/>
                </a:solidFill>
              </a:defRPr>
            </a:lvl1pPr>
            <a:lvl2pPr algn="l">
              <a:defRPr sz="1950" b="1">
                <a:solidFill>
                  <a:srgbClr val="061A2C"/>
                </a:solidFill>
              </a:defRPr>
            </a:lvl2pPr>
            <a:lvl3pPr algn="l">
              <a:defRPr sz="1950" b="1">
                <a:solidFill>
                  <a:srgbClr val="061A2C"/>
                </a:solidFill>
              </a:defRPr>
            </a:lvl3pPr>
            <a:lvl4pPr algn="l">
              <a:defRPr sz="1950" b="1">
                <a:solidFill>
                  <a:srgbClr val="061A2C"/>
                </a:solidFill>
              </a:defRPr>
            </a:lvl4pPr>
            <a:lvl5pPr algn="l">
              <a:defRPr sz="1950" b="1">
                <a:solidFill>
                  <a:srgbClr val="061A2C"/>
                </a:solidFill>
              </a:defRPr>
            </a:lvl5pPr>
            <a:lvl6pPr algn="l">
              <a:defRPr sz="1950" b="1">
                <a:solidFill>
                  <a:srgbClr val="061A2C"/>
                </a:solidFill>
              </a:defRPr>
            </a:lvl6pPr>
            <a:lvl7pPr algn="l">
              <a:defRPr sz="1950" b="1">
                <a:solidFill>
                  <a:srgbClr val="061A2C"/>
                </a:solidFill>
              </a:defRPr>
            </a:lvl7pPr>
            <a:lvl8pPr algn="l">
              <a:defRPr sz="1950" b="1">
                <a:solidFill>
                  <a:srgbClr val="061A2C"/>
                </a:solidFill>
              </a:defRPr>
            </a:lvl8pPr>
            <a:lvl9pPr algn="l">
              <a:defRPr sz="19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61A2C"/>
                </a:solidFill>
              </a:defRPr>
            </a:pPr>
            <a:r>
              <a:rPr sz="1950" b="1">
                <a:solidFill>
                  <a:srgbClr val="061A2C"/>
                </a:solidFill>
              </a:rPr>
              <a:t>LA GRAND’PLACE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6090E-BCEF-4C63-91FC-7DC3AB0B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62850"/>
            <a:ext cx="89535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8E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F52CC-0FC0-4DCC-8C55-FE5329F2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95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7672"/>
                </a:solidFill>
              </a:defRPr>
            </a:defPPr>
            <a:lvl1pPr algn="ctr">
              <a:defRPr sz="1800" b="1">
                <a:solidFill>
                  <a:srgbClr val="FF7672"/>
                </a:solidFill>
              </a:defRPr>
            </a:lvl1pPr>
            <a:lvl2pPr algn="ctr">
              <a:defRPr sz="1800" b="1">
                <a:solidFill>
                  <a:srgbClr val="FF7672"/>
                </a:solidFill>
              </a:defRPr>
            </a:lvl2pPr>
            <a:lvl3pPr algn="ctr">
              <a:defRPr sz="1800" b="1">
                <a:solidFill>
                  <a:srgbClr val="FF7672"/>
                </a:solidFill>
              </a:defRPr>
            </a:lvl3pPr>
            <a:lvl4pPr algn="ctr">
              <a:defRPr sz="1800" b="1">
                <a:solidFill>
                  <a:srgbClr val="FF7672"/>
                </a:solidFill>
              </a:defRPr>
            </a:lvl4pPr>
            <a:lvl5pPr algn="ctr">
              <a:defRPr sz="1800" b="1">
                <a:solidFill>
                  <a:srgbClr val="FF7672"/>
                </a:solidFill>
              </a:defRPr>
            </a:lvl5pPr>
            <a:lvl6pPr algn="ctr">
              <a:defRPr sz="1800" b="1">
                <a:solidFill>
                  <a:srgbClr val="FF7672"/>
                </a:solidFill>
              </a:defRPr>
            </a:lvl6pPr>
            <a:lvl7pPr algn="ctr">
              <a:defRPr sz="1800" b="1">
                <a:solidFill>
                  <a:srgbClr val="FF7672"/>
                </a:solidFill>
              </a:defRPr>
            </a:lvl7pPr>
            <a:lvl8pPr algn="ctr">
              <a:defRPr sz="1800" b="1">
                <a:solidFill>
                  <a:srgbClr val="FF7672"/>
                </a:solidFill>
              </a:defRPr>
            </a:lvl8pPr>
            <a:lvl9pPr algn="ctr">
              <a:defRPr sz="1800" b="1">
                <a:solidFill>
                  <a:srgbClr val="FF7672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7672"/>
                </a:solidFill>
              </a:defRPr>
            </a:pPr>
            <a:r>
              <a:rPr sz="1800" b="1">
                <a:solidFill>
                  <a:srgbClr val="FF7672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8A1336-FCF3-4AF5-A998-2E0A157F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62000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61A2C"/>
                </a:solidFill>
              </a:defRPr>
            </a:defPPr>
            <a:lvl1pPr algn="l">
              <a:defRPr sz="1950" b="1">
                <a:solidFill>
                  <a:srgbClr val="061A2C"/>
                </a:solidFill>
              </a:defRPr>
            </a:lvl1pPr>
            <a:lvl2pPr algn="l">
              <a:defRPr sz="1950" b="1">
                <a:solidFill>
                  <a:srgbClr val="061A2C"/>
                </a:solidFill>
              </a:defRPr>
            </a:lvl2pPr>
            <a:lvl3pPr algn="l">
              <a:defRPr sz="1950" b="1">
                <a:solidFill>
                  <a:srgbClr val="061A2C"/>
                </a:solidFill>
              </a:defRPr>
            </a:lvl3pPr>
            <a:lvl4pPr algn="l">
              <a:defRPr sz="1950" b="1">
                <a:solidFill>
                  <a:srgbClr val="061A2C"/>
                </a:solidFill>
              </a:defRPr>
            </a:lvl4pPr>
            <a:lvl5pPr algn="l">
              <a:defRPr sz="1950" b="1">
                <a:solidFill>
                  <a:srgbClr val="061A2C"/>
                </a:solidFill>
              </a:defRPr>
            </a:lvl5pPr>
            <a:lvl6pPr algn="l">
              <a:defRPr sz="1950" b="1">
                <a:solidFill>
                  <a:srgbClr val="061A2C"/>
                </a:solidFill>
              </a:defRPr>
            </a:lvl6pPr>
            <a:lvl7pPr algn="l">
              <a:defRPr sz="1950" b="1">
                <a:solidFill>
                  <a:srgbClr val="061A2C"/>
                </a:solidFill>
              </a:defRPr>
            </a:lvl7pPr>
            <a:lvl8pPr algn="l">
              <a:defRPr sz="1950" b="1">
                <a:solidFill>
                  <a:srgbClr val="061A2C"/>
                </a:solidFill>
              </a:defRPr>
            </a:lvl8pPr>
            <a:lvl9pPr algn="l">
              <a:defRPr sz="19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61A2C"/>
                </a:solidFill>
              </a:defRPr>
            </a:pPr>
            <a:r>
              <a:rPr sz="1950" b="1">
                <a:solidFill>
                  <a:srgbClr val="061A2C"/>
                </a:solidFill>
              </a:rPr>
              <a:t>LES PELOUSES DE LA CITADELLE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22B53F-E9D3-4459-AE76-54FDC64B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34400"/>
            <a:ext cx="89535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8E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890C6-51F0-4D08-907D-C3B018DC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6010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DD1A1"/>
                </a:solidFill>
              </a:defRPr>
            </a:defPPr>
            <a:lvl1pPr algn="ctr">
              <a:defRPr sz="1800" b="1">
                <a:solidFill>
                  <a:srgbClr val="1DD1A1"/>
                </a:solidFill>
              </a:defRPr>
            </a:lvl1pPr>
            <a:lvl2pPr algn="ctr">
              <a:defRPr sz="1800" b="1">
                <a:solidFill>
                  <a:srgbClr val="1DD1A1"/>
                </a:solidFill>
              </a:defRPr>
            </a:lvl2pPr>
            <a:lvl3pPr algn="ctr">
              <a:defRPr sz="1800" b="1">
                <a:solidFill>
                  <a:srgbClr val="1DD1A1"/>
                </a:solidFill>
              </a:defRPr>
            </a:lvl3pPr>
            <a:lvl4pPr algn="ctr">
              <a:defRPr sz="1800" b="1">
                <a:solidFill>
                  <a:srgbClr val="1DD1A1"/>
                </a:solidFill>
              </a:defRPr>
            </a:lvl4pPr>
            <a:lvl5pPr algn="ctr">
              <a:defRPr sz="1800" b="1">
                <a:solidFill>
                  <a:srgbClr val="1DD1A1"/>
                </a:solidFill>
              </a:defRPr>
            </a:lvl5pPr>
            <a:lvl6pPr algn="ctr">
              <a:defRPr sz="1800" b="1">
                <a:solidFill>
                  <a:srgbClr val="1DD1A1"/>
                </a:solidFill>
              </a:defRPr>
            </a:lvl6pPr>
            <a:lvl7pPr algn="ctr">
              <a:defRPr sz="1800" b="1">
                <a:solidFill>
                  <a:srgbClr val="1DD1A1"/>
                </a:solidFill>
              </a:defRPr>
            </a:lvl7pPr>
            <a:lvl8pPr algn="ctr">
              <a:defRPr sz="1800" b="1">
                <a:solidFill>
                  <a:srgbClr val="1DD1A1"/>
                </a:solidFill>
              </a:defRPr>
            </a:lvl8pPr>
            <a:lvl9pPr algn="ctr">
              <a:defRPr sz="1800" b="1">
                <a:solidFill>
                  <a:srgbClr val="1DD1A1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DD1A1"/>
                </a:solidFill>
              </a:defRPr>
            </a:pPr>
            <a:r>
              <a:rPr sz="1800" b="1">
                <a:solidFill>
                  <a:srgbClr val="1DD1A1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016B28-0BEB-4EE7-9F40-939BEDB6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59155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61A2C"/>
                </a:solidFill>
              </a:defRPr>
            </a:defPPr>
            <a:lvl1pPr algn="l">
              <a:defRPr sz="1950" b="1">
                <a:solidFill>
                  <a:srgbClr val="061A2C"/>
                </a:solidFill>
              </a:defRPr>
            </a:lvl1pPr>
            <a:lvl2pPr algn="l">
              <a:defRPr sz="1950" b="1">
                <a:solidFill>
                  <a:srgbClr val="061A2C"/>
                </a:solidFill>
              </a:defRPr>
            </a:lvl2pPr>
            <a:lvl3pPr algn="l">
              <a:defRPr sz="1950" b="1">
                <a:solidFill>
                  <a:srgbClr val="061A2C"/>
                </a:solidFill>
              </a:defRPr>
            </a:lvl3pPr>
            <a:lvl4pPr algn="l">
              <a:defRPr sz="1950" b="1">
                <a:solidFill>
                  <a:srgbClr val="061A2C"/>
                </a:solidFill>
              </a:defRPr>
            </a:lvl4pPr>
            <a:lvl5pPr algn="l">
              <a:defRPr sz="1950" b="1">
                <a:solidFill>
                  <a:srgbClr val="061A2C"/>
                </a:solidFill>
              </a:defRPr>
            </a:lvl5pPr>
            <a:lvl6pPr algn="l">
              <a:defRPr sz="1950" b="1">
                <a:solidFill>
                  <a:srgbClr val="061A2C"/>
                </a:solidFill>
              </a:defRPr>
            </a:lvl6pPr>
            <a:lvl7pPr algn="l">
              <a:defRPr sz="1950" b="1">
                <a:solidFill>
                  <a:srgbClr val="061A2C"/>
                </a:solidFill>
              </a:defRPr>
            </a:lvl7pPr>
            <a:lvl8pPr algn="l">
              <a:defRPr sz="1950" b="1">
                <a:solidFill>
                  <a:srgbClr val="061A2C"/>
                </a:solidFill>
              </a:defRPr>
            </a:lvl8pPr>
            <a:lvl9pPr algn="l">
              <a:defRPr sz="19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61A2C"/>
                </a:solidFill>
              </a:defRPr>
            </a:pPr>
            <a:r>
              <a:rPr sz="1950" b="1">
                <a:solidFill>
                  <a:srgbClr val="061A2C"/>
                </a:solidFill>
              </a:rPr>
              <a:t>WAZEMMES APRÈS LE MARCHÉ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2C7D67-106C-4FB8-95CF-C2B48788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05950"/>
            <a:ext cx="89535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8E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8FF143-1C48-4FA3-BDFF-1E8A7EA2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726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DD1A1"/>
                </a:solidFill>
              </a:defRPr>
            </a:defPPr>
            <a:lvl1pPr algn="ctr">
              <a:defRPr sz="1800" b="1">
                <a:solidFill>
                  <a:srgbClr val="1DD1A1"/>
                </a:solidFill>
              </a:defRPr>
            </a:lvl1pPr>
            <a:lvl2pPr algn="ctr">
              <a:defRPr sz="1800" b="1">
                <a:solidFill>
                  <a:srgbClr val="1DD1A1"/>
                </a:solidFill>
              </a:defRPr>
            </a:lvl2pPr>
            <a:lvl3pPr algn="ctr">
              <a:defRPr sz="1800" b="1">
                <a:solidFill>
                  <a:srgbClr val="1DD1A1"/>
                </a:solidFill>
              </a:defRPr>
            </a:lvl3pPr>
            <a:lvl4pPr algn="ctr">
              <a:defRPr sz="1800" b="1">
                <a:solidFill>
                  <a:srgbClr val="1DD1A1"/>
                </a:solidFill>
              </a:defRPr>
            </a:lvl4pPr>
            <a:lvl5pPr algn="ctr">
              <a:defRPr sz="1800" b="1">
                <a:solidFill>
                  <a:srgbClr val="1DD1A1"/>
                </a:solidFill>
              </a:defRPr>
            </a:lvl5pPr>
            <a:lvl6pPr algn="ctr">
              <a:defRPr sz="1800" b="1">
                <a:solidFill>
                  <a:srgbClr val="1DD1A1"/>
                </a:solidFill>
              </a:defRPr>
            </a:lvl6pPr>
            <a:lvl7pPr algn="ctr">
              <a:defRPr sz="1800" b="1">
                <a:solidFill>
                  <a:srgbClr val="1DD1A1"/>
                </a:solidFill>
              </a:defRPr>
            </a:lvl7pPr>
            <a:lvl8pPr algn="ctr">
              <a:defRPr sz="1800" b="1">
                <a:solidFill>
                  <a:srgbClr val="1DD1A1"/>
                </a:solidFill>
              </a:defRPr>
            </a:lvl8pPr>
            <a:lvl9pPr algn="ctr">
              <a:defRPr sz="1800" b="1">
                <a:solidFill>
                  <a:srgbClr val="1DD1A1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DD1A1"/>
                </a:solidFill>
              </a:defRPr>
            </a:pPr>
            <a:r>
              <a:rPr sz="1800" b="1">
                <a:solidFill>
                  <a:srgbClr val="1DD1A1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9D43FF-D648-4919-B25A-5D1CBFBC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956310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61A2C"/>
                </a:solidFill>
              </a:defRPr>
            </a:defPPr>
            <a:lvl1pPr algn="l">
              <a:defRPr sz="1950" b="1">
                <a:solidFill>
                  <a:srgbClr val="061A2C"/>
                </a:solidFill>
              </a:defRPr>
            </a:lvl1pPr>
            <a:lvl2pPr algn="l">
              <a:defRPr sz="1950" b="1">
                <a:solidFill>
                  <a:srgbClr val="061A2C"/>
                </a:solidFill>
              </a:defRPr>
            </a:lvl2pPr>
            <a:lvl3pPr algn="l">
              <a:defRPr sz="1950" b="1">
                <a:solidFill>
                  <a:srgbClr val="061A2C"/>
                </a:solidFill>
              </a:defRPr>
            </a:lvl3pPr>
            <a:lvl4pPr algn="l">
              <a:defRPr sz="1950" b="1">
                <a:solidFill>
                  <a:srgbClr val="061A2C"/>
                </a:solidFill>
              </a:defRPr>
            </a:lvl4pPr>
            <a:lvl5pPr algn="l">
              <a:defRPr sz="1950" b="1">
                <a:solidFill>
                  <a:srgbClr val="061A2C"/>
                </a:solidFill>
              </a:defRPr>
            </a:lvl5pPr>
            <a:lvl6pPr algn="l">
              <a:defRPr sz="1950" b="1">
                <a:solidFill>
                  <a:srgbClr val="061A2C"/>
                </a:solidFill>
              </a:defRPr>
            </a:lvl6pPr>
            <a:lvl7pPr algn="l">
              <a:defRPr sz="1950" b="1">
                <a:solidFill>
                  <a:srgbClr val="061A2C"/>
                </a:solidFill>
              </a:defRPr>
            </a:lvl7pPr>
            <a:lvl8pPr algn="l">
              <a:defRPr sz="1950" b="1">
                <a:solidFill>
                  <a:srgbClr val="061A2C"/>
                </a:solidFill>
              </a:defRPr>
            </a:lvl8pPr>
            <a:lvl9pPr algn="l">
              <a:defRPr sz="19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61A2C"/>
                </a:solidFill>
              </a:defRPr>
            </a:pPr>
            <a:r>
              <a:rPr sz="1950" b="1">
                <a:solidFill>
                  <a:srgbClr val="061A2C"/>
                </a:solidFill>
              </a:rPr>
              <a:t>DEVANT LA TREILLE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646F01-D4EE-4F58-AFC3-B2E32BBF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10875"/>
            <a:ext cx="895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</a:defRPr>
            </a:defPPr>
            <a:lvl1pPr algn="ctr">
              <a:defRPr sz="2250" b="1">
                <a:solidFill>
                  <a:srgbClr val="FFFFFF"/>
                </a:solidFill>
              </a:defRPr>
            </a:lvl1pPr>
            <a:lvl2pPr algn="ctr">
              <a:defRPr sz="2250" b="1">
                <a:solidFill>
                  <a:srgbClr val="FFFFFF"/>
                </a:solidFill>
              </a:defRPr>
            </a:lvl2pPr>
            <a:lvl3pPr algn="ctr">
              <a:defRPr sz="2250" b="1">
                <a:solidFill>
                  <a:srgbClr val="FFFFFF"/>
                </a:solidFill>
              </a:defRPr>
            </a:lvl3pPr>
            <a:lvl4pPr algn="ctr">
              <a:defRPr sz="2250" b="1">
                <a:solidFill>
                  <a:srgbClr val="FFFFFF"/>
                </a:solidFill>
              </a:defRPr>
            </a:lvl4pPr>
            <a:lvl5pPr algn="ctr">
              <a:defRPr sz="2250" b="1">
                <a:solidFill>
                  <a:srgbClr val="FFFFFF"/>
                </a:solidFill>
              </a:defRPr>
            </a:lvl5pPr>
            <a:lvl6pPr algn="ctr">
              <a:defRPr sz="2250" b="1">
                <a:solidFill>
                  <a:srgbClr val="FFFFFF"/>
                </a:solidFill>
              </a:defRPr>
            </a:lvl6pPr>
            <a:lvl7pPr algn="ctr">
              <a:defRPr sz="2250" b="1">
                <a:solidFill>
                  <a:srgbClr val="FFFFFF"/>
                </a:solidFill>
              </a:defRPr>
            </a:lvl7pPr>
            <a:lvl8pPr algn="ctr">
              <a:defRPr sz="2250" b="1">
                <a:solidFill>
                  <a:srgbClr val="FFFFFF"/>
                </a:solidFill>
              </a:defRPr>
            </a:lvl8pPr>
            <a:lvl9pPr algn="ctr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LAQUELLE EST VRAIMENT TON HABITUDE ?</a:t>
            </a:r>
          </a:p>
        </p:txBody>
      </p:sp>
    </p:spTree>
    <p:extLst>
      <p:ext uri="{BB962C8B-B14F-4D97-AF65-F5344CB8AC3E}">
        <p14:creationId xmlns:p14="http://schemas.microsoft.com/office/powerpoint/2010/main" val="1420966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2026-10-22T09:04:46.6490000Z</dcterms:created>
  <dcterms:modified xsi:type="dcterms:W3CDTF">2026-10-22T09:04:46.6490000Z</dcterms:modified>
</coreProperties>
</file>