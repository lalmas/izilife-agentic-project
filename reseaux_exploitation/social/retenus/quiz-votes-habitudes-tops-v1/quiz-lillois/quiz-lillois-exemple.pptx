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8492157c4c4828" /><Relationship Type="http://schemas.openxmlformats.org/officeDocument/2006/relationships/extended-properties" Target="/docProps/app.xml" Id="R46e88702e9cf4a9a" /><Relationship Type="http://schemas.openxmlformats.org/officeDocument/2006/relationships/officeDocument" Target="/ppt/presentation.xml" Id="Ra6f6b1e3df99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b6d7579d2442fa"/>
  </p:sldMasterIdLst>
  <p:notesMasterIdLst>
    <p:notesMasterId xmlns:r="http://schemas.openxmlformats.org/officeDocument/2006/relationships" r:id="Re5153e79445449b5"/>
  </p:notesMasterIdLst>
  <p:sldIdLst>
    <p:sldId xmlns:r="http://schemas.openxmlformats.org/officeDocument/2006/relationships" id="256" r:id="R6758fc858c024bb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8bcef9a914715" /><Relationship Type="http://schemas.openxmlformats.org/officeDocument/2006/relationships/slideMaster" Target="/ppt/slideMasters/slideMaster1.xml" Id="R35b6d7579d2442fa" /><Relationship Type="http://schemas.openxmlformats.org/officeDocument/2006/relationships/notesMaster" Target="/ppt/notesMasters/notesMaster1.xml" Id="Re5153e79445449b5" /><Relationship Type="http://schemas.openxmlformats.org/officeDocument/2006/relationships/presProps" Target="/ppt/presProps.xml" Id="Rbd228b20dd394549" /><Relationship Type="http://schemas.openxmlformats.org/officeDocument/2006/relationships/tableStyles" Target="/ppt/tableStyles.xml" Id="R51c4b463fbeb444e" /><Relationship Type="http://schemas.openxmlformats.org/officeDocument/2006/relationships/slide" Target="/ppt/slides/slide1.xml" Id="R6758fc858c02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9deb75bc8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570563c93e4ce3" /><Relationship Type="http://schemas.openxmlformats.org/officeDocument/2006/relationships/notesMaster" Target="/ppt/notesMasters/notesMaster1.xml" Id="R1e1633e8fabc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B, la crypte Saint-Pierre-Saint-Paul à Wazemmes. Source : Ville de Lille, Salle d’armes Crypte Saint-Pierre-Saint-Paul.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bf66f4b0c42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58b1cd19141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51cb6b85e41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1322cc16b43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c7037ed914b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6d41b6f2b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DF9F1E-2C39-483D-8458-3470AEBCB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23938A-75B0-4D78-8539-2CE07EABA9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9E9D11-2B13-4A57-A418-506195B63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1AE987-A3DF-453A-830E-6D8CC12B7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5D34C9-FB90-4FEF-AEE2-B48112743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658D0E-AC2F-47C0-80C9-F3CBC10AE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5C60A6-9EE5-4FDD-A540-B56F9DE709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E7A1C9-7FE3-4F67-BE62-79DDA9E5B3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8C1C86-ABF1-4CCC-ACFA-099C48BA1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936151-8706-4AF5-A47F-5EE3952FB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22facb2474c1f" /><Relationship Type="http://schemas.openxmlformats.org/officeDocument/2006/relationships/slideLayout" Target="/ppt/slideLayouts/slideLayout1.xml" Id="R837c4a194bb749f0" /><Relationship Type="http://schemas.openxmlformats.org/officeDocument/2006/relationships/slideLayout" Target="/ppt/slideLayouts/slideLayout2.xml" Id="R1442a11ca3744a3c" /><Relationship Type="http://schemas.openxmlformats.org/officeDocument/2006/relationships/slideLayout" Target="/ppt/slideLayouts/slideLayout3.xml" Id="Rb0205d00ec724151" /><Relationship Type="http://schemas.openxmlformats.org/officeDocument/2006/relationships/slideLayout" Target="/ppt/slideLayouts/slideLayout4.xml" Id="R1a02985fbb6b4691" /><Relationship Type="http://schemas.openxmlformats.org/officeDocument/2006/relationships/slideLayout" Target="/ppt/slideLayouts/slideLayout5.xml" Id="R5a6ebbe663544604" /><Relationship Type="http://schemas.openxmlformats.org/officeDocument/2006/relationships/slideLayout" Target="/ppt/slideLayouts/slideLayout6.xml" Id="R2db3dc76d24c41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c4a194bb749f0"/>
    <p:sldLayoutId xmlns:r="http://schemas.openxmlformats.org/officeDocument/2006/relationships" id="2147483650" r:id="R1442a11ca3744a3c"/>
    <p:sldLayoutId xmlns:r="http://schemas.openxmlformats.org/officeDocument/2006/relationships" id="2147483651" r:id="Rb0205d00ec724151"/>
    <p:sldLayoutId xmlns:r="http://schemas.openxmlformats.org/officeDocument/2006/relationships" id="2147483652" r:id="R1a02985fbb6b4691"/>
    <p:sldLayoutId xmlns:r="http://schemas.openxmlformats.org/officeDocument/2006/relationships" id="2147483653" r:id="R5a6ebbe663544604"/>
    <p:sldLayoutId xmlns:r="http://schemas.openxmlformats.org/officeDocument/2006/relationships" id="2147483654" r:id="R2db3dc76d24c41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d03dc6b744a78" /><Relationship Type="http://schemas.openxmlformats.org/officeDocument/2006/relationships/image" Target="/ppt/media/image.png" Id="R1bcf29ff99cf428c" /><Relationship Type="http://schemas.openxmlformats.org/officeDocument/2006/relationships/notesSlide" Target="/ppt/notesSlides/notesSlide1.xml" Id="Rf8b96c5b9a8f4d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ABCFF-FFF0-400D-B16F-B0FCDC099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f29ff99cf428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E0E6B-F88E-4B63-820A-14E5C4A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A12E3-8994-41A3-B70D-DEF31223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753600" cy="12325350"/>
          </a:xfrm>
          <a:prstGeom xmlns:a="http://schemas.openxmlformats.org/drawingml/2006/main" prst="roundRect">
            <a:avLst>
              <a:gd name="adj" fmla="val 117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3BD4D-B232-4AE1-B0DA-77911EBE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BCC0F-9A15-4805-A6B8-4B6E243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2DE99-A03A-472E-BD85-E3160AF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61A2C"/>
                </a:solidFill>
              </a:defRPr>
            </a:defPPr>
            <a:lvl1pPr algn="ctr">
              <a:defRPr sz="1650" b="1">
                <a:solidFill>
                  <a:srgbClr val="061A2C"/>
                </a:solidFill>
              </a:defRPr>
            </a:lvl1pPr>
            <a:lvl2pPr algn="ctr">
              <a:defRPr sz="1650" b="1">
                <a:solidFill>
                  <a:srgbClr val="061A2C"/>
                </a:solidFill>
              </a:defRPr>
            </a:lvl2pPr>
            <a:lvl3pPr algn="ctr">
              <a:defRPr sz="1650" b="1">
                <a:solidFill>
                  <a:srgbClr val="061A2C"/>
                </a:solidFill>
              </a:defRPr>
            </a:lvl3pPr>
            <a:lvl4pPr algn="ctr">
              <a:defRPr sz="1650" b="1">
                <a:solidFill>
                  <a:srgbClr val="061A2C"/>
                </a:solidFill>
              </a:defRPr>
            </a:lvl4pPr>
            <a:lvl5pPr algn="ctr">
              <a:defRPr sz="1650" b="1">
                <a:solidFill>
                  <a:srgbClr val="061A2C"/>
                </a:solidFill>
              </a:defRPr>
            </a:lvl5pPr>
            <a:lvl6pPr algn="ctr">
              <a:defRPr sz="1650" b="1">
                <a:solidFill>
                  <a:srgbClr val="061A2C"/>
                </a:solidFill>
              </a:defRPr>
            </a:lvl6pPr>
            <a:lvl7pPr algn="ctr">
              <a:defRPr sz="1650" b="1">
                <a:solidFill>
                  <a:srgbClr val="061A2C"/>
                </a:solidFill>
              </a:defRPr>
            </a:lvl7pPr>
            <a:lvl8pPr algn="ctr">
              <a:defRPr sz="1650" b="1">
                <a:solidFill>
                  <a:srgbClr val="061A2C"/>
                </a:solidFill>
              </a:defRPr>
            </a:lvl8pPr>
            <a:lvl9pPr algn="ctr">
              <a:defRPr sz="16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61A2C"/>
                </a:solidFill>
              </a:defRPr>
            </a:pPr>
            <a:r>
              <a:rPr sz="1650" b="1">
                <a:solidFill>
                  <a:srgbClr val="061A2C"/>
                </a:solidFill>
              </a:rPr>
              <a:t>QUIZ LILLOIS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9B953-91DA-48D7-95C1-B7227D8B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425" b="1">
                <a:solidFill>
                  <a:srgbClr val="FFFFFF"/>
                </a:solidFill>
              </a:defRPr>
            </a:defPPr>
            <a:lvl1pPr algn="l">
              <a:defRPr sz="4425" b="1">
                <a:solidFill>
                  <a:srgbClr val="FFFFFF"/>
                </a:solidFill>
              </a:defRPr>
            </a:lvl1pPr>
            <a:lvl2pPr algn="l">
              <a:defRPr sz="4425" b="1">
                <a:solidFill>
                  <a:srgbClr val="FFFFFF"/>
                </a:solidFill>
              </a:defRPr>
            </a:lvl2pPr>
            <a:lvl3pPr algn="l">
              <a:defRPr sz="4425" b="1">
                <a:solidFill>
                  <a:srgbClr val="FFFFFF"/>
                </a:solidFill>
              </a:defRPr>
            </a:lvl3pPr>
            <a:lvl4pPr algn="l">
              <a:defRPr sz="4425" b="1">
                <a:solidFill>
                  <a:srgbClr val="FFFFFF"/>
                </a:solidFill>
              </a:defRPr>
            </a:lvl4pPr>
            <a:lvl5pPr algn="l">
              <a:defRPr sz="4425" b="1">
                <a:solidFill>
                  <a:srgbClr val="FFFFFF"/>
                </a:solidFill>
              </a:defRPr>
            </a:lvl5pPr>
            <a:lvl6pPr algn="l">
              <a:defRPr sz="4425" b="1">
                <a:solidFill>
                  <a:srgbClr val="FFFFFF"/>
                </a:solidFill>
              </a:defRPr>
            </a:lvl6pPr>
            <a:lvl7pPr algn="l">
              <a:defRPr sz="4425" b="1">
                <a:solidFill>
                  <a:srgbClr val="FFFFFF"/>
                </a:solidFill>
              </a:defRPr>
            </a:lvl7pPr>
            <a:lvl8pPr algn="l">
              <a:defRPr sz="4425" b="1">
                <a:solidFill>
                  <a:srgbClr val="FFFFFF"/>
                </a:solidFill>
              </a:defRPr>
            </a:lvl8pPr>
            <a:lvl9pPr algn="l">
              <a:defRPr sz="4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FFFFFF"/>
                </a:solidFill>
              </a:defRPr>
            </a:pPr>
            <a:r>
              <a:rPr sz="4425" b="1">
                <a:solidFill>
                  <a:srgbClr val="FFFFFF"/>
                </a:solidFill>
              </a:rPr>
              <a:t>QUEL LIEU LILLOIS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E6C28-DE4C-4DFC-9C79-A4AC8B4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1DD1A1"/>
                </a:solidFill>
              </a:defRPr>
            </a:defPPr>
            <a:lvl1pPr algn="l">
              <a:defRPr sz="4575" b="1">
                <a:solidFill>
                  <a:srgbClr val="1DD1A1"/>
                </a:solidFill>
              </a:defRPr>
            </a:lvl1pPr>
            <a:lvl2pPr algn="l">
              <a:defRPr sz="4575" b="1">
                <a:solidFill>
                  <a:srgbClr val="1DD1A1"/>
                </a:solidFill>
              </a:defRPr>
            </a:lvl2pPr>
            <a:lvl3pPr algn="l">
              <a:defRPr sz="4575" b="1">
                <a:solidFill>
                  <a:srgbClr val="1DD1A1"/>
                </a:solidFill>
              </a:defRPr>
            </a:lvl3pPr>
            <a:lvl4pPr algn="l">
              <a:defRPr sz="4575" b="1">
                <a:solidFill>
                  <a:srgbClr val="1DD1A1"/>
                </a:solidFill>
              </a:defRPr>
            </a:lvl4pPr>
            <a:lvl5pPr algn="l">
              <a:defRPr sz="4575" b="1">
                <a:solidFill>
                  <a:srgbClr val="1DD1A1"/>
                </a:solidFill>
              </a:defRPr>
            </a:lvl5pPr>
            <a:lvl6pPr algn="l">
              <a:defRPr sz="4575" b="1">
                <a:solidFill>
                  <a:srgbClr val="1DD1A1"/>
                </a:solidFill>
              </a:defRPr>
            </a:lvl6pPr>
            <a:lvl7pPr algn="l">
              <a:defRPr sz="4575" b="1">
                <a:solidFill>
                  <a:srgbClr val="1DD1A1"/>
                </a:solidFill>
              </a:defRPr>
            </a:lvl7pPr>
            <a:lvl8pPr algn="l">
              <a:defRPr sz="4575" b="1">
                <a:solidFill>
                  <a:srgbClr val="1DD1A1"/>
                </a:solidFill>
              </a:defRPr>
            </a:lvl8pPr>
            <a:lvl9pPr algn="l">
              <a:defRPr sz="4575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1DD1A1"/>
                </a:solidFill>
              </a:defRPr>
            </a:pPr>
            <a:r>
              <a:rPr sz="4575" b="1">
                <a:solidFill>
                  <a:srgbClr val="1DD1A1"/>
                </a:solidFill>
              </a:rPr>
              <a:t>CACHE UNE SALLE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4B48A-5E0B-40CB-8692-FBFA2E1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75" b="1">
                <a:solidFill>
                  <a:srgbClr val="FF7672"/>
                </a:solidFill>
              </a:defRPr>
            </a:defPPr>
            <a:lvl1pPr algn="l">
              <a:defRPr sz="3975" b="1">
                <a:solidFill>
                  <a:srgbClr val="FF7672"/>
                </a:solidFill>
              </a:defRPr>
            </a:lvl1pPr>
            <a:lvl2pPr algn="l">
              <a:defRPr sz="3975" b="1">
                <a:solidFill>
                  <a:srgbClr val="FF7672"/>
                </a:solidFill>
              </a:defRPr>
            </a:lvl2pPr>
            <a:lvl3pPr algn="l">
              <a:defRPr sz="3975" b="1">
                <a:solidFill>
                  <a:srgbClr val="FF7672"/>
                </a:solidFill>
              </a:defRPr>
            </a:lvl3pPr>
            <a:lvl4pPr algn="l">
              <a:defRPr sz="3975" b="1">
                <a:solidFill>
                  <a:srgbClr val="FF7672"/>
                </a:solidFill>
              </a:defRPr>
            </a:lvl4pPr>
            <a:lvl5pPr algn="l">
              <a:defRPr sz="3975" b="1">
                <a:solidFill>
                  <a:srgbClr val="FF7672"/>
                </a:solidFill>
              </a:defRPr>
            </a:lvl5pPr>
            <a:lvl6pPr algn="l">
              <a:defRPr sz="3975" b="1">
                <a:solidFill>
                  <a:srgbClr val="FF7672"/>
                </a:solidFill>
              </a:defRPr>
            </a:lvl6pPr>
            <a:lvl7pPr algn="l">
              <a:defRPr sz="3975" b="1">
                <a:solidFill>
                  <a:srgbClr val="FF7672"/>
                </a:solidFill>
              </a:defRPr>
            </a:lvl7pPr>
            <a:lvl8pPr algn="l">
              <a:defRPr sz="3975" b="1">
                <a:solidFill>
                  <a:srgbClr val="FF7672"/>
                </a:solidFill>
              </a:defRPr>
            </a:lvl8pPr>
            <a:lvl9pPr algn="l">
              <a:defRPr sz="3975" b="1">
                <a:solidFill>
                  <a:srgbClr val="FF7672"/>
                </a:solidFill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FF7672"/>
                </a:solidFill>
              </a:defRPr>
            </a:pPr>
            <a:r>
              <a:rPr sz="3975" b="1">
                <a:solidFill>
                  <a:srgbClr val="FF7672"/>
                </a:solidFill>
              </a:rPr>
              <a:t>D’ESCRIME SOUS UNE ÉGLISE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655B5-DD76-45DA-B159-7BD23A11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895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E24F7-F38C-432C-8ADD-40CA6BC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E73D9-4376-4026-9890-077F990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61A2C"/>
                </a:solidFill>
              </a:defRPr>
            </a:defPPr>
            <a:lvl1pPr algn="ctr">
              <a:defRPr sz="2250" b="1">
                <a:solidFill>
                  <a:srgbClr val="061A2C"/>
                </a:solidFill>
              </a:defRPr>
            </a:lvl1pPr>
            <a:lvl2pPr algn="ctr">
              <a:defRPr sz="2250" b="1">
                <a:solidFill>
                  <a:srgbClr val="061A2C"/>
                </a:solidFill>
              </a:defRPr>
            </a:lvl2pPr>
            <a:lvl3pPr algn="ctr">
              <a:defRPr sz="2250" b="1">
                <a:solidFill>
                  <a:srgbClr val="061A2C"/>
                </a:solidFill>
              </a:defRPr>
            </a:lvl3pPr>
            <a:lvl4pPr algn="ctr">
              <a:defRPr sz="2250" b="1">
                <a:solidFill>
                  <a:srgbClr val="061A2C"/>
                </a:solidFill>
              </a:defRPr>
            </a:lvl4pPr>
            <a:lvl5pPr algn="ctr">
              <a:defRPr sz="2250" b="1">
                <a:solidFill>
                  <a:srgbClr val="061A2C"/>
                </a:solidFill>
              </a:defRPr>
            </a:lvl5pPr>
            <a:lvl6pPr algn="ctr">
              <a:defRPr sz="2250" b="1">
                <a:solidFill>
                  <a:srgbClr val="061A2C"/>
                </a:solidFill>
              </a:defRPr>
            </a:lvl6pPr>
            <a:lvl7pPr algn="ctr">
              <a:defRPr sz="2250" b="1">
                <a:solidFill>
                  <a:srgbClr val="061A2C"/>
                </a:solidFill>
              </a:defRPr>
            </a:lvl7pPr>
            <a:lvl8pPr algn="ctr">
              <a:defRPr sz="2250" b="1">
                <a:solidFill>
                  <a:srgbClr val="061A2C"/>
                </a:solidFill>
              </a:defRPr>
            </a:lvl8pPr>
            <a:lvl9pPr algn="ctr">
              <a:defRPr sz="22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61A2C"/>
                </a:solidFill>
              </a:defRPr>
            </a:pPr>
            <a:r>
              <a:rPr sz="2250" b="1">
                <a:solidFill>
                  <a:srgbClr val="061A2C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B106C-3A29-439E-9F3A-7283476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28650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61A2C"/>
                </a:solidFill>
              </a:defRPr>
            </a:defPPr>
            <a:lvl1pPr algn="l">
              <a:defRPr sz="2175" b="1">
                <a:solidFill>
                  <a:srgbClr val="061A2C"/>
                </a:solidFill>
              </a:defRPr>
            </a:lvl1pPr>
            <a:lvl2pPr algn="l">
              <a:defRPr sz="2175" b="1">
                <a:solidFill>
                  <a:srgbClr val="061A2C"/>
                </a:solidFill>
              </a:defRPr>
            </a:lvl2pPr>
            <a:lvl3pPr algn="l">
              <a:defRPr sz="2175" b="1">
                <a:solidFill>
                  <a:srgbClr val="061A2C"/>
                </a:solidFill>
              </a:defRPr>
            </a:lvl3pPr>
            <a:lvl4pPr algn="l">
              <a:defRPr sz="2175" b="1">
                <a:solidFill>
                  <a:srgbClr val="061A2C"/>
                </a:solidFill>
              </a:defRPr>
            </a:lvl4pPr>
            <a:lvl5pPr algn="l">
              <a:defRPr sz="2175" b="1">
                <a:solidFill>
                  <a:srgbClr val="061A2C"/>
                </a:solidFill>
              </a:defRPr>
            </a:lvl5pPr>
            <a:lvl6pPr algn="l">
              <a:defRPr sz="2175" b="1">
                <a:solidFill>
                  <a:srgbClr val="061A2C"/>
                </a:solidFill>
              </a:defRPr>
            </a:lvl6pPr>
            <a:lvl7pPr algn="l">
              <a:defRPr sz="2175" b="1">
                <a:solidFill>
                  <a:srgbClr val="061A2C"/>
                </a:solidFill>
              </a:defRPr>
            </a:lvl7pPr>
            <a:lvl8pPr algn="l">
              <a:defRPr sz="2175" b="1">
                <a:solidFill>
                  <a:srgbClr val="061A2C"/>
                </a:solidFill>
              </a:defRPr>
            </a:lvl8pPr>
            <a:lvl9pPr algn="l">
              <a:defRPr sz="217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61A2C"/>
                </a:solidFill>
              </a:defRPr>
            </a:pPr>
            <a:r>
              <a:rPr sz="2175" b="1">
                <a:solidFill>
                  <a:srgbClr val="061A2C"/>
                </a:solidFill>
              </a:rPr>
              <a:t>LA TREILLE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1255D-0DCD-49EF-94D4-737040E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81875"/>
            <a:ext cx="895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04D24-D34B-4C0C-88C2-F4B53A66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77125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ADB4F-1C4B-4030-8426-FDE5587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77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61A2C"/>
                </a:solidFill>
              </a:defRPr>
            </a:defPPr>
            <a:lvl1pPr algn="ctr">
              <a:defRPr sz="2250" b="1">
                <a:solidFill>
                  <a:srgbClr val="061A2C"/>
                </a:solidFill>
              </a:defRPr>
            </a:lvl1pPr>
            <a:lvl2pPr algn="ctr">
              <a:defRPr sz="2250" b="1">
                <a:solidFill>
                  <a:srgbClr val="061A2C"/>
                </a:solidFill>
              </a:defRPr>
            </a:lvl2pPr>
            <a:lvl3pPr algn="ctr">
              <a:defRPr sz="2250" b="1">
                <a:solidFill>
                  <a:srgbClr val="061A2C"/>
                </a:solidFill>
              </a:defRPr>
            </a:lvl3pPr>
            <a:lvl4pPr algn="ctr">
              <a:defRPr sz="2250" b="1">
                <a:solidFill>
                  <a:srgbClr val="061A2C"/>
                </a:solidFill>
              </a:defRPr>
            </a:lvl4pPr>
            <a:lvl5pPr algn="ctr">
              <a:defRPr sz="2250" b="1">
                <a:solidFill>
                  <a:srgbClr val="061A2C"/>
                </a:solidFill>
              </a:defRPr>
            </a:lvl5pPr>
            <a:lvl6pPr algn="ctr">
              <a:defRPr sz="2250" b="1">
                <a:solidFill>
                  <a:srgbClr val="061A2C"/>
                </a:solidFill>
              </a:defRPr>
            </a:lvl6pPr>
            <a:lvl7pPr algn="ctr">
              <a:defRPr sz="2250" b="1">
                <a:solidFill>
                  <a:srgbClr val="061A2C"/>
                </a:solidFill>
              </a:defRPr>
            </a:lvl7pPr>
            <a:lvl8pPr algn="ctr">
              <a:defRPr sz="2250" b="1">
                <a:solidFill>
                  <a:srgbClr val="061A2C"/>
                </a:solidFill>
              </a:defRPr>
            </a:lvl8pPr>
            <a:lvl9pPr algn="ctr">
              <a:defRPr sz="22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61A2C"/>
                </a:solidFill>
              </a:defRPr>
            </a:pPr>
            <a:r>
              <a:rPr sz="2250" b="1">
                <a:solidFill>
                  <a:srgbClr val="061A2C"/>
                </a:solidFill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3294B-9272-4D63-BD19-3F756E2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477125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61A2C"/>
                </a:solidFill>
              </a:defRPr>
            </a:defPPr>
            <a:lvl1pPr algn="l">
              <a:defRPr sz="2175" b="1">
                <a:solidFill>
                  <a:srgbClr val="061A2C"/>
                </a:solidFill>
              </a:defRPr>
            </a:lvl1pPr>
            <a:lvl2pPr algn="l">
              <a:defRPr sz="2175" b="1">
                <a:solidFill>
                  <a:srgbClr val="061A2C"/>
                </a:solidFill>
              </a:defRPr>
            </a:lvl2pPr>
            <a:lvl3pPr algn="l">
              <a:defRPr sz="2175" b="1">
                <a:solidFill>
                  <a:srgbClr val="061A2C"/>
                </a:solidFill>
              </a:defRPr>
            </a:lvl3pPr>
            <a:lvl4pPr algn="l">
              <a:defRPr sz="2175" b="1">
                <a:solidFill>
                  <a:srgbClr val="061A2C"/>
                </a:solidFill>
              </a:defRPr>
            </a:lvl4pPr>
            <a:lvl5pPr algn="l">
              <a:defRPr sz="2175" b="1">
                <a:solidFill>
                  <a:srgbClr val="061A2C"/>
                </a:solidFill>
              </a:defRPr>
            </a:lvl5pPr>
            <a:lvl6pPr algn="l">
              <a:defRPr sz="2175" b="1">
                <a:solidFill>
                  <a:srgbClr val="061A2C"/>
                </a:solidFill>
              </a:defRPr>
            </a:lvl6pPr>
            <a:lvl7pPr algn="l">
              <a:defRPr sz="2175" b="1">
                <a:solidFill>
                  <a:srgbClr val="061A2C"/>
                </a:solidFill>
              </a:defRPr>
            </a:lvl7pPr>
            <a:lvl8pPr algn="l">
              <a:defRPr sz="2175" b="1">
                <a:solidFill>
                  <a:srgbClr val="061A2C"/>
                </a:solidFill>
              </a:defRPr>
            </a:lvl8pPr>
            <a:lvl9pPr algn="l">
              <a:defRPr sz="217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61A2C"/>
                </a:solidFill>
              </a:defRPr>
            </a:pPr>
            <a:r>
              <a:rPr sz="2175" b="1">
                <a:solidFill>
                  <a:srgbClr val="061A2C"/>
                </a:solidFill>
              </a:rPr>
              <a:t>L’ÉGLISE DE WAZEMMES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2EB95-0D45-4DDF-9D49-A3C8690A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0"/>
            <a:ext cx="8953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DE46E-14FF-407A-84A5-0F443E5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6677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EFEA0-A008-4A4C-997C-B029091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667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61A2C"/>
                </a:solidFill>
              </a:defRPr>
            </a:defPPr>
            <a:lvl1pPr algn="ctr">
              <a:defRPr sz="2250" b="1">
                <a:solidFill>
                  <a:srgbClr val="061A2C"/>
                </a:solidFill>
              </a:defRPr>
            </a:lvl1pPr>
            <a:lvl2pPr algn="ctr">
              <a:defRPr sz="2250" b="1">
                <a:solidFill>
                  <a:srgbClr val="061A2C"/>
                </a:solidFill>
              </a:defRPr>
            </a:lvl2pPr>
            <a:lvl3pPr algn="ctr">
              <a:defRPr sz="2250" b="1">
                <a:solidFill>
                  <a:srgbClr val="061A2C"/>
                </a:solidFill>
              </a:defRPr>
            </a:lvl3pPr>
            <a:lvl4pPr algn="ctr">
              <a:defRPr sz="2250" b="1">
                <a:solidFill>
                  <a:srgbClr val="061A2C"/>
                </a:solidFill>
              </a:defRPr>
            </a:lvl4pPr>
            <a:lvl5pPr algn="ctr">
              <a:defRPr sz="2250" b="1">
                <a:solidFill>
                  <a:srgbClr val="061A2C"/>
                </a:solidFill>
              </a:defRPr>
            </a:lvl5pPr>
            <a:lvl6pPr algn="ctr">
              <a:defRPr sz="2250" b="1">
                <a:solidFill>
                  <a:srgbClr val="061A2C"/>
                </a:solidFill>
              </a:defRPr>
            </a:lvl6pPr>
            <a:lvl7pPr algn="ctr">
              <a:defRPr sz="2250" b="1">
                <a:solidFill>
                  <a:srgbClr val="061A2C"/>
                </a:solidFill>
              </a:defRPr>
            </a:lvl7pPr>
            <a:lvl8pPr algn="ctr">
              <a:defRPr sz="2250" b="1">
                <a:solidFill>
                  <a:srgbClr val="061A2C"/>
                </a:solidFill>
              </a:defRPr>
            </a:lvl8pPr>
            <a:lvl9pPr algn="ctr">
              <a:defRPr sz="22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61A2C"/>
                </a:solidFill>
              </a:defRPr>
            </a:pPr>
            <a:r>
              <a:rPr sz="2250" b="1">
                <a:solidFill>
                  <a:srgbClr val="061A2C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EB1C7-371D-4124-9D48-C45D77F4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66775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61A2C"/>
                </a:solidFill>
              </a:defRPr>
            </a:defPPr>
            <a:lvl1pPr algn="l">
              <a:defRPr sz="2175" b="1">
                <a:solidFill>
                  <a:srgbClr val="061A2C"/>
                </a:solidFill>
              </a:defRPr>
            </a:lvl1pPr>
            <a:lvl2pPr algn="l">
              <a:defRPr sz="2175" b="1">
                <a:solidFill>
                  <a:srgbClr val="061A2C"/>
                </a:solidFill>
              </a:defRPr>
            </a:lvl2pPr>
            <a:lvl3pPr algn="l">
              <a:defRPr sz="2175" b="1">
                <a:solidFill>
                  <a:srgbClr val="061A2C"/>
                </a:solidFill>
              </a:defRPr>
            </a:lvl3pPr>
            <a:lvl4pPr algn="l">
              <a:defRPr sz="2175" b="1">
                <a:solidFill>
                  <a:srgbClr val="061A2C"/>
                </a:solidFill>
              </a:defRPr>
            </a:lvl4pPr>
            <a:lvl5pPr algn="l">
              <a:defRPr sz="2175" b="1">
                <a:solidFill>
                  <a:srgbClr val="061A2C"/>
                </a:solidFill>
              </a:defRPr>
            </a:lvl5pPr>
            <a:lvl6pPr algn="l">
              <a:defRPr sz="2175" b="1">
                <a:solidFill>
                  <a:srgbClr val="061A2C"/>
                </a:solidFill>
              </a:defRPr>
            </a:lvl6pPr>
            <a:lvl7pPr algn="l">
              <a:defRPr sz="2175" b="1">
                <a:solidFill>
                  <a:srgbClr val="061A2C"/>
                </a:solidFill>
              </a:defRPr>
            </a:lvl7pPr>
            <a:lvl8pPr algn="l">
              <a:defRPr sz="2175" b="1">
                <a:solidFill>
                  <a:srgbClr val="061A2C"/>
                </a:solidFill>
              </a:defRPr>
            </a:lvl8pPr>
            <a:lvl9pPr algn="l">
              <a:defRPr sz="217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61A2C"/>
                </a:solidFill>
              </a:defRPr>
            </a:pPr>
            <a:r>
              <a:rPr sz="2175" b="1">
                <a:solidFill>
                  <a:srgbClr val="061A2C"/>
                </a:solidFill>
              </a:rPr>
              <a:t>LE PALAIS RIHOUR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FDBEE-CD30-49DA-9012-E88DF6B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  <a:lvl1pPr algn="ctr">
              <a:defRPr sz="2175" b="1">
                <a:solidFill>
                  <a:srgbClr val="FFFFFF"/>
                </a:solidFill>
              </a:defRPr>
            </a:lvl1pPr>
            <a:lvl2pPr algn="ctr">
              <a:defRPr sz="2175" b="1">
                <a:solidFill>
                  <a:srgbClr val="FFFFFF"/>
                </a:solidFill>
              </a:defRPr>
            </a:lvl2pPr>
            <a:lvl3pPr algn="ctr">
              <a:defRPr sz="2175" b="1">
                <a:solidFill>
                  <a:srgbClr val="FFFFFF"/>
                </a:solidFill>
              </a:defRPr>
            </a:lvl3pPr>
            <a:lvl4pPr algn="ctr">
              <a:defRPr sz="2175" b="1">
                <a:solidFill>
                  <a:srgbClr val="FFFFFF"/>
                </a:solidFill>
              </a:defRPr>
            </a:lvl4pPr>
            <a:lvl5pPr algn="ctr">
              <a:defRPr sz="2175" b="1">
                <a:solidFill>
                  <a:srgbClr val="FFFFFF"/>
                </a:solidFill>
              </a:defRPr>
            </a:lvl5pPr>
            <a:lvl6pPr algn="ctr">
              <a:defRPr sz="2175" b="1">
                <a:solidFill>
                  <a:srgbClr val="FFFFFF"/>
                </a:solidFill>
              </a:defRPr>
            </a:lvl6pPr>
            <a:lvl7pPr algn="ctr">
              <a:defRPr sz="2175" b="1">
                <a:solidFill>
                  <a:srgbClr val="FFFFFF"/>
                </a:solidFill>
              </a:defRPr>
            </a:lvl7pPr>
            <a:lvl8pPr algn="ctr">
              <a:defRPr sz="2175" b="1">
                <a:solidFill>
                  <a:srgbClr val="FFFFFF"/>
                </a:solidFill>
              </a:defRPr>
            </a:lvl8pPr>
            <a:lvl9pPr algn="ctr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RÉPONDS A, B OU C EN COMMENTAIRE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6A53E-60BE-45D0-BC46-9B71ABD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870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DD1A1"/>
                </a:solidFill>
              </a:defRPr>
            </a:defPPr>
            <a:lvl1pPr algn="ctr">
              <a:defRPr sz="1800" b="1">
                <a:solidFill>
                  <a:srgbClr val="1DD1A1"/>
                </a:solidFill>
              </a:defRPr>
            </a:lvl1pPr>
            <a:lvl2pPr algn="ctr">
              <a:defRPr sz="1800" b="1">
                <a:solidFill>
                  <a:srgbClr val="1DD1A1"/>
                </a:solidFill>
              </a:defRPr>
            </a:lvl2pPr>
            <a:lvl3pPr algn="ctr">
              <a:defRPr sz="1800" b="1">
                <a:solidFill>
                  <a:srgbClr val="1DD1A1"/>
                </a:solidFill>
              </a:defRPr>
            </a:lvl3pPr>
            <a:lvl4pPr algn="ctr">
              <a:defRPr sz="1800" b="1">
                <a:solidFill>
                  <a:srgbClr val="1DD1A1"/>
                </a:solidFill>
              </a:defRPr>
            </a:lvl4pPr>
            <a:lvl5pPr algn="ctr">
              <a:defRPr sz="1800" b="1">
                <a:solidFill>
                  <a:srgbClr val="1DD1A1"/>
                </a:solidFill>
              </a:defRPr>
            </a:lvl5pPr>
            <a:lvl6pPr algn="ctr">
              <a:defRPr sz="1800" b="1">
                <a:solidFill>
                  <a:srgbClr val="1DD1A1"/>
                </a:solidFill>
              </a:defRPr>
            </a:lvl6pPr>
            <a:lvl7pPr algn="ctr">
              <a:defRPr sz="1800" b="1">
                <a:solidFill>
                  <a:srgbClr val="1DD1A1"/>
                </a:solidFill>
              </a:defRPr>
            </a:lvl7pPr>
            <a:lvl8pPr algn="ctr">
              <a:defRPr sz="1800" b="1">
                <a:solidFill>
                  <a:srgbClr val="1DD1A1"/>
                </a:solidFill>
              </a:defRPr>
            </a:lvl8pPr>
            <a:lvl9pPr algn="ctr">
              <a:defRPr sz="180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DD1A1"/>
                </a:solidFill>
              </a:defRPr>
            </a:pPr>
            <a:r>
              <a:rPr sz="1800" b="1">
                <a:solidFill>
                  <a:srgbClr val="1DD1A1"/>
                </a:solidFill>
              </a:rPr>
              <a:t>Réponse demain en story</a:t>
            </a:r>
          </a:p>
        </p:txBody>
      </p:sp>
    </p:spTree>
    <p:extLst>
      <p:ext uri="{BB962C8B-B14F-4D97-AF65-F5344CB8AC3E}">
        <p14:creationId xmlns:p14="http://schemas.microsoft.com/office/powerpoint/2010/main" val="1079256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2026-10-22T09:04:29.3260000Z</dcterms:created>
  <dcterms:modified xsi:type="dcterms:W3CDTF">2026-10-22T09:04:29.3270000Z</dcterms:modified>
</coreProperties>
</file>