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fd4e061b874763" /><Relationship Type="http://schemas.openxmlformats.org/officeDocument/2006/relationships/extended-properties" Target="/docProps/app.xml" Id="R525ea9e9a1dd4186" /><Relationship Type="http://schemas.openxmlformats.org/officeDocument/2006/relationships/officeDocument" Target="/ppt/presentation.xml" Id="R3ef586f6440c4e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59b467a14747be"/>
  </p:sldMasterIdLst>
  <p:notesMasterIdLst>
    <p:notesMasterId xmlns:r="http://schemas.openxmlformats.org/officeDocument/2006/relationships" r:id="Rb6b9e0a1db4446d5"/>
  </p:notesMasterIdLst>
  <p:sldIdLst>
    <p:sldId xmlns:r="http://schemas.openxmlformats.org/officeDocument/2006/relationships" id="256" r:id="R28610df47f714cc6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7be1b0c83a4e99" /><Relationship Type="http://schemas.openxmlformats.org/officeDocument/2006/relationships/slideMaster" Target="/ppt/slideMasters/slideMaster1.xml" Id="Rd659b467a14747be" /><Relationship Type="http://schemas.openxmlformats.org/officeDocument/2006/relationships/notesMaster" Target="/ppt/notesMasters/notesMaster1.xml" Id="Rb6b9e0a1db4446d5" /><Relationship Type="http://schemas.openxmlformats.org/officeDocument/2006/relationships/presProps" Target="/ppt/presProps.xml" Id="R059b5b3abda643f7" /><Relationship Type="http://schemas.openxmlformats.org/officeDocument/2006/relationships/tableStyles" Target="/ppt/tableStyles.xml" Id="R10f441967db24df9" /><Relationship Type="http://schemas.openxmlformats.org/officeDocument/2006/relationships/slide" Target="/ppt/slides/slide1.xml" Id="R28610df47f714c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39ff2a89d94f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23782b1b0b49dd" /><Relationship Type="http://schemas.openxmlformats.org/officeDocument/2006/relationships/notesMaster" Target="/ppt/notesMasters/notesMaster1.xml" Id="R1b38872d339c42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c02c1884547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0d3885c2d4b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9b0f464a347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5205458f643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10efe26da43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d216d7c8945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AE4E90-40AC-4DA5-9A83-0D16EACA3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DCFD47-D32C-41FC-8709-B768313D6F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D22142-87F5-48F7-A2D1-065B340B8C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C46120-664F-4F11-A2C3-D326657D22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CD1249-1634-486F-84F0-DD202E7B2E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C088EC-0A5F-4205-82C9-692D970CF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053082-5512-4486-B3CF-14167E9021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18FEDC-BD5F-42B1-A99C-F99B7CB3A2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BDB2E3-537F-4B0A-B780-C76A23A620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8DC376-51DF-44AE-B4D8-75DA46699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0d381cc5cd46be" /><Relationship Type="http://schemas.openxmlformats.org/officeDocument/2006/relationships/slideLayout" Target="/ppt/slideLayouts/slideLayout1.xml" Id="R36e10686ca1a45aa" /><Relationship Type="http://schemas.openxmlformats.org/officeDocument/2006/relationships/slideLayout" Target="/ppt/slideLayouts/slideLayout2.xml" Id="R7d072b56ceb94d6d" /><Relationship Type="http://schemas.openxmlformats.org/officeDocument/2006/relationships/slideLayout" Target="/ppt/slideLayouts/slideLayout3.xml" Id="Re435f4e453514c2e" /><Relationship Type="http://schemas.openxmlformats.org/officeDocument/2006/relationships/slideLayout" Target="/ppt/slideLayouts/slideLayout4.xml" Id="R982c48ba466b4c61" /><Relationship Type="http://schemas.openxmlformats.org/officeDocument/2006/relationships/slideLayout" Target="/ppt/slideLayouts/slideLayout5.xml" Id="Rcfa4a1198d464047" /><Relationship Type="http://schemas.openxmlformats.org/officeDocument/2006/relationships/slideLayout" Target="/ppt/slideLayouts/slideLayout6.xml" Id="R0fa233ae9e9d49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e10686ca1a45aa"/>
    <p:sldLayoutId xmlns:r="http://schemas.openxmlformats.org/officeDocument/2006/relationships" id="2147483650" r:id="R7d072b56ceb94d6d"/>
    <p:sldLayoutId xmlns:r="http://schemas.openxmlformats.org/officeDocument/2006/relationships" id="2147483651" r:id="Re435f4e453514c2e"/>
    <p:sldLayoutId xmlns:r="http://schemas.openxmlformats.org/officeDocument/2006/relationships" id="2147483652" r:id="R982c48ba466b4c61"/>
    <p:sldLayoutId xmlns:r="http://schemas.openxmlformats.org/officeDocument/2006/relationships" id="2147483653" r:id="Rcfa4a1198d464047"/>
    <p:sldLayoutId xmlns:r="http://schemas.openxmlformats.org/officeDocument/2006/relationships" id="2147483654" r:id="R0fa233ae9e9d49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c4983fd004c0d" /><Relationship Type="http://schemas.openxmlformats.org/officeDocument/2006/relationships/image" Target="/ppt/media/image.png" Id="R5614c06be2e34e2e" /><Relationship Type="http://schemas.openxmlformats.org/officeDocument/2006/relationships/notesSlide" Target="/ppt/notesSlides/notesSlide1.xml" Id="R2ada19b7a4794e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7D417-EF91-4190-8DC9-67968ECB53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4c06be2e34e2e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5C6CD033-6F8B-4CF5-B3B8-3E590830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9E33F81D-D2E5-4707-95AF-90BF4018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267B6620-64F9-44FC-9517-780A8D5D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CBEC32E3-55EE-4D0A-9AD8-6F4109D2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4B110480-A1FD-4E40-A2AF-1D56317F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86FA16AA-CD18-4AC2-9523-4ABE1AFF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ECDE5E34-07BA-4289-BE89-A815E99B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57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1930A61B-DE73-4498-A701-E8DB1936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À TABLE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E0EBA652-8390-464B-9F3C-7734A06A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</a:defRPr>
            </a:defPPr>
            <a:lvl1pPr algn="l">
              <a:defRPr sz="6600" b="1">
                <a:solidFill>
                  <a:srgbClr val="FFFFFF"/>
                </a:solidFill>
              </a:defRPr>
            </a:lvl1pPr>
            <a:lvl2pPr algn="l">
              <a:defRPr sz="6600" b="1">
                <a:solidFill>
                  <a:srgbClr val="FFFFFF"/>
                </a:solidFill>
              </a:defRPr>
            </a:lvl2pPr>
            <a:lvl3pPr algn="l">
              <a:defRPr sz="6600" b="1">
                <a:solidFill>
                  <a:srgbClr val="FFFFFF"/>
                </a:solidFill>
              </a:defRPr>
            </a:lvl3pPr>
            <a:lvl4pPr algn="l">
              <a:defRPr sz="6600" b="1">
                <a:solidFill>
                  <a:srgbClr val="FFFFFF"/>
                </a:solidFill>
              </a:defRPr>
            </a:lvl4pPr>
            <a:lvl5pPr algn="l">
              <a:defRPr sz="6600" b="1">
                <a:solidFill>
                  <a:srgbClr val="FFFFFF"/>
                </a:solidFill>
              </a:defRPr>
            </a:lvl5pPr>
            <a:lvl6pPr algn="l">
              <a:defRPr sz="6600" b="1">
                <a:solidFill>
                  <a:srgbClr val="FFFFFF"/>
                </a:solidFill>
              </a:defRPr>
            </a:lvl6pPr>
            <a:lvl7pPr algn="l">
              <a:defRPr sz="6600" b="1">
                <a:solidFill>
                  <a:srgbClr val="FFFFFF"/>
                </a:solidFill>
              </a:defRPr>
            </a:lvl7pPr>
            <a:lvl8pPr algn="l">
              <a:defRPr sz="6600" b="1">
                <a:solidFill>
                  <a:srgbClr val="FFFFFF"/>
                </a:solidFill>
              </a:defRPr>
            </a:lvl8pPr>
            <a:lvl9pPr algn="l">
              <a:defRPr sz="6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BRUNCHS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65CC7671-1D87-42B6-B89E-C658F745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Les brunchs à tester autour de vous.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DCC2FAE4-FF1D-4136-B512-3B4AF873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B4F20E2F-DEB1-4DF7-B292-3F1FC3C0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B3CCE9F3-2512-40D1-A5C2-6A3EE122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31B7B4B7-F728-4256-BC95-F9CC0D0D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C3539516-FAA5-450A-BE5D-AD89FF75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1111042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2026-10-21T10:39:23.8860000Z</dcterms:created>
  <dcterms:modified xsi:type="dcterms:W3CDTF">2026-10-21T10:39:23.8860000Z</dcterms:modified>
</coreProperties>
</file>