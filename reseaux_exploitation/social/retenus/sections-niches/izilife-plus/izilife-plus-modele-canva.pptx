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4a260a607d4003" /><Relationship Type="http://schemas.openxmlformats.org/officeDocument/2006/relationships/extended-properties" Target="/docProps/app.xml" Id="R95c14ecb26814a93" /><Relationship Type="http://schemas.openxmlformats.org/officeDocument/2006/relationships/officeDocument" Target="/ppt/presentation.xml" Id="R669739c435724a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2b43c1ce304b74"/>
  </p:sldMasterIdLst>
  <p:notesMasterIdLst>
    <p:notesMasterId xmlns:r="http://schemas.openxmlformats.org/officeDocument/2006/relationships" r:id="R94c60b0090f84c30"/>
  </p:notesMasterIdLst>
  <p:sldIdLst>
    <p:sldId xmlns:r="http://schemas.openxmlformats.org/officeDocument/2006/relationships" id="256" r:id="R894202fc6f9e48d4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9669817f104023" /><Relationship Type="http://schemas.openxmlformats.org/officeDocument/2006/relationships/slideMaster" Target="/ppt/slideMasters/slideMaster1.xml" Id="R5e2b43c1ce304b74" /><Relationship Type="http://schemas.openxmlformats.org/officeDocument/2006/relationships/notesMaster" Target="/ppt/notesMasters/notesMaster1.xml" Id="R94c60b0090f84c30" /><Relationship Type="http://schemas.openxmlformats.org/officeDocument/2006/relationships/presProps" Target="/ppt/presProps.xml" Id="R71e534d3aa464aa9" /><Relationship Type="http://schemas.openxmlformats.org/officeDocument/2006/relationships/tableStyles" Target="/ppt/tableStyles.xml" Id="Ref04a20ca3a04acd" /><Relationship Type="http://schemas.openxmlformats.org/officeDocument/2006/relationships/slide" Target="/ppt/slides/slide1.xml" Id="R894202fc6f9e48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ef695cfd28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30c950f7da4bd7" /><Relationship Type="http://schemas.openxmlformats.org/officeDocument/2006/relationships/notesMaster" Target="/ppt/notesMasters/notesMaster1.xml" Id="R7027732ab806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132d0980248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efaec8a7e43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237c3f49449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f1f5c92de4d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7fb5111344d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51881df9d45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D4570F-1B3B-4A5D-8F17-41D13790A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3E91C3-925A-4528-AEE0-F465B661DF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648040-3A78-454F-8271-E1D53A8D3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F58A74-C92D-4B4B-B76C-28CEE5D9A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F00688-B91A-4737-8A8C-A902C1F656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79CC61-18E9-4A4C-8708-650D12E23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BE328A-0DB6-4AD0-8719-63779F01FE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872EC1-79CA-410F-9B6C-77148B039D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C11AE8-DA38-4E2E-93B6-9088C1ABF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E8EFB6-DFC6-44A3-B23B-EA25BFDE49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785fe60e6446e" /><Relationship Type="http://schemas.openxmlformats.org/officeDocument/2006/relationships/slideLayout" Target="/ppt/slideLayouts/slideLayout1.xml" Id="R4fe63a7bed534e3d" /><Relationship Type="http://schemas.openxmlformats.org/officeDocument/2006/relationships/slideLayout" Target="/ppt/slideLayouts/slideLayout2.xml" Id="R4555618789fc46ea" /><Relationship Type="http://schemas.openxmlformats.org/officeDocument/2006/relationships/slideLayout" Target="/ppt/slideLayouts/slideLayout3.xml" Id="R2221e7a5797e4d93" /><Relationship Type="http://schemas.openxmlformats.org/officeDocument/2006/relationships/slideLayout" Target="/ppt/slideLayouts/slideLayout4.xml" Id="Rcad0ed4b9f584b59" /><Relationship Type="http://schemas.openxmlformats.org/officeDocument/2006/relationships/slideLayout" Target="/ppt/slideLayouts/slideLayout5.xml" Id="R9fd286dae53d4224" /><Relationship Type="http://schemas.openxmlformats.org/officeDocument/2006/relationships/slideLayout" Target="/ppt/slideLayouts/slideLayout6.xml" Id="R0e7ad0e3af8641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63a7bed534e3d"/>
    <p:sldLayoutId xmlns:r="http://schemas.openxmlformats.org/officeDocument/2006/relationships" id="2147483650" r:id="R4555618789fc46ea"/>
    <p:sldLayoutId xmlns:r="http://schemas.openxmlformats.org/officeDocument/2006/relationships" id="2147483651" r:id="R2221e7a5797e4d93"/>
    <p:sldLayoutId xmlns:r="http://schemas.openxmlformats.org/officeDocument/2006/relationships" id="2147483652" r:id="Rcad0ed4b9f584b59"/>
    <p:sldLayoutId xmlns:r="http://schemas.openxmlformats.org/officeDocument/2006/relationships" id="2147483653" r:id="R9fd286dae53d4224"/>
    <p:sldLayoutId xmlns:r="http://schemas.openxmlformats.org/officeDocument/2006/relationships" id="2147483654" r:id="R0e7ad0e3af8641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c858950a54b4c" /><Relationship Type="http://schemas.openxmlformats.org/officeDocument/2006/relationships/image" Target="/ppt/media/image.png" Id="Re8f83b9ffd914c61" /><Relationship Type="http://schemas.openxmlformats.org/officeDocument/2006/relationships/notesSlide" Target="/ppt/notesSlides/notesSlide1.xml" Id="R6fad5dbd36dd4b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11309-4EB4-496C-A1D9-91971DC9C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83b9ffd914c61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880AA39A-9617-476B-9F29-D2EA8C78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F94AA39B-3734-4077-AF65-1D5EA822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286EC9BE-0F36-491D-8228-AD7070D5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4251B144-BCF2-4FB3-BC84-C50623E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A1C9A459-BC6A-4554-A7AD-6A039B5E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24205D26-B5BB-4BFA-B21E-5E8DE7F2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89ED3C7D-1ADC-4C72-A706-9677A242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095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F93B748D-E4BF-4C75-8933-C677D3F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AVANTAGES IZILIFE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86FA1DD7-0056-41AB-9D5C-80D0A30E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IZILIFE +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80332D14-CAD3-49F4-B49C-5248B63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Retrouve les abonnements et tous les avantages iziLife.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B9CCF398-DB59-400C-A08A-04B91695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FDFA77A5-85D6-41E8-A42D-7C020520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31A48C75-7838-4334-8468-2E017D0D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EC4ECC5A-F2A6-490B-AD95-AC51F1DD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DÉCOUVRIR IZILIFE +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1B67DD34-2CAC-4615-BD93-1E20387B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795379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2026-10-21T10:39:30.5780000Z</dcterms:created>
  <dcterms:modified xsi:type="dcterms:W3CDTF">2026-10-21T10:39:30.5780000Z</dcterms:modified>
</coreProperties>
</file>