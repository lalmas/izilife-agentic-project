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62a8f76bb94a6f" /><Relationship Type="http://schemas.openxmlformats.org/officeDocument/2006/relationships/extended-properties" Target="/docProps/app.xml" Id="Rf9a35d1ea99c4ff6" /><Relationship Type="http://schemas.openxmlformats.org/officeDocument/2006/relationships/officeDocument" Target="/ppt/presentation.xml" Id="Rc965713b57d545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bd42578984851"/>
  </p:sldMasterIdLst>
  <p:notesMasterIdLst>
    <p:notesMasterId xmlns:r="http://schemas.openxmlformats.org/officeDocument/2006/relationships" r:id="R602f7336384e4df1"/>
  </p:notesMasterIdLst>
  <p:sldIdLst>
    <p:sldId xmlns:r="http://schemas.openxmlformats.org/officeDocument/2006/relationships" id="256" r:id="R0cc6fc7684e34a33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25cf34063c4684" /><Relationship Type="http://schemas.openxmlformats.org/officeDocument/2006/relationships/slideMaster" Target="/ppt/slideMasters/slideMaster1.xml" Id="Rc9dbd42578984851" /><Relationship Type="http://schemas.openxmlformats.org/officeDocument/2006/relationships/notesMaster" Target="/ppt/notesMasters/notesMaster1.xml" Id="R602f7336384e4df1" /><Relationship Type="http://schemas.openxmlformats.org/officeDocument/2006/relationships/presProps" Target="/ppt/presProps.xml" Id="R601c417d8fbc4208" /><Relationship Type="http://schemas.openxmlformats.org/officeDocument/2006/relationships/tableStyles" Target="/ppt/tableStyles.xml" Id="R0c4bb2fa753e456e" /><Relationship Type="http://schemas.openxmlformats.org/officeDocument/2006/relationships/slide" Target="/ppt/slides/slide1.xml" Id="R0cc6fc7684e34a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365c8650bc4f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fd064b732f44ad" /><Relationship Type="http://schemas.openxmlformats.org/officeDocument/2006/relationships/notesMaster" Target="/ppt/notesMasters/notesMaster1.xml" Id="Rca38081c74604c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5560d260c44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9dc65c60e45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d6b93c53e42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0e3415af742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9e3c30b374c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447cc74af46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4C9263-2FDD-4819-BC6D-BD0EAA369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B6C6EF-C93A-4E02-B3CD-77AA9BDECD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EA32C0-5782-42C0-B872-09414EDCCD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4014BC-EA43-4486-9B1C-5849DE0157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547ED3-12C8-4A41-BEA6-C21A0662BF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DA4800-0CE6-4C34-9A43-519D73279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194915-402B-4118-B770-128209E7E7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614E94-EEE4-4E1A-BD8B-A886C4F80F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C41089-6884-4BDB-97AB-3467647DC7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A33AD8-0D1B-4CF0-BC2B-09B814B38B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f14691234d41ea" /><Relationship Type="http://schemas.openxmlformats.org/officeDocument/2006/relationships/slideLayout" Target="/ppt/slideLayouts/slideLayout1.xml" Id="R9be4488c100f4058" /><Relationship Type="http://schemas.openxmlformats.org/officeDocument/2006/relationships/slideLayout" Target="/ppt/slideLayouts/slideLayout2.xml" Id="Re5b39a6f363947d9" /><Relationship Type="http://schemas.openxmlformats.org/officeDocument/2006/relationships/slideLayout" Target="/ppt/slideLayouts/slideLayout3.xml" Id="R8e9aa1b9c4b04f61" /><Relationship Type="http://schemas.openxmlformats.org/officeDocument/2006/relationships/slideLayout" Target="/ppt/slideLayouts/slideLayout4.xml" Id="R035fc5bf25b64b16" /><Relationship Type="http://schemas.openxmlformats.org/officeDocument/2006/relationships/slideLayout" Target="/ppt/slideLayouts/slideLayout5.xml" Id="R3eed0cffab434c6e" /><Relationship Type="http://schemas.openxmlformats.org/officeDocument/2006/relationships/slideLayout" Target="/ppt/slideLayouts/slideLayout6.xml" Id="Rb2865a4f20a643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e4488c100f4058"/>
    <p:sldLayoutId xmlns:r="http://schemas.openxmlformats.org/officeDocument/2006/relationships" id="2147483650" r:id="Re5b39a6f363947d9"/>
    <p:sldLayoutId xmlns:r="http://schemas.openxmlformats.org/officeDocument/2006/relationships" id="2147483651" r:id="R8e9aa1b9c4b04f61"/>
    <p:sldLayoutId xmlns:r="http://schemas.openxmlformats.org/officeDocument/2006/relationships" id="2147483652" r:id="R035fc5bf25b64b16"/>
    <p:sldLayoutId xmlns:r="http://schemas.openxmlformats.org/officeDocument/2006/relationships" id="2147483653" r:id="R3eed0cffab434c6e"/>
    <p:sldLayoutId xmlns:r="http://schemas.openxmlformats.org/officeDocument/2006/relationships" id="2147483654" r:id="Rb2865a4f20a643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d76a79417453d" /><Relationship Type="http://schemas.openxmlformats.org/officeDocument/2006/relationships/image" Target="/ppt/media/image.png" Id="Rf5a9f4572daf473d" /><Relationship Type="http://schemas.openxmlformats.org/officeDocument/2006/relationships/notesSlide" Target="/ppt/notesSlides/notesSlide1.xml" Id="R1d7fcf3b16534b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6E700-C772-4778-92C0-75004B3C9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9f4572daf473d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B833A1FC-D9BA-4643-9F7D-4CCF93A8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4E0A67AD-5F0D-44E6-96AB-2A2B422F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282DF6F1-E169-46DC-B614-702FAE39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F5C86EB9-AA93-4D92-8C1C-65B5152D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965481FA-8358-4B29-AC4C-EA56E65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D84BCAFD-6CE8-42BC-AEB1-D433C37B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41533DBC-1D35-42F9-A1BB-B8420E9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FD642AB9-E5C1-4F63-A56A-D9AFA4CC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SORTIR À DEUX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A4B46FBC-6223-4F7F-B474-A55CCE8C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150" b="1">
                <a:solidFill>
                  <a:srgbClr val="FFFFFF"/>
                </a:solidFill>
              </a:defRPr>
            </a:defPPr>
            <a:lvl1pPr algn="l">
              <a:defRPr sz="6150" b="1">
                <a:solidFill>
                  <a:srgbClr val="FFFFFF"/>
                </a:solidFill>
              </a:defRPr>
            </a:lvl1pPr>
            <a:lvl2pPr algn="l">
              <a:defRPr sz="6150" b="1">
                <a:solidFill>
                  <a:srgbClr val="FFFFFF"/>
                </a:solidFill>
              </a:defRPr>
            </a:lvl2pPr>
            <a:lvl3pPr algn="l">
              <a:defRPr sz="6150" b="1">
                <a:solidFill>
                  <a:srgbClr val="FFFFFF"/>
                </a:solidFill>
              </a:defRPr>
            </a:lvl3pPr>
            <a:lvl4pPr algn="l">
              <a:defRPr sz="6150" b="1">
                <a:solidFill>
                  <a:srgbClr val="FFFFFF"/>
                </a:solidFill>
              </a:defRPr>
            </a:lvl4pPr>
            <a:lvl5pPr algn="l">
              <a:defRPr sz="6150" b="1">
                <a:solidFill>
                  <a:srgbClr val="FFFFFF"/>
                </a:solidFill>
              </a:defRPr>
            </a:lvl5pPr>
            <a:lvl6pPr algn="l">
              <a:defRPr sz="6150" b="1">
                <a:solidFill>
                  <a:srgbClr val="FFFFFF"/>
                </a:solidFill>
              </a:defRPr>
            </a:lvl6pPr>
            <a:lvl7pPr algn="l">
              <a:defRPr sz="6150" b="1">
                <a:solidFill>
                  <a:srgbClr val="FFFFFF"/>
                </a:solidFill>
              </a:defRPr>
            </a:lvl7pPr>
            <a:lvl8pPr algn="l">
              <a:defRPr sz="6150" b="1">
                <a:solidFill>
                  <a:srgbClr val="FFFFFF"/>
                </a:solidFill>
              </a:defRPr>
            </a:lvl8pPr>
            <a:lvl9pPr algn="l">
              <a:defRPr sz="6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IDÉES</a:t>
            </a:r>
          </a:p>
          <a:p xmlns:a="http://schemas.openxmlformats.org/drawingml/2006/main">
            <a:pPr algn="l"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84BFB5F4-78A3-433C-BC02-6064465A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Des idées pour un premier rendez-vous ou une sortie à deux.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C40ACCFF-26A5-4544-9008-684CB1FC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46DE0B46-F341-4CD4-B2A5-3EC8E13F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24588E3C-1624-4863-A782-16D0858D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09343952-54E8-4419-B5FE-714F160C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8FFF5E49-7999-4824-94DA-E4D84CBE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2012985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2026-10-21T10:39:27.5530000Z</dcterms:created>
  <dcterms:modified xsi:type="dcterms:W3CDTF">2026-10-21T10:39:27.5540000Z</dcterms:modified>
</coreProperties>
</file>