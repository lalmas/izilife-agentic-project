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983cb355ff4c9c" /><Relationship Type="http://schemas.openxmlformats.org/officeDocument/2006/relationships/extended-properties" Target="/docProps/app.xml" Id="R7b0a118e0eff46a0" /><Relationship Type="http://schemas.openxmlformats.org/officeDocument/2006/relationships/officeDocument" Target="/ppt/presentation.xml" Id="Rd890b2e72c4741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ef565ca8d1466d"/>
  </p:sldMasterIdLst>
  <p:notesMasterIdLst>
    <p:notesMasterId xmlns:r="http://schemas.openxmlformats.org/officeDocument/2006/relationships" r:id="R86bbaa3f9a0942f1"/>
  </p:notesMasterIdLst>
  <p:sldIdLst>
    <p:sldId xmlns:r="http://schemas.openxmlformats.org/officeDocument/2006/relationships" id="256" r:id="R77c73c1607cc40d3"/>
  </p:sldIdLst>
  <p:sldSz cx="10287000" cy="1828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9e3a78147d4f77" /><Relationship Type="http://schemas.openxmlformats.org/officeDocument/2006/relationships/slideMaster" Target="/ppt/slideMasters/slideMaster1.xml" Id="Rb8ef565ca8d1466d" /><Relationship Type="http://schemas.openxmlformats.org/officeDocument/2006/relationships/notesMaster" Target="/ppt/notesMasters/notesMaster1.xml" Id="R86bbaa3f9a0942f1" /><Relationship Type="http://schemas.openxmlformats.org/officeDocument/2006/relationships/presProps" Target="/ppt/presProps.xml" Id="R129ccca8816945b6" /><Relationship Type="http://schemas.openxmlformats.org/officeDocument/2006/relationships/tableStyles" Target="/ppt/tableStyles.xml" Id="R4aa08a3def054cb6" /><Relationship Type="http://schemas.openxmlformats.org/officeDocument/2006/relationships/slide" Target="/ppt/slides/slide1.xml" Id="R77c73c1607cc40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e670e0152f4b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6413c8d4c04cfb" /><Relationship Type="http://schemas.openxmlformats.org/officeDocument/2006/relationships/notesMaster" Target="/ppt/notesMasters/notesMaster1.xml" Id="R13a33889963c41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cbbcca5fee4ca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6a905646374b4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1a956fb84d4eb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f5530dd21c441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3b775a860147d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b92a61586949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5E790E-66CE-4B6F-94D0-FB4AB4B720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6908800"/>
            <a:ext cx="8229600" cy="264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3214B89-C84A-4F22-941F-8DE2F149C13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10058400"/>
            <a:ext cx="72009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6F3207F-30D8-4C4D-A60E-EBCF907D56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7620000"/>
            <a:ext cx="82296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ACE5BA-1391-41A7-9F1F-487183C97D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8E57244-CB7A-49A6-824A-00251D7E5F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9129713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59CD2E5-FF2F-42A0-9846-AF195B921A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08A7B86-A4A1-4334-9344-21F3BFFB52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EA63DCA-99E8-491E-B0E0-C0C6E31D97A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D69F00-98C4-4DBD-8F06-FEF68EAEE0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B06290D-E741-41C8-9677-51C214D59E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335a99f7764c1a" /><Relationship Type="http://schemas.openxmlformats.org/officeDocument/2006/relationships/slideLayout" Target="/ppt/slideLayouts/slideLayout1.xml" Id="R7863aadca4304cb2" /><Relationship Type="http://schemas.openxmlformats.org/officeDocument/2006/relationships/slideLayout" Target="/ppt/slideLayouts/slideLayout2.xml" Id="Rdb244386ad8646c8" /><Relationship Type="http://schemas.openxmlformats.org/officeDocument/2006/relationships/slideLayout" Target="/ppt/slideLayouts/slideLayout3.xml" Id="Re64a35de1e9144f0" /><Relationship Type="http://schemas.openxmlformats.org/officeDocument/2006/relationships/slideLayout" Target="/ppt/slideLayouts/slideLayout4.xml" Id="Rd2c9e83d03184bbc" /><Relationship Type="http://schemas.openxmlformats.org/officeDocument/2006/relationships/slideLayout" Target="/ppt/slideLayouts/slideLayout5.xml" Id="R57ccd08991864a2f" /><Relationship Type="http://schemas.openxmlformats.org/officeDocument/2006/relationships/slideLayout" Target="/ppt/slideLayouts/slideLayout6.xml" Id="R5f6bb06c4bb54c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63aadca4304cb2"/>
    <p:sldLayoutId xmlns:r="http://schemas.openxmlformats.org/officeDocument/2006/relationships" id="2147483650" r:id="Rdb244386ad8646c8"/>
    <p:sldLayoutId xmlns:r="http://schemas.openxmlformats.org/officeDocument/2006/relationships" id="2147483651" r:id="Re64a35de1e9144f0"/>
    <p:sldLayoutId xmlns:r="http://schemas.openxmlformats.org/officeDocument/2006/relationships" id="2147483652" r:id="Rd2c9e83d03184bbc"/>
    <p:sldLayoutId xmlns:r="http://schemas.openxmlformats.org/officeDocument/2006/relationships" id="2147483653" r:id="R57ccd08991864a2f"/>
    <p:sldLayoutId xmlns:r="http://schemas.openxmlformats.org/officeDocument/2006/relationships" id="2147483654" r:id="R5f6bb06c4bb54c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bb57107d0745e2" /><Relationship Type="http://schemas.openxmlformats.org/officeDocument/2006/relationships/image" Target="/ppt/media/image.png" Id="R863da370018e4a86" /><Relationship Type="http://schemas.openxmlformats.org/officeDocument/2006/relationships/notesSlide" Target="/ppt/notesSlides/notesSlide1.xml" Id="R104c8663c53745e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F57DEA-C4C3-4CD8-A5C6-D42488904F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3da370018e4a86"/>
          <a:srcRect xmlns:a="http://schemas.openxmlformats.org/drawingml/2006/main" l="27" t="0" r="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8288000"/>
          </a:xfrm>
          <a:prstGeom xmlns:a="http://schemas.openxmlformats.org/drawingml/2006/main" prst="rect">
            <a:avLst/>
          </a:prstGeom>
        </p:spPr>
      </p:pic>
      <p:sp>
        <p:nvSpPr>
          <p:cNvPr id="2" name="Voile général">
            <a:extLst xmlns:a="http://schemas.openxmlformats.org/drawingml/2006/main">
              <a:ext uri="{FF2B5EF4-FFF2-40B4-BE49-F238E27FC236}">
                <a16:creationId xmlns:a16="http://schemas.microsoft.com/office/drawing/2014/main" id="{504BD024-3318-435E-9E72-EF759659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8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9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égradé supérieur">
            <a:extLst xmlns:a="http://schemas.openxmlformats.org/drawingml/2006/main">
              <a:ext uri="{FF2B5EF4-FFF2-40B4-BE49-F238E27FC236}">
                <a16:creationId xmlns:a16="http://schemas.microsoft.com/office/drawing/2014/main" id="{051A2743-3BAF-44DE-BC1E-58CA548A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8096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829">
                  <a:alpha val="96000"/>
                </a:srgbClr>
              </a:gs>
              <a:gs pos="50000">
                <a:srgbClr val="071829">
                  <a:alpha val="72000"/>
                </a:srgbClr>
              </a:gs>
              <a:gs pos="100000">
                <a:srgbClr val="071829">
                  <a:alpha val="3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Dégradé inférieur">
            <a:extLst xmlns:a="http://schemas.openxmlformats.org/drawingml/2006/main">
              <a:ext uri="{FF2B5EF4-FFF2-40B4-BE49-F238E27FC236}">
                <a16:creationId xmlns:a16="http://schemas.microsoft.com/office/drawing/2014/main" id="{EA118C93-9D31-4981-B643-7F9EC3B1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239750"/>
            <a:ext cx="10287000" cy="5048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829">
                  <a:alpha val="0"/>
                </a:srgbClr>
              </a:gs>
              <a:gs pos="50000">
                <a:srgbClr val="071829">
                  <a:alpha val="68000"/>
                </a:srgbClr>
              </a:gs>
              <a:gs pos="100000">
                <a:srgbClr val="071829">
                  <a:alpha val="96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Logo blanc">
            <a:extLst xmlns:a="http://schemas.openxmlformats.org/drawingml/2006/main">
              <a:ext uri="{FF2B5EF4-FFF2-40B4-BE49-F238E27FC236}">
                <a16:creationId xmlns:a16="http://schemas.microsoft.com/office/drawing/2014/main" id="{2D97406B-A206-4844-ACC3-723B287F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izi</a:t>
            </a:r>
          </a:p>
        </p:txBody>
      </p:sp>
      <p:sp>
        <p:nvSpPr>
          <p:cNvPr id="6" name="Logo vert">
            <a:extLst xmlns:a="http://schemas.openxmlformats.org/drawingml/2006/main">
              <a:ext uri="{FF2B5EF4-FFF2-40B4-BE49-F238E27FC236}">
                <a16:creationId xmlns:a16="http://schemas.microsoft.com/office/drawing/2014/main" id="{784D86EA-B246-4C8A-BADD-5FA7C58D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191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8D29A"/>
                </a:solidFill>
              </a:defRPr>
            </a:defPPr>
            <a:lvl1pPr algn="l">
              <a:defRPr sz="2250" b="1">
                <a:solidFill>
                  <a:srgbClr val="18D29A"/>
                </a:solidFill>
              </a:defRPr>
            </a:lvl1pPr>
            <a:lvl2pPr algn="l">
              <a:defRPr sz="2250" b="1">
                <a:solidFill>
                  <a:srgbClr val="18D29A"/>
                </a:solidFill>
              </a:defRPr>
            </a:lvl2pPr>
            <a:lvl3pPr algn="l">
              <a:defRPr sz="2250" b="1">
                <a:solidFill>
                  <a:srgbClr val="18D29A"/>
                </a:solidFill>
              </a:defRPr>
            </a:lvl3pPr>
            <a:lvl4pPr algn="l">
              <a:defRPr sz="2250" b="1">
                <a:solidFill>
                  <a:srgbClr val="18D29A"/>
                </a:solidFill>
              </a:defRPr>
            </a:lvl4pPr>
            <a:lvl5pPr algn="l">
              <a:defRPr sz="2250" b="1">
                <a:solidFill>
                  <a:srgbClr val="18D29A"/>
                </a:solidFill>
              </a:defRPr>
            </a:lvl5pPr>
            <a:lvl6pPr algn="l">
              <a:defRPr sz="2250" b="1">
                <a:solidFill>
                  <a:srgbClr val="18D29A"/>
                </a:solidFill>
              </a:defRPr>
            </a:lvl6pPr>
            <a:lvl7pPr algn="l">
              <a:defRPr sz="2250" b="1">
                <a:solidFill>
                  <a:srgbClr val="18D29A"/>
                </a:solidFill>
              </a:defRPr>
            </a:lvl7pPr>
            <a:lvl8pPr algn="l">
              <a:defRPr sz="2250" b="1">
                <a:solidFill>
                  <a:srgbClr val="18D29A"/>
                </a:solidFill>
              </a:defRPr>
            </a:lvl8pPr>
            <a:lvl9pPr algn="l">
              <a:defRPr sz="2250" b="1">
                <a:solidFill>
                  <a:srgbClr val="18D29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8D29A"/>
                </a:solidFill>
              </a:defRPr>
            </a:pPr>
            <a:r>
              <a:rPr sz="2250" b="1">
                <a:solidFill>
                  <a:srgbClr val="18D29A"/>
                </a:solidFill>
              </a:rPr>
              <a:t>Life</a:t>
            </a:r>
          </a:p>
        </p:txBody>
      </p:sp>
      <p:sp>
        <p:nvSpPr>
          <p:cNvPr id="7" name="Logo suffixe">
            <a:extLst xmlns:a="http://schemas.openxmlformats.org/drawingml/2006/main">
              <a:ext uri="{FF2B5EF4-FFF2-40B4-BE49-F238E27FC236}">
                <a16:creationId xmlns:a16="http://schemas.microsoft.com/office/drawing/2014/main" id="{3424E81D-95F2-4197-8066-B0A07D77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619125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.co</a:t>
            </a:r>
          </a:p>
        </p:txBody>
      </p:sp>
      <p:sp>
        <p:nvSpPr>
          <p:cNvPr id="8" name="Pastille">
            <a:extLst xmlns:a="http://schemas.openxmlformats.org/drawingml/2006/main">
              <a:ext uri="{FF2B5EF4-FFF2-40B4-BE49-F238E27FC236}">
                <a16:creationId xmlns:a16="http://schemas.microsoft.com/office/drawing/2014/main" id="{793CB6BE-7D81-458F-AD1D-2E47BBB8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571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e pastille">
            <a:extLst xmlns:a="http://schemas.openxmlformats.org/drawingml/2006/main">
              <a:ext uri="{FF2B5EF4-FFF2-40B4-BE49-F238E27FC236}">
                <a16:creationId xmlns:a16="http://schemas.microsoft.com/office/drawing/2014/main" id="{50AA1C78-EC5D-4190-B08C-00EE84B3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71829"/>
                </a:solidFill>
              </a:defRPr>
            </a:defPPr>
            <a:lvl1pPr algn="ctr">
              <a:defRPr sz="1650" b="1">
                <a:solidFill>
                  <a:srgbClr val="071829"/>
                </a:solidFill>
              </a:defRPr>
            </a:lvl1pPr>
            <a:lvl2pPr algn="ctr">
              <a:defRPr sz="1650" b="1">
                <a:solidFill>
                  <a:srgbClr val="071829"/>
                </a:solidFill>
              </a:defRPr>
            </a:lvl2pPr>
            <a:lvl3pPr algn="ctr">
              <a:defRPr sz="1650" b="1">
                <a:solidFill>
                  <a:srgbClr val="071829"/>
                </a:solidFill>
              </a:defRPr>
            </a:lvl3pPr>
            <a:lvl4pPr algn="ctr">
              <a:defRPr sz="1650" b="1">
                <a:solidFill>
                  <a:srgbClr val="071829"/>
                </a:solidFill>
              </a:defRPr>
            </a:lvl4pPr>
            <a:lvl5pPr algn="ctr">
              <a:defRPr sz="1650" b="1">
                <a:solidFill>
                  <a:srgbClr val="071829"/>
                </a:solidFill>
              </a:defRPr>
            </a:lvl5pPr>
            <a:lvl6pPr algn="ctr">
              <a:defRPr sz="1650" b="1">
                <a:solidFill>
                  <a:srgbClr val="071829"/>
                </a:solidFill>
              </a:defRPr>
            </a:lvl6pPr>
            <a:lvl7pPr algn="ctr">
              <a:defRPr sz="1650" b="1">
                <a:solidFill>
                  <a:srgbClr val="071829"/>
                </a:solidFill>
              </a:defRPr>
            </a:lvl7pPr>
            <a:lvl8pPr algn="ctr">
              <a:defRPr sz="1650" b="1">
                <a:solidFill>
                  <a:srgbClr val="071829"/>
                </a:solidFill>
              </a:defRPr>
            </a:lvl8pPr>
            <a:lvl9pPr algn="ctr">
              <a:defRPr sz="16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71829"/>
                </a:solidFill>
              </a:defRPr>
            </a:pPr>
            <a:r>
              <a:rPr sz="1650" b="1">
                <a:solidFill>
                  <a:srgbClr val="071829"/>
                </a:solidFill>
              </a:rPr>
              <a:t>TOUT NOUVEAU</a:t>
            </a:r>
          </a:p>
        </p:txBody>
      </p:sp>
      <p:sp>
        <p:nvSpPr>
          <p:cNvPr id="10" name="Titre principal">
            <a:extLst xmlns:a="http://schemas.openxmlformats.org/drawingml/2006/main">
              <a:ext uri="{FF2B5EF4-FFF2-40B4-BE49-F238E27FC236}">
                <a16:creationId xmlns:a16="http://schemas.microsoft.com/office/drawing/2014/main" id="{5D1ED5D6-4C60-4E91-A35A-E0B3C219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600" b="1">
                <a:solidFill>
                  <a:srgbClr val="FFFFFF"/>
                </a:solidFill>
              </a:defRPr>
            </a:defPPr>
            <a:lvl1pPr algn="l">
              <a:defRPr sz="6600" b="1">
                <a:solidFill>
                  <a:srgbClr val="FFFFFF"/>
                </a:solidFill>
              </a:defRPr>
            </a:lvl1pPr>
            <a:lvl2pPr algn="l">
              <a:defRPr sz="6600" b="1">
                <a:solidFill>
                  <a:srgbClr val="FFFFFF"/>
                </a:solidFill>
              </a:defRPr>
            </a:lvl2pPr>
            <a:lvl3pPr algn="l">
              <a:defRPr sz="6600" b="1">
                <a:solidFill>
                  <a:srgbClr val="FFFFFF"/>
                </a:solidFill>
              </a:defRPr>
            </a:lvl3pPr>
            <a:lvl4pPr algn="l">
              <a:defRPr sz="6600" b="1">
                <a:solidFill>
                  <a:srgbClr val="FFFFFF"/>
                </a:solidFill>
              </a:defRPr>
            </a:lvl4pPr>
            <a:lvl5pPr algn="l">
              <a:defRPr sz="6600" b="1">
                <a:solidFill>
                  <a:srgbClr val="FFFFFF"/>
                </a:solidFill>
              </a:defRPr>
            </a:lvl5pPr>
            <a:lvl6pPr algn="l">
              <a:defRPr sz="6600" b="1">
                <a:solidFill>
                  <a:srgbClr val="FFFFFF"/>
                </a:solidFill>
              </a:defRPr>
            </a:lvl6pPr>
            <a:lvl7pPr algn="l">
              <a:defRPr sz="6600" b="1">
                <a:solidFill>
                  <a:srgbClr val="FFFFFF"/>
                </a:solidFill>
              </a:defRPr>
            </a:lvl7pPr>
            <a:lvl8pPr algn="l">
              <a:defRPr sz="6600" b="1">
                <a:solidFill>
                  <a:srgbClr val="FFFFFF"/>
                </a:solidFill>
              </a:defRPr>
            </a:lvl8pPr>
            <a:lvl9pPr algn="l">
              <a:defRPr sz="66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6600" b="1">
                <a:solidFill>
                  <a:srgbClr val="FFFFFF"/>
                </a:solidFill>
              </a:defRPr>
            </a:pPr>
            <a:r>
              <a:rPr sz="6600" b="1">
                <a:solidFill>
                  <a:srgbClr val="FFFFFF"/>
                </a:solidFill>
              </a:rPr>
              <a:t>NOUVEAUX</a:t>
            </a:r>
          </a:p>
        </p:txBody>
      </p:sp>
      <p:sp>
        <p:nvSpPr>
          <p:cNvPr id="11" name="Sous-titre">
            <a:extLst xmlns:a="http://schemas.openxmlformats.org/drawingml/2006/main">
              <a:ext uri="{FF2B5EF4-FFF2-40B4-BE49-F238E27FC236}">
                <a16:creationId xmlns:a16="http://schemas.microsoft.com/office/drawing/2014/main" id="{ACF04996-F836-4B22-B77F-CA6FF749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847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</a:defRPr>
            </a:defPPr>
            <a:lvl1pPr algn="l">
              <a:defRPr sz="2550" b="1">
                <a:solidFill>
                  <a:srgbClr val="FFFFFF"/>
                </a:solidFill>
              </a:defRPr>
            </a:lvl1pPr>
            <a:lvl2pPr algn="l">
              <a:defRPr sz="2550" b="1">
                <a:solidFill>
                  <a:srgbClr val="FFFFFF"/>
                </a:solidFill>
              </a:defRPr>
            </a:lvl2pPr>
            <a:lvl3pPr algn="l">
              <a:defRPr sz="2550" b="1">
                <a:solidFill>
                  <a:srgbClr val="FFFFFF"/>
                </a:solidFill>
              </a:defRPr>
            </a:lvl3pPr>
            <a:lvl4pPr algn="l">
              <a:defRPr sz="2550" b="1">
                <a:solidFill>
                  <a:srgbClr val="FFFFFF"/>
                </a:solidFill>
              </a:defRPr>
            </a:lvl4pPr>
            <a:lvl5pPr algn="l">
              <a:defRPr sz="2550" b="1">
                <a:solidFill>
                  <a:srgbClr val="FFFFFF"/>
                </a:solidFill>
              </a:defRPr>
            </a:lvl5pPr>
            <a:lvl6pPr algn="l">
              <a:defRPr sz="2550" b="1">
                <a:solidFill>
                  <a:srgbClr val="FFFFFF"/>
                </a:solidFill>
              </a:defRPr>
            </a:lvl6pPr>
            <a:lvl7pPr algn="l">
              <a:defRPr sz="2550" b="1">
                <a:solidFill>
                  <a:srgbClr val="FFFFFF"/>
                </a:solidFill>
              </a:defRPr>
            </a:lvl7pPr>
            <a:lvl8pPr algn="l">
              <a:defRPr sz="2550" b="1">
                <a:solidFill>
                  <a:srgbClr val="FFFFFF"/>
                </a:solidFill>
              </a:defRPr>
            </a:lvl8pPr>
            <a:lvl9pPr algn="l">
              <a:defRPr sz="25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Les nouvelles ouvertures à découvrir près de vous.</a:t>
            </a:r>
          </a:p>
        </p:txBody>
      </p:sp>
      <p:sp>
        <p:nvSpPr>
          <p:cNvPr id="12" name="Bouton">
            <a:extLst xmlns:a="http://schemas.openxmlformats.org/drawingml/2006/main">
              <a:ext uri="{FF2B5EF4-FFF2-40B4-BE49-F238E27FC236}">
                <a16:creationId xmlns:a16="http://schemas.microsoft.com/office/drawing/2014/main" id="{D19BDED5-050E-4358-8AD8-28929CC3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0"/>
            <a:ext cx="89154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nd icône">
            <a:extLst xmlns:a="http://schemas.openxmlformats.org/drawingml/2006/main">
              <a:ext uri="{FF2B5EF4-FFF2-40B4-BE49-F238E27FC236}">
                <a16:creationId xmlns:a16="http://schemas.microsoft.com/office/drawing/2014/main" id="{000C9B60-4D06-47AB-A401-F38F1EBE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249650"/>
            <a:ext cx="72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cône">
            <a:extLst xmlns:a="http://schemas.openxmlformats.org/drawingml/2006/main">
              <a:ext uri="{FF2B5EF4-FFF2-40B4-BE49-F238E27FC236}">
                <a16:creationId xmlns:a16="http://schemas.microsoft.com/office/drawing/2014/main" id="{67F4431F-6621-4372-981E-A983812D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6249650"/>
            <a:ext cx="628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071829"/>
                </a:solidFill>
              </a:defRPr>
            </a:defPPr>
            <a:lvl1pPr algn="ctr">
              <a:defRPr sz="2250" b="1">
                <a:solidFill>
                  <a:srgbClr val="071829"/>
                </a:solidFill>
              </a:defRPr>
            </a:lvl1pPr>
            <a:lvl2pPr algn="ctr">
              <a:defRPr sz="2250" b="1">
                <a:solidFill>
                  <a:srgbClr val="071829"/>
                </a:solidFill>
              </a:defRPr>
            </a:lvl2pPr>
            <a:lvl3pPr algn="ctr">
              <a:defRPr sz="2250" b="1">
                <a:solidFill>
                  <a:srgbClr val="071829"/>
                </a:solidFill>
              </a:defRPr>
            </a:lvl3pPr>
            <a:lvl4pPr algn="ctr">
              <a:defRPr sz="2250" b="1">
                <a:solidFill>
                  <a:srgbClr val="071829"/>
                </a:solidFill>
              </a:defRPr>
            </a:lvl4pPr>
            <a:lvl5pPr algn="ctr">
              <a:defRPr sz="2250" b="1">
                <a:solidFill>
                  <a:srgbClr val="071829"/>
                </a:solidFill>
              </a:defRPr>
            </a:lvl5pPr>
            <a:lvl6pPr algn="ctr">
              <a:defRPr sz="2250" b="1">
                <a:solidFill>
                  <a:srgbClr val="071829"/>
                </a:solidFill>
              </a:defRPr>
            </a:lvl6pPr>
            <a:lvl7pPr algn="ctr">
              <a:defRPr sz="2250" b="1">
                <a:solidFill>
                  <a:srgbClr val="071829"/>
                </a:solidFill>
              </a:defRPr>
            </a:lvl7pPr>
            <a:lvl8pPr algn="ctr">
              <a:defRPr sz="2250" b="1">
                <a:solidFill>
                  <a:srgbClr val="071829"/>
                </a:solidFill>
              </a:defRPr>
            </a:lvl8pPr>
            <a:lvl9pPr algn="ctr">
              <a:defRPr sz="22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71829"/>
                </a:solidFill>
              </a:defRPr>
            </a:pPr>
            <a:r>
              <a:rPr sz="2250" b="1">
                <a:solidFill>
                  <a:srgbClr val="071829"/>
                </a:solidFill>
              </a:rPr>
              <a:t>●</a:t>
            </a:r>
          </a:p>
        </p:txBody>
      </p:sp>
      <p:sp>
        <p:nvSpPr>
          <p:cNvPr id="15" name="Texte bouton">
            <a:extLst xmlns:a="http://schemas.openxmlformats.org/drawingml/2006/main">
              <a:ext uri="{FF2B5EF4-FFF2-40B4-BE49-F238E27FC236}">
                <a16:creationId xmlns:a16="http://schemas.microsoft.com/office/drawing/2014/main" id="{AC934B3F-6E42-4D85-BD19-36D39018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240125"/>
            <a:ext cx="600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071829"/>
                </a:solidFill>
              </a:defRPr>
            </a:defPPr>
            <a:lvl1pPr algn="ctr">
              <a:defRPr sz="2550" b="1">
                <a:solidFill>
                  <a:srgbClr val="071829"/>
                </a:solidFill>
              </a:defRPr>
            </a:lvl1pPr>
            <a:lvl2pPr algn="ctr">
              <a:defRPr sz="2550" b="1">
                <a:solidFill>
                  <a:srgbClr val="071829"/>
                </a:solidFill>
              </a:defRPr>
            </a:lvl2pPr>
            <a:lvl3pPr algn="ctr">
              <a:defRPr sz="2550" b="1">
                <a:solidFill>
                  <a:srgbClr val="071829"/>
                </a:solidFill>
              </a:defRPr>
            </a:lvl3pPr>
            <a:lvl4pPr algn="ctr">
              <a:defRPr sz="2550" b="1">
                <a:solidFill>
                  <a:srgbClr val="071829"/>
                </a:solidFill>
              </a:defRPr>
            </a:lvl4pPr>
            <a:lvl5pPr algn="ctr">
              <a:defRPr sz="2550" b="1">
                <a:solidFill>
                  <a:srgbClr val="071829"/>
                </a:solidFill>
              </a:defRPr>
            </a:lvl5pPr>
            <a:lvl6pPr algn="ctr">
              <a:defRPr sz="2550" b="1">
                <a:solidFill>
                  <a:srgbClr val="071829"/>
                </a:solidFill>
              </a:defRPr>
            </a:lvl6pPr>
            <a:lvl7pPr algn="ctr">
              <a:defRPr sz="2550" b="1">
                <a:solidFill>
                  <a:srgbClr val="071829"/>
                </a:solidFill>
              </a:defRPr>
            </a:lvl7pPr>
            <a:lvl8pPr algn="ctr">
              <a:defRPr sz="2550" b="1">
                <a:solidFill>
                  <a:srgbClr val="071829"/>
                </a:solidFill>
              </a:defRPr>
            </a:lvl8pPr>
            <a:lvl9pPr algn="ctr">
              <a:defRPr sz="25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071829"/>
                </a:solidFill>
              </a:defRPr>
            </a:pPr>
            <a:r>
              <a:rPr sz="2550" b="1">
                <a:solidFill>
                  <a:srgbClr val="071829"/>
                </a:solidFill>
              </a:rPr>
              <a:t>VOIR LA SÉLECTION</a:t>
            </a:r>
          </a:p>
        </p:txBody>
      </p:sp>
      <p:sp>
        <p:nvSpPr>
          <p:cNvPr id="16" name="Flèche">
            <a:extLst xmlns:a="http://schemas.openxmlformats.org/drawingml/2006/main">
              <a:ext uri="{FF2B5EF4-FFF2-40B4-BE49-F238E27FC236}">
                <a16:creationId xmlns:a16="http://schemas.microsoft.com/office/drawing/2014/main" id="{70BC2613-98AF-49A6-81D5-EA677E15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221075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00" b="1">
                <a:solidFill>
                  <a:srgbClr val="071829"/>
                </a:solidFill>
              </a:defRPr>
            </a:defPPr>
            <a:lvl1pPr algn="ctr">
              <a:defRPr sz="3300" b="1">
                <a:solidFill>
                  <a:srgbClr val="071829"/>
                </a:solidFill>
              </a:defRPr>
            </a:lvl1pPr>
            <a:lvl2pPr algn="ctr">
              <a:defRPr sz="3300" b="1">
                <a:solidFill>
                  <a:srgbClr val="071829"/>
                </a:solidFill>
              </a:defRPr>
            </a:lvl2pPr>
            <a:lvl3pPr algn="ctr">
              <a:defRPr sz="3300" b="1">
                <a:solidFill>
                  <a:srgbClr val="071829"/>
                </a:solidFill>
              </a:defRPr>
            </a:lvl3pPr>
            <a:lvl4pPr algn="ctr">
              <a:defRPr sz="3300" b="1">
                <a:solidFill>
                  <a:srgbClr val="071829"/>
                </a:solidFill>
              </a:defRPr>
            </a:lvl4pPr>
            <a:lvl5pPr algn="ctr">
              <a:defRPr sz="3300" b="1">
                <a:solidFill>
                  <a:srgbClr val="071829"/>
                </a:solidFill>
              </a:defRPr>
            </a:lvl5pPr>
            <a:lvl6pPr algn="ctr">
              <a:defRPr sz="3300" b="1">
                <a:solidFill>
                  <a:srgbClr val="071829"/>
                </a:solidFill>
              </a:defRPr>
            </a:lvl6pPr>
            <a:lvl7pPr algn="ctr">
              <a:defRPr sz="3300" b="1">
                <a:solidFill>
                  <a:srgbClr val="071829"/>
                </a:solidFill>
              </a:defRPr>
            </a:lvl7pPr>
            <a:lvl8pPr algn="ctr">
              <a:defRPr sz="3300" b="1">
                <a:solidFill>
                  <a:srgbClr val="071829"/>
                </a:solidFill>
              </a:defRPr>
            </a:lvl8pPr>
            <a:lvl9pPr algn="ctr">
              <a:defRPr sz="330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071829"/>
                </a:solidFill>
              </a:defRPr>
            </a:pPr>
            <a:r>
              <a:rPr sz="3300" b="1">
                <a:solidFill>
                  <a:srgbClr val="071829"/>
                </a:solidFill>
              </a:rPr>
              <a:t>↗</a:t>
            </a:r>
          </a:p>
        </p:txBody>
      </p:sp>
    </p:spTree>
    <p:extLst>
      <p:ext uri="{BB962C8B-B14F-4D97-AF65-F5344CB8AC3E}">
        <p14:creationId xmlns:p14="http://schemas.microsoft.com/office/powerpoint/2010/main" val="4756874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2026-10-21T10:39:32.1180000Z</dcterms:created>
  <dcterms:modified xsi:type="dcterms:W3CDTF">2026-10-21T10:39:32.1180000Z</dcterms:modified>
</coreProperties>
</file>