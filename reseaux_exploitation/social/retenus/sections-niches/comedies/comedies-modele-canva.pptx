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e924eb08c0450f" /><Relationship Type="http://schemas.openxmlformats.org/officeDocument/2006/relationships/extended-properties" Target="/docProps/app.xml" Id="R8609d1bcdb4c4c20" /><Relationship Type="http://schemas.openxmlformats.org/officeDocument/2006/relationships/officeDocument" Target="/ppt/presentation.xml" Id="R469d539b09e3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45d3e6db06430f"/>
  </p:sldMasterIdLst>
  <p:notesMasterIdLst>
    <p:notesMasterId xmlns:r="http://schemas.openxmlformats.org/officeDocument/2006/relationships" r:id="Rf7d49437c36f4ba6"/>
  </p:notesMasterIdLst>
  <p:sldIdLst>
    <p:sldId xmlns:r="http://schemas.openxmlformats.org/officeDocument/2006/relationships" id="256" r:id="Rcdc62bdd03fc4504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416ca04114d56" /><Relationship Type="http://schemas.openxmlformats.org/officeDocument/2006/relationships/slideMaster" Target="/ppt/slideMasters/slideMaster1.xml" Id="R2545d3e6db06430f" /><Relationship Type="http://schemas.openxmlformats.org/officeDocument/2006/relationships/notesMaster" Target="/ppt/notesMasters/notesMaster1.xml" Id="Rf7d49437c36f4ba6" /><Relationship Type="http://schemas.openxmlformats.org/officeDocument/2006/relationships/presProps" Target="/ppt/presProps.xml" Id="R26fb7413beec411a" /><Relationship Type="http://schemas.openxmlformats.org/officeDocument/2006/relationships/tableStyles" Target="/ppt/tableStyles.xml" Id="R423d6a61019a4eb2" /><Relationship Type="http://schemas.openxmlformats.org/officeDocument/2006/relationships/slide" Target="/ppt/slides/slide1.xml" Id="Rcdc62bdd03fc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8c1e19bb1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72313825a4415" /><Relationship Type="http://schemas.openxmlformats.org/officeDocument/2006/relationships/notesMaster" Target="/ppt/notesMasters/notesMaster1.xml" Id="R4efaf5c3c70b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8cf472c6340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a916bf4994f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71ba7ecff4a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5c722975840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06ea4d38244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a7699768d4f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9768F4-328C-4682-9930-AD9C4731B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B6D06A-59A7-40B8-8794-6CB2D60E18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48218E-9039-4872-A535-08217D9BB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404EF-4814-4BA7-80EA-7DF9C47D0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729A8C-2166-4B6E-97C8-14F288AB4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A0E245-3EC7-4B7B-B181-55510B27E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ED9FA6-AF16-4055-8788-4D88DBCD9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BE125C-B2A7-45C3-B2AE-1B7801BD0C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E7DD5-5476-4C8E-96DC-E77507926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470536-B1EC-4FCF-A5B3-4767F06E98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82b46b2984af6" /><Relationship Type="http://schemas.openxmlformats.org/officeDocument/2006/relationships/slideLayout" Target="/ppt/slideLayouts/slideLayout1.xml" Id="R8b8e376c62524049" /><Relationship Type="http://schemas.openxmlformats.org/officeDocument/2006/relationships/slideLayout" Target="/ppt/slideLayouts/slideLayout2.xml" Id="R8b2043c278a94b19" /><Relationship Type="http://schemas.openxmlformats.org/officeDocument/2006/relationships/slideLayout" Target="/ppt/slideLayouts/slideLayout3.xml" Id="R96a66a2bf86d4a1e" /><Relationship Type="http://schemas.openxmlformats.org/officeDocument/2006/relationships/slideLayout" Target="/ppt/slideLayouts/slideLayout4.xml" Id="Rd98e405ec0ba4ca2" /><Relationship Type="http://schemas.openxmlformats.org/officeDocument/2006/relationships/slideLayout" Target="/ppt/slideLayouts/slideLayout5.xml" Id="R208bb5a9d9f54ef1" /><Relationship Type="http://schemas.openxmlformats.org/officeDocument/2006/relationships/slideLayout" Target="/ppt/slideLayouts/slideLayout6.xml" Id="R477e4856fc28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e376c62524049"/>
    <p:sldLayoutId xmlns:r="http://schemas.openxmlformats.org/officeDocument/2006/relationships" id="2147483650" r:id="R8b2043c278a94b19"/>
    <p:sldLayoutId xmlns:r="http://schemas.openxmlformats.org/officeDocument/2006/relationships" id="2147483651" r:id="R96a66a2bf86d4a1e"/>
    <p:sldLayoutId xmlns:r="http://schemas.openxmlformats.org/officeDocument/2006/relationships" id="2147483652" r:id="Rd98e405ec0ba4ca2"/>
    <p:sldLayoutId xmlns:r="http://schemas.openxmlformats.org/officeDocument/2006/relationships" id="2147483653" r:id="R208bb5a9d9f54ef1"/>
    <p:sldLayoutId xmlns:r="http://schemas.openxmlformats.org/officeDocument/2006/relationships" id="2147483654" r:id="R477e4856fc28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4186956f9421e" /><Relationship Type="http://schemas.openxmlformats.org/officeDocument/2006/relationships/image" Target="/ppt/media/image.png" Id="R2ebeb69acadd4df9" /><Relationship Type="http://schemas.openxmlformats.org/officeDocument/2006/relationships/notesSlide" Target="/ppt/notesSlides/notesSlide1.xml" Id="R326e1c8e00884a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4F4CA-873C-4495-9588-82CEB1D2F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b69acadd4df9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B00FD8D0-8989-4F58-85C0-5230125E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87662B47-1DF4-41BD-A02A-CF5E22E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1FE89496-C60B-4215-AC40-EF3C187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9C351F62-2D1D-4E09-87C1-368AD02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4297B48B-CAD4-4071-A80A-6E1B9050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6FCC0E57-C625-4271-A15B-2B9F0E7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1308589A-C9D6-47B8-80E0-89A44F80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33B94182-52C0-4EA4-944B-6BFCD54A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ENVIE DE RIRE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46AF5EA6-7867-47C1-9538-8AA85F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COMÉDIES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5F60A2F4-ADA3-4A56-B1D8-CCDA661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Stand-up, one-man-shows et scènes ouvertes près de vous.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0134F531-C258-48FF-B49A-46D5037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FD071890-FF2A-4E87-B385-B9913B2E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D1797633-5442-41A5-B5C8-3B0E2E9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588834B6-285E-4FB7-A842-578DCAA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8F7E5CA2-3F3D-449A-B9F2-0F6DCA06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529622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2026-10-21T10:39:22.2700000Z</dcterms:created>
  <dcterms:modified xsi:type="dcterms:W3CDTF">2026-10-21T10:39:22.2700000Z</dcterms:modified>
</coreProperties>
</file>