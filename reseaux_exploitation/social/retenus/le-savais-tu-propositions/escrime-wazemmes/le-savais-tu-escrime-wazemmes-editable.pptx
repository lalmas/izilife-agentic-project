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090cbc01a64d36" /><Relationship Type="http://schemas.openxmlformats.org/officeDocument/2006/relationships/extended-properties" Target="/docProps/app.xml" Id="R956430db49434732" /><Relationship Type="http://schemas.openxmlformats.org/officeDocument/2006/relationships/officeDocument" Target="/ppt/presentation.xml" Id="R7aadae42038149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62c33a9b894cc7"/>
  </p:sldMasterIdLst>
  <p:notesMasterIdLst>
    <p:notesMasterId xmlns:r="http://schemas.openxmlformats.org/officeDocument/2006/relationships" r:id="R252c77e8889e47b1"/>
  </p:notesMasterIdLst>
  <p:sldIdLst>
    <p:sldId xmlns:r="http://schemas.openxmlformats.org/officeDocument/2006/relationships" id="256" r:id="Rad17b316933c408e"/>
    <p:sldId xmlns:r="http://schemas.openxmlformats.org/officeDocument/2006/relationships" id="257" r:id="R7224835f7fa34c61"/>
    <p:sldId xmlns:r="http://schemas.openxmlformats.org/officeDocument/2006/relationships" id="258" r:id="Raa3e3c7da5d3470a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bc8332bdaa4329" /><Relationship Type="http://schemas.openxmlformats.org/officeDocument/2006/relationships/slideMaster" Target="/ppt/slideMasters/slideMaster1.xml" Id="R9162c33a9b894cc7" /><Relationship Type="http://schemas.openxmlformats.org/officeDocument/2006/relationships/notesMaster" Target="/ppt/notesMasters/notesMaster1.xml" Id="R252c77e8889e47b1" /><Relationship Type="http://schemas.openxmlformats.org/officeDocument/2006/relationships/presProps" Target="/ppt/presProps.xml" Id="Ref65c4fba19846f2" /><Relationship Type="http://schemas.openxmlformats.org/officeDocument/2006/relationships/tableStyles" Target="/ppt/tableStyles.xml" Id="Re329c2ef5cc24944" /><Relationship Type="http://schemas.openxmlformats.org/officeDocument/2006/relationships/slide" Target="/ppt/slides/slide1.xml" Id="Rad17b316933c408e" /><Relationship Type="http://schemas.openxmlformats.org/officeDocument/2006/relationships/slide" Target="/ppt/slides/slide2.xml" Id="R7224835f7fa34c61" /><Relationship Type="http://schemas.openxmlformats.org/officeDocument/2006/relationships/slide" Target="/ppt/slides/slide3.xml" Id="Raa3e3c7da5d347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3c8b7057954a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6398b52d2e412f" /><Relationship Type="http://schemas.openxmlformats.org/officeDocument/2006/relationships/notesMaster" Target="/ppt/notesMasters/notesMaster1.xml" Id="Reed2d04bec8e43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d99b817b8b4ef1" /><Relationship Type="http://schemas.openxmlformats.org/officeDocument/2006/relationships/notesMaster" Target="/ppt/notesMasters/notesMaster1.xml" Id="R0c0f13b4608449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cc79a088b843b0" /><Relationship Type="http://schemas.openxmlformats.org/officeDocument/2006/relationships/notesMaster" Target="/ppt/notesMasters/notesMaster1.xml" Id="R60348a18c96d4a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69af1f00948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1014c4b3e42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be3339b4a44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b6e69afd744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f5dc28ee74d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0284abe7745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5531A5-0D1A-4F57-8030-5C3BE4764C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E7BBC8-D94C-4FA9-BCF0-DAF91ECDE1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8E20A93-7C5A-44CE-BFE7-3CBBCF72E0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021A42-49D6-49FA-A966-E62E8FB1CC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9EB89D-81FD-4A00-B039-C68AF52954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8DECB33-EC4D-464A-95B1-8A4288243B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3B2271-067D-4B96-880C-FE874FF349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2FD8555-2EF7-4DEE-A283-F4F8F5438B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0F6C69-DDC9-4986-A88A-CF5F52F5D9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51CB7C-9272-4ECF-ACAE-44EA884BF7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b11f113db74671" /><Relationship Type="http://schemas.openxmlformats.org/officeDocument/2006/relationships/slideLayout" Target="/ppt/slideLayouts/slideLayout1.xml" Id="Rbffec3901bbb4361" /><Relationship Type="http://schemas.openxmlformats.org/officeDocument/2006/relationships/slideLayout" Target="/ppt/slideLayouts/slideLayout2.xml" Id="R08f0830ecf364ee0" /><Relationship Type="http://schemas.openxmlformats.org/officeDocument/2006/relationships/slideLayout" Target="/ppt/slideLayouts/slideLayout3.xml" Id="R5b7cf147843441a5" /><Relationship Type="http://schemas.openxmlformats.org/officeDocument/2006/relationships/slideLayout" Target="/ppt/slideLayouts/slideLayout4.xml" Id="R0e52b7e9c74e445d" /><Relationship Type="http://schemas.openxmlformats.org/officeDocument/2006/relationships/slideLayout" Target="/ppt/slideLayouts/slideLayout5.xml" Id="Rcd05c825fad34c4b" /><Relationship Type="http://schemas.openxmlformats.org/officeDocument/2006/relationships/slideLayout" Target="/ppt/slideLayouts/slideLayout6.xml" Id="R22394f26f89949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fec3901bbb4361"/>
    <p:sldLayoutId xmlns:r="http://schemas.openxmlformats.org/officeDocument/2006/relationships" id="2147483650" r:id="R08f0830ecf364ee0"/>
    <p:sldLayoutId xmlns:r="http://schemas.openxmlformats.org/officeDocument/2006/relationships" id="2147483651" r:id="R5b7cf147843441a5"/>
    <p:sldLayoutId xmlns:r="http://schemas.openxmlformats.org/officeDocument/2006/relationships" id="2147483652" r:id="R0e52b7e9c74e445d"/>
    <p:sldLayoutId xmlns:r="http://schemas.openxmlformats.org/officeDocument/2006/relationships" id="2147483653" r:id="Rcd05c825fad34c4b"/>
    <p:sldLayoutId xmlns:r="http://schemas.openxmlformats.org/officeDocument/2006/relationships" id="2147483654" r:id="R22394f26f89949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a1303128ff47d0" /><Relationship Type="http://schemas.openxmlformats.org/officeDocument/2006/relationships/image" Target="/ppt/media/image.png" Id="R48baf65a30694511" /><Relationship Type="http://schemas.openxmlformats.org/officeDocument/2006/relationships/notesSlide" Target="/ppt/notesSlides/notesSlide1.xml" Id="R0c703433c25a4c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3887f29c21469b" /><Relationship Type="http://schemas.openxmlformats.org/officeDocument/2006/relationships/image" Target="/ppt/media/image2.png" Id="Rf3380f579b5c4a0e" /><Relationship Type="http://schemas.openxmlformats.org/officeDocument/2006/relationships/notesSlide" Target="/ppt/notesSlides/notesSlide2.xml" Id="Ra5e542956fdd45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2b4448d000498a" /><Relationship Type="http://schemas.openxmlformats.org/officeDocument/2006/relationships/image" Target="/ppt/media/image3.png" Id="R051face0db3044ec" /><Relationship Type="http://schemas.openxmlformats.org/officeDocument/2006/relationships/notesSlide" Target="/ppt/notesSlides/notesSlide3.xml" Id="R4c54e70451f34d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7CB30-E785-47F2-B7CD-BE3B944F31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af65a30694511"/>
          <a:srcRect xmlns:a="http://schemas.openxmlformats.org/drawingml/2006/main" l="0" t="2604" r="0" b="26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63A39-AC0E-4F3D-9F99-73DB9C05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DF112-98E9-4C03-981D-A9CAF300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47650"/>
            <a:ext cx="9791700" cy="12363450"/>
          </a:xfrm>
          <a:prstGeom xmlns:a="http://schemas.openxmlformats.org/drawingml/2006/main" prst="roundRect">
            <a:avLst>
              <a:gd name="adj" fmla="val 11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6C38D-8843-454A-BD87-F24698DE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3714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DD1A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3319D-5CCC-4E0B-8D8C-F6A32FDE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61A2C"/>
                </a:solidFill>
              </a:defRPr>
            </a:defPPr>
            <a:lvl1pPr algn="ctr">
              <a:defRPr sz="1725" b="1">
                <a:solidFill>
                  <a:srgbClr val="061A2C"/>
                </a:solidFill>
              </a:defRPr>
            </a:lvl1pPr>
            <a:lvl2pPr algn="ctr">
              <a:defRPr sz="1725" b="1">
                <a:solidFill>
                  <a:srgbClr val="061A2C"/>
                </a:solidFill>
              </a:defRPr>
            </a:lvl2pPr>
            <a:lvl3pPr algn="ctr">
              <a:defRPr sz="1725" b="1">
                <a:solidFill>
                  <a:srgbClr val="061A2C"/>
                </a:solidFill>
              </a:defRPr>
            </a:lvl3pPr>
            <a:lvl4pPr algn="ctr">
              <a:defRPr sz="1725" b="1">
                <a:solidFill>
                  <a:srgbClr val="061A2C"/>
                </a:solidFill>
              </a:defRPr>
            </a:lvl4pPr>
            <a:lvl5pPr algn="ctr">
              <a:defRPr sz="1725" b="1">
                <a:solidFill>
                  <a:srgbClr val="061A2C"/>
                </a:solidFill>
              </a:defRPr>
            </a:lvl5pPr>
            <a:lvl6pPr algn="ctr">
              <a:defRPr sz="1725" b="1">
                <a:solidFill>
                  <a:srgbClr val="061A2C"/>
                </a:solidFill>
              </a:defRPr>
            </a:lvl6pPr>
            <a:lvl7pPr algn="ctr">
              <a:defRPr sz="1725" b="1">
                <a:solidFill>
                  <a:srgbClr val="061A2C"/>
                </a:solidFill>
              </a:defRPr>
            </a:lvl7pPr>
            <a:lvl8pPr algn="ctr">
              <a:defRPr sz="1725" b="1">
                <a:solidFill>
                  <a:srgbClr val="061A2C"/>
                </a:solidFill>
              </a:defRPr>
            </a:lvl8pPr>
            <a:lvl9pPr algn="ctr">
              <a:defRPr sz="17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61A2C"/>
                </a:solidFill>
              </a:defRPr>
            </a:pPr>
            <a:r>
              <a:rPr sz="1725" b="1">
                <a:solidFill>
                  <a:srgbClr val="061A2C"/>
                </a:solidFill>
              </a:rPr>
              <a:t>LE SAVAIS-TU 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21893-A7FD-4083-856E-CDAF241C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4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800" b="1">
                <a:solidFill>
                  <a:srgbClr val="FFFFFF"/>
                </a:solidFill>
              </a:defRPr>
            </a:defPPr>
            <a:lvl1pPr algn="r">
              <a:defRPr sz="1800" b="1">
                <a:solidFill>
                  <a:srgbClr val="FFFFFF"/>
                </a:solidFill>
              </a:defRPr>
            </a:lvl1pPr>
            <a:lvl2pPr algn="r">
              <a:defRPr sz="1800" b="1">
                <a:solidFill>
                  <a:srgbClr val="FFFFFF"/>
                </a:solidFill>
              </a:defRPr>
            </a:lvl2pPr>
            <a:lvl3pPr algn="r">
              <a:defRPr sz="1800" b="1">
                <a:solidFill>
                  <a:srgbClr val="FFFFFF"/>
                </a:solidFill>
              </a:defRPr>
            </a:lvl3pPr>
            <a:lvl4pPr algn="r">
              <a:defRPr sz="1800" b="1">
                <a:solidFill>
                  <a:srgbClr val="FFFFFF"/>
                </a:solidFill>
              </a:defRPr>
            </a:lvl4pPr>
            <a:lvl5pPr algn="r">
              <a:defRPr sz="1800" b="1">
                <a:solidFill>
                  <a:srgbClr val="FFFFFF"/>
                </a:solidFill>
              </a:defRPr>
            </a:lvl5pPr>
            <a:lvl6pPr algn="r">
              <a:defRPr sz="1800" b="1">
                <a:solidFill>
                  <a:srgbClr val="FFFFFF"/>
                </a:solidFill>
              </a:defRPr>
            </a:lvl6pPr>
            <a:lvl7pPr algn="r">
              <a:defRPr sz="1800" b="1">
                <a:solidFill>
                  <a:srgbClr val="FFFFFF"/>
                </a:solidFill>
              </a:defRPr>
            </a:lvl7pPr>
            <a:lvl8pPr algn="r">
              <a:defRPr sz="1800" b="1">
                <a:solidFill>
                  <a:srgbClr val="FFFFFF"/>
                </a:solidFill>
              </a:defRPr>
            </a:lvl8pPr>
            <a:lvl9pPr algn="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CC367-73AE-4723-9AF0-9B005C5A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838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650" b="1">
                <a:solidFill>
                  <a:srgbClr val="F7F1E8"/>
                </a:solidFill>
              </a:defRPr>
            </a:defPPr>
            <a:lvl1pPr algn="l">
              <a:defRPr sz="4650" b="1">
                <a:solidFill>
                  <a:srgbClr val="F7F1E8"/>
                </a:solidFill>
              </a:defRPr>
            </a:lvl1pPr>
            <a:lvl2pPr algn="l">
              <a:defRPr sz="4650" b="1">
                <a:solidFill>
                  <a:srgbClr val="F7F1E8"/>
                </a:solidFill>
              </a:defRPr>
            </a:lvl2pPr>
            <a:lvl3pPr algn="l">
              <a:defRPr sz="4650" b="1">
                <a:solidFill>
                  <a:srgbClr val="F7F1E8"/>
                </a:solidFill>
              </a:defRPr>
            </a:lvl3pPr>
            <a:lvl4pPr algn="l">
              <a:defRPr sz="4650" b="1">
                <a:solidFill>
                  <a:srgbClr val="F7F1E8"/>
                </a:solidFill>
              </a:defRPr>
            </a:lvl4pPr>
            <a:lvl5pPr algn="l">
              <a:defRPr sz="4650" b="1">
                <a:solidFill>
                  <a:srgbClr val="F7F1E8"/>
                </a:solidFill>
              </a:defRPr>
            </a:lvl5pPr>
            <a:lvl6pPr algn="l">
              <a:defRPr sz="4650" b="1">
                <a:solidFill>
                  <a:srgbClr val="F7F1E8"/>
                </a:solidFill>
              </a:defRPr>
            </a:lvl6pPr>
            <a:lvl7pPr algn="l">
              <a:defRPr sz="4650" b="1">
                <a:solidFill>
                  <a:srgbClr val="F7F1E8"/>
                </a:solidFill>
              </a:defRPr>
            </a:lvl7pPr>
            <a:lvl8pPr algn="l">
              <a:defRPr sz="4650" b="1">
                <a:solidFill>
                  <a:srgbClr val="F7F1E8"/>
                </a:solidFill>
              </a:defRPr>
            </a:lvl8pPr>
            <a:lvl9pPr algn="l">
              <a:defRPr sz="4650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7F1E8"/>
                </a:solidFill>
              </a:defRPr>
            </a:pPr>
            <a:r>
              <a:rPr sz="4650" b="1">
                <a:solidFill>
                  <a:srgbClr val="F7F1E8"/>
                </a:solidFill>
              </a:rPr>
              <a:t>SOUS UNE ÉGLISE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131DE-9F11-4EC0-AE52-3362DDAC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650" b="1">
                <a:solidFill>
                  <a:srgbClr val="F7F1E8"/>
                </a:solidFill>
              </a:defRPr>
            </a:defPPr>
            <a:lvl1pPr algn="l">
              <a:defRPr sz="4650" b="1">
                <a:solidFill>
                  <a:srgbClr val="F7F1E8"/>
                </a:solidFill>
              </a:defRPr>
            </a:lvl1pPr>
            <a:lvl2pPr algn="l">
              <a:defRPr sz="4650" b="1">
                <a:solidFill>
                  <a:srgbClr val="F7F1E8"/>
                </a:solidFill>
              </a:defRPr>
            </a:lvl2pPr>
            <a:lvl3pPr algn="l">
              <a:defRPr sz="4650" b="1">
                <a:solidFill>
                  <a:srgbClr val="F7F1E8"/>
                </a:solidFill>
              </a:defRPr>
            </a:lvl3pPr>
            <a:lvl4pPr algn="l">
              <a:defRPr sz="4650" b="1">
                <a:solidFill>
                  <a:srgbClr val="F7F1E8"/>
                </a:solidFill>
              </a:defRPr>
            </a:lvl4pPr>
            <a:lvl5pPr algn="l">
              <a:defRPr sz="4650" b="1">
                <a:solidFill>
                  <a:srgbClr val="F7F1E8"/>
                </a:solidFill>
              </a:defRPr>
            </a:lvl5pPr>
            <a:lvl6pPr algn="l">
              <a:defRPr sz="4650" b="1">
                <a:solidFill>
                  <a:srgbClr val="F7F1E8"/>
                </a:solidFill>
              </a:defRPr>
            </a:lvl6pPr>
            <a:lvl7pPr algn="l">
              <a:defRPr sz="4650" b="1">
                <a:solidFill>
                  <a:srgbClr val="F7F1E8"/>
                </a:solidFill>
              </a:defRPr>
            </a:lvl7pPr>
            <a:lvl8pPr algn="l">
              <a:defRPr sz="4650" b="1">
                <a:solidFill>
                  <a:srgbClr val="F7F1E8"/>
                </a:solidFill>
              </a:defRPr>
            </a:lvl8pPr>
            <a:lvl9pPr algn="l">
              <a:defRPr sz="4650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7F1E8"/>
                </a:solidFill>
              </a:defRPr>
            </a:pPr>
            <a:r>
              <a:rPr sz="4650" b="1">
                <a:solidFill>
                  <a:srgbClr val="F7F1E8"/>
                </a:solidFill>
              </a:rPr>
              <a:t>DE WAZEMMES,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BDD69-28B6-4868-B22E-3C2A0CED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857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650" b="1">
                <a:solidFill>
                  <a:srgbClr val="1DD1A1"/>
                </a:solidFill>
              </a:defRPr>
            </a:defPPr>
            <a:lvl1pPr algn="l">
              <a:defRPr sz="4650" b="1">
                <a:solidFill>
                  <a:srgbClr val="1DD1A1"/>
                </a:solidFill>
              </a:defRPr>
            </a:lvl1pPr>
            <a:lvl2pPr algn="l">
              <a:defRPr sz="4650" b="1">
                <a:solidFill>
                  <a:srgbClr val="1DD1A1"/>
                </a:solidFill>
              </a:defRPr>
            </a:lvl2pPr>
            <a:lvl3pPr algn="l">
              <a:defRPr sz="4650" b="1">
                <a:solidFill>
                  <a:srgbClr val="1DD1A1"/>
                </a:solidFill>
              </a:defRPr>
            </a:lvl3pPr>
            <a:lvl4pPr algn="l">
              <a:defRPr sz="4650" b="1">
                <a:solidFill>
                  <a:srgbClr val="1DD1A1"/>
                </a:solidFill>
              </a:defRPr>
            </a:lvl4pPr>
            <a:lvl5pPr algn="l">
              <a:defRPr sz="4650" b="1">
                <a:solidFill>
                  <a:srgbClr val="1DD1A1"/>
                </a:solidFill>
              </a:defRPr>
            </a:lvl5pPr>
            <a:lvl6pPr algn="l">
              <a:defRPr sz="4650" b="1">
                <a:solidFill>
                  <a:srgbClr val="1DD1A1"/>
                </a:solidFill>
              </a:defRPr>
            </a:lvl6pPr>
            <a:lvl7pPr algn="l">
              <a:defRPr sz="4650" b="1">
                <a:solidFill>
                  <a:srgbClr val="1DD1A1"/>
                </a:solidFill>
              </a:defRPr>
            </a:lvl7pPr>
            <a:lvl8pPr algn="l">
              <a:defRPr sz="4650" b="1">
                <a:solidFill>
                  <a:srgbClr val="1DD1A1"/>
                </a:solidFill>
              </a:defRPr>
            </a:lvl8pPr>
            <a:lvl9pPr algn="l">
              <a:defRPr sz="4650" b="1">
                <a:solidFill>
                  <a:srgbClr val="1DD1A1"/>
                </a:solidFill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DD1A1"/>
                </a:solidFill>
              </a:defRPr>
            </a:pPr>
            <a:r>
              <a:rPr sz="4650" b="1">
                <a:solidFill>
                  <a:srgbClr val="1DD1A1"/>
                </a:solidFill>
              </a:rPr>
              <a:t>ON CROISE LE 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F6736-4D07-4E03-B698-56995AE4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95387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</a:defRPr>
            </a:defPPr>
            <a:lvl1pPr algn="r">
              <a:defRPr sz="2100" b="1">
                <a:solidFill>
                  <a:srgbClr val="FFFFFF"/>
                </a:solidFill>
              </a:defRPr>
            </a:lvl1pPr>
            <a:lvl2pPr algn="r">
              <a:defRPr sz="2100" b="1">
                <a:solidFill>
                  <a:srgbClr val="FFFFFF"/>
                </a:solidFill>
              </a:defRPr>
            </a:lvl2pPr>
            <a:lvl3pPr algn="r">
              <a:defRPr sz="2100" b="1">
                <a:solidFill>
                  <a:srgbClr val="FFFFFF"/>
                </a:solidFill>
              </a:defRPr>
            </a:lvl3pPr>
            <a:lvl4pPr algn="r">
              <a:defRPr sz="2100" b="1">
                <a:solidFill>
                  <a:srgbClr val="FFFFFF"/>
                </a:solidFill>
              </a:defRPr>
            </a:lvl4pPr>
            <a:lvl5pPr algn="r">
              <a:defRPr sz="2100" b="1">
                <a:solidFill>
                  <a:srgbClr val="FFFFFF"/>
                </a:solidFill>
              </a:defRPr>
            </a:lvl5pPr>
            <a:lvl6pPr algn="r">
              <a:defRPr sz="2100" b="1">
                <a:solidFill>
                  <a:srgbClr val="FFFFFF"/>
                </a:solidFill>
              </a:defRPr>
            </a:lvl6pPr>
            <a:lvl7pPr algn="r">
              <a:defRPr sz="2100" b="1">
                <a:solidFill>
                  <a:srgbClr val="FFFFFF"/>
                </a:solidFill>
              </a:defRPr>
            </a:lvl7pPr>
            <a:lvl8pPr algn="r">
              <a:defRPr sz="2100" b="1">
                <a:solidFill>
                  <a:srgbClr val="FFFFFF"/>
                </a:solidFill>
              </a:defRPr>
            </a:lvl8pPr>
            <a:lvl9pPr algn="r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iziLife.co</a:t>
            </a:r>
          </a:p>
        </p:txBody>
      </p:sp>
    </p:spTree>
    <p:extLst>
      <p:ext uri="{BB962C8B-B14F-4D97-AF65-F5344CB8AC3E}">
        <p14:creationId xmlns:p14="http://schemas.microsoft.com/office/powerpoint/2010/main" val="1205735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59C2F-903D-41CA-A407-6CEA272217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80f579b5c4a0e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BA85D-9512-4BCA-A856-36215E69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3023C-7A7E-4631-A9C5-F646671E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47650"/>
            <a:ext cx="9791700" cy="12363450"/>
          </a:xfrm>
          <a:prstGeom xmlns:a="http://schemas.openxmlformats.org/drawingml/2006/main" prst="roundRect">
            <a:avLst>
              <a:gd name="adj" fmla="val 11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22DB4-5E7E-4FCE-A180-842A58B8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095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DD1A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024E1-4F4E-4DFA-A2F4-8C4372A4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61A2C"/>
                </a:solidFill>
              </a:defRPr>
            </a:defPPr>
            <a:lvl1pPr algn="ctr">
              <a:defRPr sz="1725" b="1">
                <a:solidFill>
                  <a:srgbClr val="061A2C"/>
                </a:solidFill>
              </a:defRPr>
            </a:lvl1pPr>
            <a:lvl2pPr algn="ctr">
              <a:defRPr sz="1725" b="1">
                <a:solidFill>
                  <a:srgbClr val="061A2C"/>
                </a:solidFill>
              </a:defRPr>
            </a:lvl2pPr>
            <a:lvl3pPr algn="ctr">
              <a:defRPr sz="1725" b="1">
                <a:solidFill>
                  <a:srgbClr val="061A2C"/>
                </a:solidFill>
              </a:defRPr>
            </a:lvl3pPr>
            <a:lvl4pPr algn="ctr">
              <a:defRPr sz="1725" b="1">
                <a:solidFill>
                  <a:srgbClr val="061A2C"/>
                </a:solidFill>
              </a:defRPr>
            </a:lvl4pPr>
            <a:lvl5pPr algn="ctr">
              <a:defRPr sz="1725" b="1">
                <a:solidFill>
                  <a:srgbClr val="061A2C"/>
                </a:solidFill>
              </a:defRPr>
            </a:lvl5pPr>
            <a:lvl6pPr algn="ctr">
              <a:defRPr sz="1725" b="1">
                <a:solidFill>
                  <a:srgbClr val="061A2C"/>
                </a:solidFill>
              </a:defRPr>
            </a:lvl6pPr>
            <a:lvl7pPr algn="ctr">
              <a:defRPr sz="1725" b="1">
                <a:solidFill>
                  <a:srgbClr val="061A2C"/>
                </a:solidFill>
              </a:defRPr>
            </a:lvl7pPr>
            <a:lvl8pPr algn="ctr">
              <a:defRPr sz="1725" b="1">
                <a:solidFill>
                  <a:srgbClr val="061A2C"/>
                </a:solidFill>
              </a:defRPr>
            </a:lvl8pPr>
            <a:lvl9pPr algn="ctr">
              <a:defRPr sz="17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61A2C"/>
                </a:solidFill>
              </a:defRPr>
            </a:pPr>
            <a:r>
              <a:rPr sz="1725" b="1">
                <a:solidFill>
                  <a:srgbClr val="061A2C"/>
                </a:solidFill>
              </a:rPr>
              <a:t>SOUS LES VOÛTES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7841F-9849-4296-B50A-4FB26C39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4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800" b="1">
                <a:solidFill>
                  <a:srgbClr val="FFFFFF"/>
                </a:solidFill>
              </a:defRPr>
            </a:defPPr>
            <a:lvl1pPr algn="r">
              <a:defRPr sz="1800" b="1">
                <a:solidFill>
                  <a:srgbClr val="FFFFFF"/>
                </a:solidFill>
              </a:defRPr>
            </a:lvl1pPr>
            <a:lvl2pPr algn="r">
              <a:defRPr sz="1800" b="1">
                <a:solidFill>
                  <a:srgbClr val="FFFFFF"/>
                </a:solidFill>
              </a:defRPr>
            </a:lvl2pPr>
            <a:lvl3pPr algn="r">
              <a:defRPr sz="1800" b="1">
                <a:solidFill>
                  <a:srgbClr val="FFFFFF"/>
                </a:solidFill>
              </a:defRPr>
            </a:lvl3pPr>
            <a:lvl4pPr algn="r">
              <a:defRPr sz="1800" b="1">
                <a:solidFill>
                  <a:srgbClr val="FFFFFF"/>
                </a:solidFill>
              </a:defRPr>
            </a:lvl4pPr>
            <a:lvl5pPr algn="r">
              <a:defRPr sz="1800" b="1">
                <a:solidFill>
                  <a:srgbClr val="FFFFFF"/>
                </a:solidFill>
              </a:defRPr>
            </a:lvl5pPr>
            <a:lvl6pPr algn="r">
              <a:defRPr sz="1800" b="1">
                <a:solidFill>
                  <a:srgbClr val="FFFFFF"/>
                </a:solidFill>
              </a:defRPr>
            </a:lvl6pPr>
            <a:lvl7pPr algn="r">
              <a:defRPr sz="1800" b="1">
                <a:solidFill>
                  <a:srgbClr val="FFFFFF"/>
                </a:solidFill>
              </a:defRPr>
            </a:lvl7pPr>
            <a:lvl8pPr algn="r">
              <a:defRPr sz="1800" b="1">
                <a:solidFill>
                  <a:srgbClr val="FFFFFF"/>
                </a:solidFill>
              </a:defRPr>
            </a:lvl8pPr>
            <a:lvl9pPr algn="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EEB75-37F5-4BBD-95FB-969585BD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F7F1E8"/>
                </a:solidFill>
              </a:defRPr>
            </a:defPPr>
            <a:lvl1pPr algn="l">
              <a:defRPr sz="4950" b="1">
                <a:solidFill>
                  <a:srgbClr val="F7F1E8"/>
                </a:solidFill>
              </a:defRPr>
            </a:lvl1pPr>
            <a:lvl2pPr algn="l">
              <a:defRPr sz="4950" b="1">
                <a:solidFill>
                  <a:srgbClr val="F7F1E8"/>
                </a:solidFill>
              </a:defRPr>
            </a:lvl2pPr>
            <a:lvl3pPr algn="l">
              <a:defRPr sz="4950" b="1">
                <a:solidFill>
                  <a:srgbClr val="F7F1E8"/>
                </a:solidFill>
              </a:defRPr>
            </a:lvl3pPr>
            <a:lvl4pPr algn="l">
              <a:defRPr sz="4950" b="1">
                <a:solidFill>
                  <a:srgbClr val="F7F1E8"/>
                </a:solidFill>
              </a:defRPr>
            </a:lvl4pPr>
            <a:lvl5pPr algn="l">
              <a:defRPr sz="4950" b="1">
                <a:solidFill>
                  <a:srgbClr val="F7F1E8"/>
                </a:solidFill>
              </a:defRPr>
            </a:lvl5pPr>
            <a:lvl6pPr algn="l">
              <a:defRPr sz="4950" b="1">
                <a:solidFill>
                  <a:srgbClr val="F7F1E8"/>
                </a:solidFill>
              </a:defRPr>
            </a:lvl6pPr>
            <a:lvl7pPr algn="l">
              <a:defRPr sz="4950" b="1">
                <a:solidFill>
                  <a:srgbClr val="F7F1E8"/>
                </a:solidFill>
              </a:defRPr>
            </a:lvl7pPr>
            <a:lvl8pPr algn="l">
              <a:defRPr sz="4950" b="1">
                <a:solidFill>
                  <a:srgbClr val="F7F1E8"/>
                </a:solidFill>
              </a:defRPr>
            </a:lvl8pPr>
            <a:lvl9pPr algn="l">
              <a:defRPr sz="4950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F7F1E8"/>
                </a:solidFill>
              </a:defRPr>
            </a:pPr>
            <a:r>
              <a:rPr sz="4950" b="1">
                <a:solidFill>
                  <a:srgbClr val="F7F1E8"/>
                </a:solidFill>
              </a:rPr>
              <a:t>UNE CRYPTE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6FAED-BF90-42A5-85C5-2B3030F3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828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1DD1A1"/>
                </a:solidFill>
              </a:defRPr>
            </a:defPPr>
            <a:lvl1pPr algn="l">
              <a:defRPr sz="4950" b="1">
                <a:solidFill>
                  <a:srgbClr val="1DD1A1"/>
                </a:solidFill>
              </a:defRPr>
            </a:lvl1pPr>
            <a:lvl2pPr algn="l">
              <a:defRPr sz="4950" b="1">
                <a:solidFill>
                  <a:srgbClr val="1DD1A1"/>
                </a:solidFill>
              </a:defRPr>
            </a:lvl2pPr>
            <a:lvl3pPr algn="l">
              <a:defRPr sz="4950" b="1">
                <a:solidFill>
                  <a:srgbClr val="1DD1A1"/>
                </a:solidFill>
              </a:defRPr>
            </a:lvl3pPr>
            <a:lvl4pPr algn="l">
              <a:defRPr sz="4950" b="1">
                <a:solidFill>
                  <a:srgbClr val="1DD1A1"/>
                </a:solidFill>
              </a:defRPr>
            </a:lvl4pPr>
            <a:lvl5pPr algn="l">
              <a:defRPr sz="4950" b="1">
                <a:solidFill>
                  <a:srgbClr val="1DD1A1"/>
                </a:solidFill>
              </a:defRPr>
            </a:lvl5pPr>
            <a:lvl6pPr algn="l">
              <a:defRPr sz="4950" b="1">
                <a:solidFill>
                  <a:srgbClr val="1DD1A1"/>
                </a:solidFill>
              </a:defRPr>
            </a:lvl6pPr>
            <a:lvl7pPr algn="l">
              <a:defRPr sz="4950" b="1">
                <a:solidFill>
                  <a:srgbClr val="1DD1A1"/>
                </a:solidFill>
              </a:defRPr>
            </a:lvl7pPr>
            <a:lvl8pPr algn="l">
              <a:defRPr sz="4950" b="1">
                <a:solidFill>
                  <a:srgbClr val="1DD1A1"/>
                </a:solidFill>
              </a:defRPr>
            </a:lvl8pPr>
            <a:lvl9pPr algn="l">
              <a:defRPr sz="4950" b="1">
                <a:solidFill>
                  <a:srgbClr val="1DD1A1"/>
                </a:solidFill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1DD1A1"/>
                </a:solidFill>
              </a:defRPr>
            </a:pPr>
            <a:r>
              <a:rPr sz="4950" b="1">
                <a:solidFill>
                  <a:srgbClr val="1DD1A1"/>
                </a:solidFill>
              </a:rPr>
              <a:t>TRANSFORMÉE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E9076-1A66-4D5E-BF56-DE971D11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575" b="1">
                <a:solidFill>
                  <a:srgbClr val="F7F1E8"/>
                </a:solidFill>
              </a:defRPr>
            </a:defPPr>
            <a:lvl1pPr algn="l">
              <a:defRPr sz="4575" b="1">
                <a:solidFill>
                  <a:srgbClr val="F7F1E8"/>
                </a:solidFill>
              </a:defRPr>
            </a:lvl1pPr>
            <a:lvl2pPr algn="l">
              <a:defRPr sz="4575" b="1">
                <a:solidFill>
                  <a:srgbClr val="F7F1E8"/>
                </a:solidFill>
              </a:defRPr>
            </a:lvl2pPr>
            <a:lvl3pPr algn="l">
              <a:defRPr sz="4575" b="1">
                <a:solidFill>
                  <a:srgbClr val="F7F1E8"/>
                </a:solidFill>
              </a:defRPr>
            </a:lvl3pPr>
            <a:lvl4pPr algn="l">
              <a:defRPr sz="4575" b="1">
                <a:solidFill>
                  <a:srgbClr val="F7F1E8"/>
                </a:solidFill>
              </a:defRPr>
            </a:lvl4pPr>
            <a:lvl5pPr algn="l">
              <a:defRPr sz="4575" b="1">
                <a:solidFill>
                  <a:srgbClr val="F7F1E8"/>
                </a:solidFill>
              </a:defRPr>
            </a:lvl5pPr>
            <a:lvl6pPr algn="l">
              <a:defRPr sz="4575" b="1">
                <a:solidFill>
                  <a:srgbClr val="F7F1E8"/>
                </a:solidFill>
              </a:defRPr>
            </a:lvl6pPr>
            <a:lvl7pPr algn="l">
              <a:defRPr sz="4575" b="1">
                <a:solidFill>
                  <a:srgbClr val="F7F1E8"/>
                </a:solidFill>
              </a:defRPr>
            </a:lvl7pPr>
            <a:lvl8pPr algn="l">
              <a:defRPr sz="4575" b="1">
                <a:solidFill>
                  <a:srgbClr val="F7F1E8"/>
                </a:solidFill>
              </a:defRPr>
            </a:lvl8pPr>
            <a:lvl9pPr algn="l">
              <a:defRPr sz="4575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4575" b="1">
                <a:solidFill>
                  <a:srgbClr val="F7F1E8"/>
                </a:solidFill>
              </a:defRPr>
            </a:pPr>
            <a:r>
              <a:rPr sz="4575" b="1">
                <a:solidFill>
                  <a:srgbClr val="F7F1E8"/>
                </a:solidFill>
              </a:rPr>
              <a:t>EN SALLE D’ARMES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FDA35-4D9A-4DE6-81E6-48BAF649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F746F"/>
                </a:solidFill>
              </a:defRPr>
            </a:defPPr>
            <a:lvl1pPr algn="l">
              <a:defRPr sz="2325" b="1">
                <a:solidFill>
                  <a:srgbClr val="FF746F"/>
                </a:solidFill>
              </a:defRPr>
            </a:lvl1pPr>
            <a:lvl2pPr algn="l">
              <a:defRPr sz="2325" b="1">
                <a:solidFill>
                  <a:srgbClr val="FF746F"/>
                </a:solidFill>
              </a:defRPr>
            </a:lvl2pPr>
            <a:lvl3pPr algn="l">
              <a:defRPr sz="2325" b="1">
                <a:solidFill>
                  <a:srgbClr val="FF746F"/>
                </a:solidFill>
              </a:defRPr>
            </a:lvl3pPr>
            <a:lvl4pPr algn="l">
              <a:defRPr sz="2325" b="1">
                <a:solidFill>
                  <a:srgbClr val="FF746F"/>
                </a:solidFill>
              </a:defRPr>
            </a:lvl4pPr>
            <a:lvl5pPr algn="l">
              <a:defRPr sz="2325" b="1">
                <a:solidFill>
                  <a:srgbClr val="FF746F"/>
                </a:solidFill>
              </a:defRPr>
            </a:lvl5pPr>
            <a:lvl6pPr algn="l">
              <a:defRPr sz="2325" b="1">
                <a:solidFill>
                  <a:srgbClr val="FF746F"/>
                </a:solidFill>
              </a:defRPr>
            </a:lvl6pPr>
            <a:lvl7pPr algn="l">
              <a:defRPr sz="2325" b="1">
                <a:solidFill>
                  <a:srgbClr val="FF746F"/>
                </a:solidFill>
              </a:defRPr>
            </a:lvl7pPr>
            <a:lvl8pPr algn="l">
              <a:defRPr sz="2325" b="1">
                <a:solidFill>
                  <a:srgbClr val="FF746F"/>
                </a:solidFill>
              </a:defRPr>
            </a:lvl8pPr>
            <a:lvl9pPr algn="l">
              <a:defRPr sz="2325" b="1">
                <a:solidFill>
                  <a:srgbClr val="FF746F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F746F"/>
                </a:solidFill>
              </a:defRPr>
            </a:pPr>
            <a:r>
              <a:rPr sz="2325" b="1">
                <a:solidFill>
                  <a:srgbClr val="FF746F"/>
                </a:solidFill>
              </a:rPr>
              <a:t>ÉPÉE   FLEURET   SABRE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09F8E-0BBC-407D-8B9D-2DCB8F2C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95387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</a:defRPr>
            </a:defPPr>
            <a:lvl1pPr algn="r">
              <a:defRPr sz="2100" b="1">
                <a:solidFill>
                  <a:srgbClr val="FFFFFF"/>
                </a:solidFill>
              </a:defRPr>
            </a:lvl1pPr>
            <a:lvl2pPr algn="r">
              <a:defRPr sz="2100" b="1">
                <a:solidFill>
                  <a:srgbClr val="FFFFFF"/>
                </a:solidFill>
              </a:defRPr>
            </a:lvl2pPr>
            <a:lvl3pPr algn="r">
              <a:defRPr sz="2100" b="1">
                <a:solidFill>
                  <a:srgbClr val="FFFFFF"/>
                </a:solidFill>
              </a:defRPr>
            </a:lvl3pPr>
            <a:lvl4pPr algn="r">
              <a:defRPr sz="2100" b="1">
                <a:solidFill>
                  <a:srgbClr val="FFFFFF"/>
                </a:solidFill>
              </a:defRPr>
            </a:lvl4pPr>
            <a:lvl5pPr algn="r">
              <a:defRPr sz="2100" b="1">
                <a:solidFill>
                  <a:srgbClr val="FFFFFF"/>
                </a:solidFill>
              </a:defRPr>
            </a:lvl5pPr>
            <a:lvl6pPr algn="r">
              <a:defRPr sz="2100" b="1">
                <a:solidFill>
                  <a:srgbClr val="FFFFFF"/>
                </a:solidFill>
              </a:defRPr>
            </a:lvl6pPr>
            <a:lvl7pPr algn="r">
              <a:defRPr sz="2100" b="1">
                <a:solidFill>
                  <a:srgbClr val="FFFFFF"/>
                </a:solidFill>
              </a:defRPr>
            </a:lvl7pPr>
            <a:lvl8pPr algn="r">
              <a:defRPr sz="2100" b="1">
                <a:solidFill>
                  <a:srgbClr val="FFFFFF"/>
                </a:solidFill>
              </a:defRPr>
            </a:lvl8pPr>
            <a:lvl9pPr algn="r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iziLife.co</a:t>
            </a:r>
          </a:p>
        </p:txBody>
      </p:sp>
    </p:spTree>
    <p:extLst>
      <p:ext uri="{BB962C8B-B14F-4D97-AF65-F5344CB8AC3E}">
        <p14:creationId xmlns:p14="http://schemas.microsoft.com/office/powerpoint/2010/main" val="10196846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6B563-B804-45A4-858A-17DDBC3780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face0db3044ec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B1268-3F5A-487E-BF36-C85B729F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EFDD9-F613-43D9-A42A-B167C0D8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20375"/>
            <a:ext cx="10287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2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C1F9A-A965-4093-91BE-C03DC357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47650"/>
            <a:ext cx="9791700" cy="12363450"/>
          </a:xfrm>
          <a:prstGeom xmlns:a="http://schemas.openxmlformats.org/drawingml/2006/main" prst="roundRect">
            <a:avLst>
              <a:gd name="adj" fmla="val 11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7A52D-9B10-4DB4-AE95-590F0B3A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3238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DD1A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9B41B-4D58-4502-91D0-E3045AF3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61A2C"/>
                </a:solidFill>
              </a:defRPr>
            </a:defPPr>
            <a:lvl1pPr algn="ctr">
              <a:defRPr sz="1725" b="1">
                <a:solidFill>
                  <a:srgbClr val="061A2C"/>
                </a:solidFill>
              </a:defRPr>
            </a:lvl1pPr>
            <a:lvl2pPr algn="ctr">
              <a:defRPr sz="1725" b="1">
                <a:solidFill>
                  <a:srgbClr val="061A2C"/>
                </a:solidFill>
              </a:defRPr>
            </a:lvl2pPr>
            <a:lvl3pPr algn="ctr">
              <a:defRPr sz="1725" b="1">
                <a:solidFill>
                  <a:srgbClr val="061A2C"/>
                </a:solidFill>
              </a:defRPr>
            </a:lvl3pPr>
            <a:lvl4pPr algn="ctr">
              <a:defRPr sz="1725" b="1">
                <a:solidFill>
                  <a:srgbClr val="061A2C"/>
                </a:solidFill>
              </a:defRPr>
            </a:lvl4pPr>
            <a:lvl5pPr algn="ctr">
              <a:defRPr sz="1725" b="1">
                <a:solidFill>
                  <a:srgbClr val="061A2C"/>
                </a:solidFill>
              </a:defRPr>
            </a:lvl5pPr>
            <a:lvl6pPr algn="ctr">
              <a:defRPr sz="1725" b="1">
                <a:solidFill>
                  <a:srgbClr val="061A2C"/>
                </a:solidFill>
              </a:defRPr>
            </a:lvl6pPr>
            <a:lvl7pPr algn="ctr">
              <a:defRPr sz="1725" b="1">
                <a:solidFill>
                  <a:srgbClr val="061A2C"/>
                </a:solidFill>
              </a:defRPr>
            </a:lvl7pPr>
            <a:lvl8pPr algn="ctr">
              <a:defRPr sz="1725" b="1">
                <a:solidFill>
                  <a:srgbClr val="061A2C"/>
                </a:solidFill>
              </a:defRPr>
            </a:lvl8pPr>
            <a:lvl9pPr algn="ctr">
              <a:defRPr sz="1725" b="1">
                <a:solidFill>
                  <a:srgbClr val="061A2C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61A2C"/>
                </a:solidFill>
              </a:defRPr>
            </a:pPr>
            <a:r>
              <a:rPr sz="1725" b="1">
                <a:solidFill>
                  <a:srgbClr val="061A2C"/>
                </a:solidFill>
              </a:rPr>
              <a:t>AUJOURD’HUI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F7EA5-70DC-4C07-B69C-1519FDFC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4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800" b="1">
                <a:solidFill>
                  <a:srgbClr val="FFFFFF"/>
                </a:solidFill>
              </a:defRPr>
            </a:defPPr>
            <a:lvl1pPr algn="r">
              <a:defRPr sz="1800" b="1">
                <a:solidFill>
                  <a:srgbClr val="FFFFFF"/>
                </a:solidFill>
              </a:defRPr>
            </a:lvl1pPr>
            <a:lvl2pPr algn="r">
              <a:defRPr sz="1800" b="1">
                <a:solidFill>
                  <a:srgbClr val="FFFFFF"/>
                </a:solidFill>
              </a:defRPr>
            </a:lvl2pPr>
            <a:lvl3pPr algn="r">
              <a:defRPr sz="1800" b="1">
                <a:solidFill>
                  <a:srgbClr val="FFFFFF"/>
                </a:solidFill>
              </a:defRPr>
            </a:lvl3pPr>
            <a:lvl4pPr algn="r">
              <a:defRPr sz="1800" b="1">
                <a:solidFill>
                  <a:srgbClr val="FFFFFF"/>
                </a:solidFill>
              </a:defRPr>
            </a:lvl4pPr>
            <a:lvl5pPr algn="r">
              <a:defRPr sz="1800" b="1">
                <a:solidFill>
                  <a:srgbClr val="FFFFFF"/>
                </a:solidFill>
              </a:defRPr>
            </a:lvl5pPr>
            <a:lvl6pPr algn="r">
              <a:defRPr sz="1800" b="1">
                <a:solidFill>
                  <a:srgbClr val="FFFFFF"/>
                </a:solidFill>
              </a:defRPr>
            </a:lvl6pPr>
            <a:lvl7pPr algn="r">
              <a:defRPr sz="1800" b="1">
                <a:solidFill>
                  <a:srgbClr val="FFFFFF"/>
                </a:solidFill>
              </a:defRPr>
            </a:lvl7pPr>
            <a:lvl8pPr algn="r">
              <a:defRPr sz="1800" b="1">
                <a:solidFill>
                  <a:srgbClr val="FFFFFF"/>
                </a:solidFill>
              </a:defRPr>
            </a:lvl8pPr>
            <a:lvl9pPr algn="r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3/3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66ECE-7742-449C-97C6-A47946A0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275" b="1">
                <a:solidFill>
                  <a:srgbClr val="F7F1E8"/>
                </a:solidFill>
              </a:defRPr>
            </a:defPPr>
            <a:lvl1pPr algn="l">
              <a:defRPr sz="4275" b="1">
                <a:solidFill>
                  <a:srgbClr val="F7F1E8"/>
                </a:solidFill>
              </a:defRPr>
            </a:lvl1pPr>
            <a:lvl2pPr algn="l">
              <a:defRPr sz="4275" b="1">
                <a:solidFill>
                  <a:srgbClr val="F7F1E8"/>
                </a:solidFill>
              </a:defRPr>
            </a:lvl2pPr>
            <a:lvl3pPr algn="l">
              <a:defRPr sz="4275" b="1">
                <a:solidFill>
                  <a:srgbClr val="F7F1E8"/>
                </a:solidFill>
              </a:defRPr>
            </a:lvl3pPr>
            <a:lvl4pPr algn="l">
              <a:defRPr sz="4275" b="1">
                <a:solidFill>
                  <a:srgbClr val="F7F1E8"/>
                </a:solidFill>
              </a:defRPr>
            </a:lvl4pPr>
            <a:lvl5pPr algn="l">
              <a:defRPr sz="4275" b="1">
                <a:solidFill>
                  <a:srgbClr val="F7F1E8"/>
                </a:solidFill>
              </a:defRPr>
            </a:lvl5pPr>
            <a:lvl6pPr algn="l">
              <a:defRPr sz="4275" b="1">
                <a:solidFill>
                  <a:srgbClr val="F7F1E8"/>
                </a:solidFill>
              </a:defRPr>
            </a:lvl6pPr>
            <a:lvl7pPr algn="l">
              <a:defRPr sz="4275" b="1">
                <a:solidFill>
                  <a:srgbClr val="F7F1E8"/>
                </a:solidFill>
              </a:defRPr>
            </a:lvl7pPr>
            <a:lvl8pPr algn="l">
              <a:defRPr sz="4275" b="1">
                <a:solidFill>
                  <a:srgbClr val="F7F1E8"/>
                </a:solidFill>
              </a:defRPr>
            </a:lvl8pPr>
            <a:lvl9pPr algn="l">
              <a:defRPr sz="4275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F7F1E8"/>
                </a:solidFill>
              </a:defRPr>
            </a:pPr>
            <a:r>
              <a:rPr sz="4275" b="1">
                <a:solidFill>
                  <a:srgbClr val="F7F1E8"/>
                </a:solidFill>
              </a:rPr>
              <a:t>ESCRIME ARTISTIQUE,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9351B-20BE-451F-BD3D-03E28261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650" b="1">
                <a:solidFill>
                  <a:srgbClr val="1DD1A1"/>
                </a:solidFill>
              </a:defRPr>
            </a:defPPr>
            <a:lvl1pPr algn="l">
              <a:defRPr sz="4650" b="1">
                <a:solidFill>
                  <a:srgbClr val="1DD1A1"/>
                </a:solidFill>
              </a:defRPr>
            </a:lvl1pPr>
            <a:lvl2pPr algn="l">
              <a:defRPr sz="4650" b="1">
                <a:solidFill>
                  <a:srgbClr val="1DD1A1"/>
                </a:solidFill>
              </a:defRPr>
            </a:lvl2pPr>
            <a:lvl3pPr algn="l">
              <a:defRPr sz="4650" b="1">
                <a:solidFill>
                  <a:srgbClr val="1DD1A1"/>
                </a:solidFill>
              </a:defRPr>
            </a:lvl3pPr>
            <a:lvl4pPr algn="l">
              <a:defRPr sz="4650" b="1">
                <a:solidFill>
                  <a:srgbClr val="1DD1A1"/>
                </a:solidFill>
              </a:defRPr>
            </a:lvl4pPr>
            <a:lvl5pPr algn="l">
              <a:defRPr sz="4650" b="1">
                <a:solidFill>
                  <a:srgbClr val="1DD1A1"/>
                </a:solidFill>
              </a:defRPr>
            </a:lvl5pPr>
            <a:lvl6pPr algn="l">
              <a:defRPr sz="4650" b="1">
                <a:solidFill>
                  <a:srgbClr val="1DD1A1"/>
                </a:solidFill>
              </a:defRPr>
            </a:lvl6pPr>
            <a:lvl7pPr algn="l">
              <a:defRPr sz="4650" b="1">
                <a:solidFill>
                  <a:srgbClr val="1DD1A1"/>
                </a:solidFill>
              </a:defRPr>
            </a:lvl7pPr>
            <a:lvl8pPr algn="l">
              <a:defRPr sz="4650" b="1">
                <a:solidFill>
                  <a:srgbClr val="1DD1A1"/>
                </a:solidFill>
              </a:defRPr>
            </a:lvl8pPr>
            <a:lvl9pPr algn="l">
              <a:defRPr sz="4650" b="1">
                <a:solidFill>
                  <a:srgbClr val="1DD1A1"/>
                </a:solidFill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DD1A1"/>
                </a:solidFill>
              </a:defRPr>
            </a:pPr>
            <a:r>
              <a:rPr sz="4650" b="1">
                <a:solidFill>
                  <a:srgbClr val="1DD1A1"/>
                </a:solidFill>
              </a:rPr>
              <a:t>HANDISPORT 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0F40E-2EE9-4EB3-A54A-96F272FF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800" b="1">
                <a:solidFill>
                  <a:srgbClr val="FF746F"/>
                </a:solidFill>
              </a:defRPr>
            </a:defPPr>
            <a:lvl1pPr algn="l">
              <a:defRPr sz="4800" b="1">
                <a:solidFill>
                  <a:srgbClr val="FF746F"/>
                </a:solidFill>
              </a:defRPr>
            </a:lvl1pPr>
            <a:lvl2pPr algn="l">
              <a:defRPr sz="4800" b="1">
                <a:solidFill>
                  <a:srgbClr val="FF746F"/>
                </a:solidFill>
              </a:defRPr>
            </a:lvl2pPr>
            <a:lvl3pPr algn="l">
              <a:defRPr sz="4800" b="1">
                <a:solidFill>
                  <a:srgbClr val="FF746F"/>
                </a:solidFill>
              </a:defRPr>
            </a:lvl3pPr>
            <a:lvl4pPr algn="l">
              <a:defRPr sz="4800" b="1">
                <a:solidFill>
                  <a:srgbClr val="FF746F"/>
                </a:solidFill>
              </a:defRPr>
            </a:lvl4pPr>
            <a:lvl5pPr algn="l">
              <a:defRPr sz="4800" b="1">
                <a:solidFill>
                  <a:srgbClr val="FF746F"/>
                </a:solidFill>
              </a:defRPr>
            </a:lvl5pPr>
            <a:lvl6pPr algn="l">
              <a:defRPr sz="4800" b="1">
                <a:solidFill>
                  <a:srgbClr val="FF746F"/>
                </a:solidFill>
              </a:defRPr>
            </a:lvl6pPr>
            <a:lvl7pPr algn="l">
              <a:defRPr sz="4800" b="1">
                <a:solidFill>
                  <a:srgbClr val="FF746F"/>
                </a:solidFill>
              </a:defRPr>
            </a:lvl7pPr>
            <a:lvl8pPr algn="l">
              <a:defRPr sz="4800" b="1">
                <a:solidFill>
                  <a:srgbClr val="FF746F"/>
                </a:solidFill>
              </a:defRPr>
            </a:lvl8pPr>
            <a:lvl9pPr algn="l">
              <a:defRPr sz="4800" b="1">
                <a:solidFill>
                  <a:srgbClr val="FF746F"/>
                </a:solidFill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F746F"/>
                </a:solidFill>
              </a:defRPr>
            </a:pPr>
            <a:r>
              <a:rPr sz="4800" b="1">
                <a:solidFill>
                  <a:srgbClr val="FF746F"/>
                </a:solidFill>
              </a:rPr>
              <a:t>COMPÉTITIONS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E2438-7B31-4902-8D48-41A40089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10875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225" b="1">
                <a:solidFill>
                  <a:srgbClr val="F7F1E8"/>
                </a:solidFill>
              </a:defRPr>
            </a:defPPr>
            <a:lvl1pPr algn="l">
              <a:defRPr sz="3225" b="1">
                <a:solidFill>
                  <a:srgbClr val="F7F1E8"/>
                </a:solidFill>
              </a:defRPr>
            </a:lvl1pPr>
            <a:lvl2pPr algn="l">
              <a:defRPr sz="3225" b="1">
                <a:solidFill>
                  <a:srgbClr val="F7F1E8"/>
                </a:solidFill>
              </a:defRPr>
            </a:lvl2pPr>
            <a:lvl3pPr algn="l">
              <a:defRPr sz="3225" b="1">
                <a:solidFill>
                  <a:srgbClr val="F7F1E8"/>
                </a:solidFill>
              </a:defRPr>
            </a:lvl3pPr>
            <a:lvl4pPr algn="l">
              <a:defRPr sz="3225" b="1">
                <a:solidFill>
                  <a:srgbClr val="F7F1E8"/>
                </a:solidFill>
              </a:defRPr>
            </a:lvl4pPr>
            <a:lvl5pPr algn="l">
              <a:defRPr sz="3225" b="1">
                <a:solidFill>
                  <a:srgbClr val="F7F1E8"/>
                </a:solidFill>
              </a:defRPr>
            </a:lvl5pPr>
            <a:lvl6pPr algn="l">
              <a:defRPr sz="3225" b="1">
                <a:solidFill>
                  <a:srgbClr val="F7F1E8"/>
                </a:solidFill>
              </a:defRPr>
            </a:lvl6pPr>
            <a:lvl7pPr algn="l">
              <a:defRPr sz="3225" b="1">
                <a:solidFill>
                  <a:srgbClr val="F7F1E8"/>
                </a:solidFill>
              </a:defRPr>
            </a:lvl7pPr>
            <a:lvl8pPr algn="l">
              <a:defRPr sz="3225" b="1">
                <a:solidFill>
                  <a:srgbClr val="F7F1E8"/>
                </a:solidFill>
              </a:defRPr>
            </a:lvl8pPr>
            <a:lvl9pPr algn="l">
              <a:defRPr sz="3225" b="1">
                <a:solidFill>
                  <a:srgbClr val="F7F1E8"/>
                </a:solidFill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F7F1E8"/>
                </a:solidFill>
              </a:defRPr>
            </a:pPr>
            <a:r>
              <a:rPr sz="3225" b="1">
                <a:solidFill>
                  <a:srgbClr val="F7F1E8"/>
                </a:solidFill>
              </a:rPr>
              <a:t>Tu imaginais trouver ça sous une église 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62357-9566-42D2-B8AD-D084EA11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953875"/>
            <a:ext cx="214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</a:defRPr>
            </a:defPPr>
            <a:lvl1pPr algn="r">
              <a:defRPr sz="2100" b="1">
                <a:solidFill>
                  <a:srgbClr val="FFFFFF"/>
                </a:solidFill>
              </a:defRPr>
            </a:lvl1pPr>
            <a:lvl2pPr algn="r">
              <a:defRPr sz="2100" b="1">
                <a:solidFill>
                  <a:srgbClr val="FFFFFF"/>
                </a:solidFill>
              </a:defRPr>
            </a:lvl2pPr>
            <a:lvl3pPr algn="r">
              <a:defRPr sz="2100" b="1">
                <a:solidFill>
                  <a:srgbClr val="FFFFFF"/>
                </a:solidFill>
              </a:defRPr>
            </a:lvl3pPr>
            <a:lvl4pPr algn="r">
              <a:defRPr sz="2100" b="1">
                <a:solidFill>
                  <a:srgbClr val="FFFFFF"/>
                </a:solidFill>
              </a:defRPr>
            </a:lvl4pPr>
            <a:lvl5pPr algn="r">
              <a:defRPr sz="2100" b="1">
                <a:solidFill>
                  <a:srgbClr val="FFFFFF"/>
                </a:solidFill>
              </a:defRPr>
            </a:lvl5pPr>
            <a:lvl6pPr algn="r">
              <a:defRPr sz="2100" b="1">
                <a:solidFill>
                  <a:srgbClr val="FFFFFF"/>
                </a:solidFill>
              </a:defRPr>
            </a:lvl6pPr>
            <a:lvl7pPr algn="r">
              <a:defRPr sz="2100" b="1">
                <a:solidFill>
                  <a:srgbClr val="FFFFFF"/>
                </a:solidFill>
              </a:defRPr>
            </a:lvl7pPr>
            <a:lvl8pPr algn="r">
              <a:defRPr sz="2100" b="1">
                <a:solidFill>
                  <a:srgbClr val="FFFFFF"/>
                </a:solidFill>
              </a:defRPr>
            </a:lvl8pPr>
            <a:lvl9pPr algn="r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iziLife.co</a:t>
            </a:r>
          </a:p>
        </p:txBody>
      </p:sp>
    </p:spTree>
    <p:extLst>
      <p:ext uri="{BB962C8B-B14F-4D97-AF65-F5344CB8AC3E}">
        <p14:creationId xmlns:p14="http://schemas.microsoft.com/office/powerpoint/2010/main" val="997729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2026-10-21T16:50:34.8220000Z</dcterms:created>
  <dcterms:modified xsi:type="dcterms:W3CDTF">2026-10-21T16:50:34.8220000Z</dcterms:modified>
</coreProperties>
</file>