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2683948f694e5d" /><Relationship Type="http://schemas.openxmlformats.org/officeDocument/2006/relationships/extended-properties" Target="/docProps/app.xml" Id="R10fa9f06bdda41d1" /><Relationship Type="http://schemas.openxmlformats.org/officeDocument/2006/relationships/officeDocument" Target="/ppt/presentation.xml" Id="Ra5a9382840a4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927c85a75342c4"/>
  </p:sldMasterIdLst>
  <p:notesMasterIdLst>
    <p:notesMasterId xmlns:r="http://schemas.openxmlformats.org/officeDocument/2006/relationships" r:id="Rc4900d9eb7fc4267"/>
  </p:notesMasterIdLst>
  <p:sldIdLst>
    <p:sldId xmlns:r="http://schemas.openxmlformats.org/officeDocument/2006/relationships" id="256" r:id="R4f0b05e177af4e81"/>
    <p:sldId xmlns:r="http://schemas.openxmlformats.org/officeDocument/2006/relationships" id="257" r:id="Rbd5f9ff018f64c1e"/>
    <p:sldId xmlns:r="http://schemas.openxmlformats.org/officeDocument/2006/relationships" id="258" r:id="R0f02e1e9bb3c4c60"/>
    <p:sldId xmlns:r="http://schemas.openxmlformats.org/officeDocument/2006/relationships" id="259" r:id="R801c3134c64b497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5f8352fd04d1e" /><Relationship Type="http://schemas.openxmlformats.org/officeDocument/2006/relationships/slideMaster" Target="/ppt/slideMasters/slideMaster1.xml" Id="R5d927c85a75342c4" /><Relationship Type="http://schemas.openxmlformats.org/officeDocument/2006/relationships/notesMaster" Target="/ppt/notesMasters/notesMaster1.xml" Id="Rc4900d9eb7fc4267" /><Relationship Type="http://schemas.openxmlformats.org/officeDocument/2006/relationships/presProps" Target="/ppt/presProps.xml" Id="Reebd0c7b74e84bbc" /><Relationship Type="http://schemas.openxmlformats.org/officeDocument/2006/relationships/tableStyles" Target="/ppt/tableStyles.xml" Id="Red87e9442cac4195" /><Relationship Type="http://schemas.openxmlformats.org/officeDocument/2006/relationships/slide" Target="/ppt/slides/slide1.xml" Id="R4f0b05e177af4e81" /><Relationship Type="http://schemas.openxmlformats.org/officeDocument/2006/relationships/slide" Target="/ppt/slides/slide2.xml" Id="Rbd5f9ff018f64c1e" /><Relationship Type="http://schemas.openxmlformats.org/officeDocument/2006/relationships/slide" Target="/ppt/slides/slide3.xml" Id="R0f02e1e9bb3c4c60" /><Relationship Type="http://schemas.openxmlformats.org/officeDocument/2006/relationships/slide" Target="/ppt/slides/slide4.xml" Id="R801c3134c64b49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f99baf01b4e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d0331c28564094" /><Relationship Type="http://schemas.openxmlformats.org/officeDocument/2006/relationships/notesMaster" Target="/ppt/notesMasters/notesMaster1.xml" Id="Ra607396e5d4f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25eae229db4757" /><Relationship Type="http://schemas.openxmlformats.org/officeDocument/2006/relationships/notesMaster" Target="/ppt/notesMasters/notesMaster1.xml" Id="Ra41b3b9fd837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d9e959febb4763" /><Relationship Type="http://schemas.openxmlformats.org/officeDocument/2006/relationships/notesMaster" Target="/ppt/notesMasters/notesMaster1.xml" Id="R3b10435bdf3545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af65b75a5f423f" /><Relationship Type="http://schemas.openxmlformats.org/officeDocument/2006/relationships/notesMaster" Target="/ppt/notesMasters/notesMaster1.xml" Id="Rbbe940df7a17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230b9f4dc47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75156eda948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f0f72b40d4a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469e9171441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154e6ddb242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d5a58f9e746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EA70BB-A76E-4F00-AAB5-3176ED82B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711DD8-1524-4E70-A5BE-1430F20EDC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BBEACF-A3E2-4838-BDD3-8D01AFA5B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675327-A490-40BB-A993-43F466CE7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02E098-4F8D-4930-8038-315228A25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D1127A-897E-43BF-ACC2-DAD806B45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BCF5D1-EB5C-468B-80EF-FA107E7E5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61A5AD-37EE-4378-8AD5-4727C9E286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CDEE4-DAB1-4528-8936-D5DCA5E92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702512-FEA6-42F1-8FED-346FC4283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01a75a9fa467b" /><Relationship Type="http://schemas.openxmlformats.org/officeDocument/2006/relationships/slideLayout" Target="/ppt/slideLayouts/slideLayout1.xml" Id="Rd3466f0619d24e47" /><Relationship Type="http://schemas.openxmlformats.org/officeDocument/2006/relationships/slideLayout" Target="/ppt/slideLayouts/slideLayout2.xml" Id="R4ffb3f4bf9664348" /><Relationship Type="http://schemas.openxmlformats.org/officeDocument/2006/relationships/slideLayout" Target="/ppt/slideLayouts/slideLayout3.xml" Id="R7e889ae4caac4ec0" /><Relationship Type="http://schemas.openxmlformats.org/officeDocument/2006/relationships/slideLayout" Target="/ppt/slideLayouts/slideLayout4.xml" Id="Ra0d72a701192408c" /><Relationship Type="http://schemas.openxmlformats.org/officeDocument/2006/relationships/slideLayout" Target="/ppt/slideLayouts/slideLayout5.xml" Id="R1c00822cf19e4584" /><Relationship Type="http://schemas.openxmlformats.org/officeDocument/2006/relationships/slideLayout" Target="/ppt/slideLayouts/slideLayout6.xml" Id="R716d527f70eb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66f0619d24e47"/>
    <p:sldLayoutId xmlns:r="http://schemas.openxmlformats.org/officeDocument/2006/relationships" id="2147483650" r:id="R4ffb3f4bf9664348"/>
    <p:sldLayoutId xmlns:r="http://schemas.openxmlformats.org/officeDocument/2006/relationships" id="2147483651" r:id="R7e889ae4caac4ec0"/>
    <p:sldLayoutId xmlns:r="http://schemas.openxmlformats.org/officeDocument/2006/relationships" id="2147483652" r:id="Ra0d72a701192408c"/>
    <p:sldLayoutId xmlns:r="http://schemas.openxmlformats.org/officeDocument/2006/relationships" id="2147483653" r:id="R1c00822cf19e4584"/>
    <p:sldLayoutId xmlns:r="http://schemas.openxmlformats.org/officeDocument/2006/relationships" id="2147483654" r:id="R716d527f70eb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114ea318ec4d65" /><Relationship Type="http://schemas.openxmlformats.org/officeDocument/2006/relationships/image" Target="/ppt/media/image.png" Id="R6701e4dbaa154f5b" /><Relationship Type="http://schemas.openxmlformats.org/officeDocument/2006/relationships/notesSlide" Target="/ppt/notesSlides/notesSlide1.xml" Id="Rd495fecebbd2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2f0865dbf4c4a" /><Relationship Type="http://schemas.openxmlformats.org/officeDocument/2006/relationships/image" Target="/ppt/media/image2.png" Id="R9ca9e2ec503146d8" /><Relationship Type="http://schemas.openxmlformats.org/officeDocument/2006/relationships/notesSlide" Target="/ppt/notesSlides/notesSlide2.xml" Id="Reb0af6bafc18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7574c62054a3d" /><Relationship Type="http://schemas.openxmlformats.org/officeDocument/2006/relationships/image" Target="/ppt/media/image3.png" Id="Rfb24616fa8454296" /><Relationship Type="http://schemas.openxmlformats.org/officeDocument/2006/relationships/notesSlide" Target="/ppt/notesSlides/notesSlide3.xml" Id="R84ba51b208e240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07d139dbb4447" /><Relationship Type="http://schemas.openxmlformats.org/officeDocument/2006/relationships/image" Target="/ppt/media/image4.png" Id="R14b3e78fb00e4073" /><Relationship Type="http://schemas.openxmlformats.org/officeDocument/2006/relationships/notesSlide" Target="/ppt/notesSlides/notesSlide4.xml" Id="R58600fe86fbb4b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E9E26-BA3F-491C-88BE-171BF907B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1e4dbaa154f5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B877F-6C22-4B6D-BBAE-F8BAD87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6F80A-D928-43F4-AF8C-895CFCB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C5576-EBEC-4E74-8ACE-442AF19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3714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D68ED-7587-4022-B831-C9E8AFAE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LE SAVAIS-TU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E68F0-EF18-4F43-AA41-0DDB4B2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000DD-9DAC-4AC6-8388-03467E7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725" b="1">
                <a:solidFill>
                  <a:srgbClr val="F7F1E8"/>
                </a:solidFill>
              </a:defRPr>
            </a:defPPr>
            <a:lvl1pPr algn="l">
              <a:defRPr sz="4725" b="1">
                <a:solidFill>
                  <a:srgbClr val="F7F1E8"/>
                </a:solidFill>
              </a:defRPr>
            </a:lvl1pPr>
            <a:lvl2pPr algn="l">
              <a:defRPr sz="4725" b="1">
                <a:solidFill>
                  <a:srgbClr val="F7F1E8"/>
                </a:solidFill>
              </a:defRPr>
            </a:lvl2pPr>
            <a:lvl3pPr algn="l">
              <a:defRPr sz="4725" b="1">
                <a:solidFill>
                  <a:srgbClr val="F7F1E8"/>
                </a:solidFill>
              </a:defRPr>
            </a:lvl3pPr>
            <a:lvl4pPr algn="l">
              <a:defRPr sz="4725" b="1">
                <a:solidFill>
                  <a:srgbClr val="F7F1E8"/>
                </a:solidFill>
              </a:defRPr>
            </a:lvl4pPr>
            <a:lvl5pPr algn="l">
              <a:defRPr sz="4725" b="1">
                <a:solidFill>
                  <a:srgbClr val="F7F1E8"/>
                </a:solidFill>
              </a:defRPr>
            </a:lvl5pPr>
            <a:lvl6pPr algn="l">
              <a:defRPr sz="4725" b="1">
                <a:solidFill>
                  <a:srgbClr val="F7F1E8"/>
                </a:solidFill>
              </a:defRPr>
            </a:lvl6pPr>
            <a:lvl7pPr algn="l">
              <a:defRPr sz="4725" b="1">
                <a:solidFill>
                  <a:srgbClr val="F7F1E8"/>
                </a:solidFill>
              </a:defRPr>
            </a:lvl7pPr>
            <a:lvl8pPr algn="l">
              <a:defRPr sz="4725" b="1">
                <a:solidFill>
                  <a:srgbClr val="F7F1E8"/>
                </a:solidFill>
              </a:defRPr>
            </a:lvl8pPr>
            <a:lvl9pPr algn="l">
              <a:defRPr sz="47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725" b="1">
                <a:solidFill>
                  <a:srgbClr val="F7F1E8"/>
                </a:solidFill>
              </a:defRPr>
            </a:pPr>
            <a:r>
              <a:rPr sz="4725" b="1">
                <a:solidFill>
                  <a:srgbClr val="F7F1E8"/>
                </a:solidFill>
              </a:rPr>
              <a:t>EN 1983, LILLE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C8414-700E-4D6C-92FC-1BB201CB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725" b="1">
                <a:solidFill>
                  <a:srgbClr val="F7F1E8"/>
                </a:solidFill>
              </a:defRPr>
            </a:defPPr>
            <a:lvl1pPr algn="l">
              <a:defRPr sz="4725" b="1">
                <a:solidFill>
                  <a:srgbClr val="F7F1E8"/>
                </a:solidFill>
              </a:defRPr>
            </a:lvl1pPr>
            <a:lvl2pPr algn="l">
              <a:defRPr sz="4725" b="1">
                <a:solidFill>
                  <a:srgbClr val="F7F1E8"/>
                </a:solidFill>
              </a:defRPr>
            </a:lvl2pPr>
            <a:lvl3pPr algn="l">
              <a:defRPr sz="4725" b="1">
                <a:solidFill>
                  <a:srgbClr val="F7F1E8"/>
                </a:solidFill>
              </a:defRPr>
            </a:lvl3pPr>
            <a:lvl4pPr algn="l">
              <a:defRPr sz="4725" b="1">
                <a:solidFill>
                  <a:srgbClr val="F7F1E8"/>
                </a:solidFill>
              </a:defRPr>
            </a:lvl4pPr>
            <a:lvl5pPr algn="l">
              <a:defRPr sz="4725" b="1">
                <a:solidFill>
                  <a:srgbClr val="F7F1E8"/>
                </a:solidFill>
              </a:defRPr>
            </a:lvl5pPr>
            <a:lvl6pPr algn="l">
              <a:defRPr sz="4725" b="1">
                <a:solidFill>
                  <a:srgbClr val="F7F1E8"/>
                </a:solidFill>
              </a:defRPr>
            </a:lvl6pPr>
            <a:lvl7pPr algn="l">
              <a:defRPr sz="4725" b="1">
                <a:solidFill>
                  <a:srgbClr val="F7F1E8"/>
                </a:solidFill>
              </a:defRPr>
            </a:lvl7pPr>
            <a:lvl8pPr algn="l">
              <a:defRPr sz="4725" b="1">
                <a:solidFill>
                  <a:srgbClr val="F7F1E8"/>
                </a:solidFill>
              </a:defRPr>
            </a:lvl8pPr>
            <a:lvl9pPr algn="l">
              <a:defRPr sz="47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725" b="1">
                <a:solidFill>
                  <a:srgbClr val="F7F1E8"/>
                </a:solidFill>
              </a:defRPr>
            </a:pPr>
            <a:r>
              <a:rPr sz="4725" b="1">
                <a:solidFill>
                  <a:srgbClr val="F7F1E8"/>
                </a:solidFill>
              </a:rPr>
              <a:t>FAISAIT ENTRER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3DF3F-27B9-4AE3-943F-FFBF2996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725" b="1">
                <a:solidFill>
                  <a:srgbClr val="FF746F"/>
                </a:solidFill>
              </a:defRPr>
            </a:defPPr>
            <a:lvl1pPr algn="l">
              <a:defRPr sz="4725" b="1">
                <a:solidFill>
                  <a:srgbClr val="FF746F"/>
                </a:solidFill>
              </a:defRPr>
            </a:lvl1pPr>
            <a:lvl2pPr algn="l">
              <a:defRPr sz="4725" b="1">
                <a:solidFill>
                  <a:srgbClr val="FF746F"/>
                </a:solidFill>
              </a:defRPr>
            </a:lvl2pPr>
            <a:lvl3pPr algn="l">
              <a:defRPr sz="4725" b="1">
                <a:solidFill>
                  <a:srgbClr val="FF746F"/>
                </a:solidFill>
              </a:defRPr>
            </a:lvl3pPr>
            <a:lvl4pPr algn="l">
              <a:defRPr sz="4725" b="1">
                <a:solidFill>
                  <a:srgbClr val="FF746F"/>
                </a:solidFill>
              </a:defRPr>
            </a:lvl4pPr>
            <a:lvl5pPr algn="l">
              <a:defRPr sz="4725" b="1">
                <a:solidFill>
                  <a:srgbClr val="FF746F"/>
                </a:solidFill>
              </a:defRPr>
            </a:lvl5pPr>
            <a:lvl6pPr algn="l">
              <a:defRPr sz="4725" b="1">
                <a:solidFill>
                  <a:srgbClr val="FF746F"/>
                </a:solidFill>
              </a:defRPr>
            </a:lvl6pPr>
            <a:lvl7pPr algn="l">
              <a:defRPr sz="4725" b="1">
                <a:solidFill>
                  <a:srgbClr val="FF746F"/>
                </a:solidFill>
              </a:defRPr>
            </a:lvl7pPr>
            <a:lvl8pPr algn="l">
              <a:defRPr sz="4725" b="1">
                <a:solidFill>
                  <a:srgbClr val="FF746F"/>
                </a:solidFill>
              </a:defRPr>
            </a:lvl8pPr>
            <a:lvl9pPr algn="l">
              <a:defRPr sz="4725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4725" b="1">
                <a:solidFill>
                  <a:srgbClr val="FF746F"/>
                </a:solidFill>
              </a:defRPr>
            </a:pPr>
            <a:r>
              <a:rPr sz="4725" b="1">
                <a:solidFill>
                  <a:srgbClr val="FF746F"/>
                </a:solidFill>
              </a:rPr>
              <a:t>LE MÉTRO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6D82C-F0C8-4016-AF6C-6650422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746F"/>
                </a:solidFill>
              </a:defRPr>
            </a:defPPr>
            <a:lvl1pPr algn="l">
              <a:defRPr sz="4350" b="1">
                <a:solidFill>
                  <a:srgbClr val="FF746F"/>
                </a:solidFill>
              </a:defRPr>
            </a:lvl1pPr>
            <a:lvl2pPr algn="l">
              <a:defRPr sz="4350" b="1">
                <a:solidFill>
                  <a:srgbClr val="FF746F"/>
                </a:solidFill>
              </a:defRPr>
            </a:lvl2pPr>
            <a:lvl3pPr algn="l">
              <a:defRPr sz="4350" b="1">
                <a:solidFill>
                  <a:srgbClr val="FF746F"/>
                </a:solidFill>
              </a:defRPr>
            </a:lvl3pPr>
            <a:lvl4pPr algn="l">
              <a:defRPr sz="4350" b="1">
                <a:solidFill>
                  <a:srgbClr val="FF746F"/>
                </a:solidFill>
              </a:defRPr>
            </a:lvl4pPr>
            <a:lvl5pPr algn="l">
              <a:defRPr sz="4350" b="1">
                <a:solidFill>
                  <a:srgbClr val="FF746F"/>
                </a:solidFill>
              </a:defRPr>
            </a:lvl5pPr>
            <a:lvl6pPr algn="l">
              <a:defRPr sz="4350" b="1">
                <a:solidFill>
                  <a:srgbClr val="FF746F"/>
                </a:solidFill>
              </a:defRPr>
            </a:lvl6pPr>
            <a:lvl7pPr algn="l">
              <a:defRPr sz="4350" b="1">
                <a:solidFill>
                  <a:srgbClr val="FF746F"/>
                </a:solidFill>
              </a:defRPr>
            </a:lvl7pPr>
            <a:lvl8pPr algn="l">
              <a:defRPr sz="4350" b="1">
                <a:solidFill>
                  <a:srgbClr val="FF746F"/>
                </a:solidFill>
              </a:defRPr>
            </a:lvl8pPr>
            <a:lvl9pPr algn="l">
              <a:defRPr sz="4350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746F"/>
                </a:solidFill>
              </a:defRPr>
            </a:pPr>
            <a:r>
              <a:rPr sz="4350" b="1">
                <a:solidFill>
                  <a:srgbClr val="FF746F"/>
                </a:solidFill>
              </a:rPr>
              <a:t>DANS LE FUTUR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39B2B-B1EA-445C-A8FD-772D88C8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363908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F0939-4419-4330-AA9E-A9C8D6533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9e2ec503146d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49395-8251-4696-9DFF-C222B337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94C76-58B1-4EA1-9B67-00577EE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693CF-67BD-4CC1-BF87-34F9BA0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542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8E6DC-47DC-4572-A055-0C8C6DE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UNE PREMIÈRE MONDIALE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3A8CF-268A-42E4-8188-A728CC2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C6165-AEA4-4341-9E65-E493030F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850" b="1">
                <a:solidFill>
                  <a:srgbClr val="F7F1E8"/>
                </a:solidFill>
              </a:defRPr>
            </a:defPPr>
            <a:lvl1pPr algn="l">
              <a:defRPr sz="5850" b="1">
                <a:solidFill>
                  <a:srgbClr val="F7F1E8"/>
                </a:solidFill>
              </a:defRPr>
            </a:lvl1pPr>
            <a:lvl2pPr algn="l">
              <a:defRPr sz="5850" b="1">
                <a:solidFill>
                  <a:srgbClr val="F7F1E8"/>
                </a:solidFill>
              </a:defRPr>
            </a:lvl2pPr>
            <a:lvl3pPr algn="l">
              <a:defRPr sz="5850" b="1">
                <a:solidFill>
                  <a:srgbClr val="F7F1E8"/>
                </a:solidFill>
              </a:defRPr>
            </a:lvl3pPr>
            <a:lvl4pPr algn="l">
              <a:defRPr sz="5850" b="1">
                <a:solidFill>
                  <a:srgbClr val="F7F1E8"/>
                </a:solidFill>
              </a:defRPr>
            </a:lvl4pPr>
            <a:lvl5pPr algn="l">
              <a:defRPr sz="5850" b="1">
                <a:solidFill>
                  <a:srgbClr val="F7F1E8"/>
                </a:solidFill>
              </a:defRPr>
            </a:lvl5pPr>
            <a:lvl6pPr algn="l">
              <a:defRPr sz="5850" b="1">
                <a:solidFill>
                  <a:srgbClr val="F7F1E8"/>
                </a:solidFill>
              </a:defRPr>
            </a:lvl6pPr>
            <a:lvl7pPr algn="l">
              <a:defRPr sz="5850" b="1">
                <a:solidFill>
                  <a:srgbClr val="F7F1E8"/>
                </a:solidFill>
              </a:defRPr>
            </a:lvl7pPr>
            <a:lvl8pPr algn="l">
              <a:defRPr sz="5850" b="1">
                <a:solidFill>
                  <a:srgbClr val="F7F1E8"/>
                </a:solidFill>
              </a:defRPr>
            </a:lvl8pPr>
            <a:lvl9pPr algn="l">
              <a:defRPr sz="58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7F1E8"/>
                </a:solidFill>
              </a:defRPr>
            </a:pPr>
            <a:r>
              <a:rPr sz="5850" b="1">
                <a:solidFill>
                  <a:srgbClr val="F7F1E8"/>
                </a:solidFill>
              </a:rPr>
              <a:t>25 AVRIL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1B322-2B37-4BBD-B850-BCF4EB68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746F"/>
                </a:solidFill>
              </a:defRPr>
            </a:defPPr>
            <a:lvl1pPr algn="l">
              <a:defRPr sz="6150" b="1">
                <a:solidFill>
                  <a:srgbClr val="FF746F"/>
                </a:solidFill>
              </a:defRPr>
            </a:lvl1pPr>
            <a:lvl2pPr algn="l">
              <a:defRPr sz="6150" b="1">
                <a:solidFill>
                  <a:srgbClr val="FF746F"/>
                </a:solidFill>
              </a:defRPr>
            </a:lvl2pPr>
            <a:lvl3pPr algn="l">
              <a:defRPr sz="6150" b="1">
                <a:solidFill>
                  <a:srgbClr val="FF746F"/>
                </a:solidFill>
              </a:defRPr>
            </a:lvl3pPr>
            <a:lvl4pPr algn="l">
              <a:defRPr sz="6150" b="1">
                <a:solidFill>
                  <a:srgbClr val="FF746F"/>
                </a:solidFill>
              </a:defRPr>
            </a:lvl4pPr>
            <a:lvl5pPr algn="l">
              <a:defRPr sz="6150" b="1">
                <a:solidFill>
                  <a:srgbClr val="FF746F"/>
                </a:solidFill>
              </a:defRPr>
            </a:lvl5pPr>
            <a:lvl6pPr algn="l">
              <a:defRPr sz="6150" b="1">
                <a:solidFill>
                  <a:srgbClr val="FF746F"/>
                </a:solidFill>
              </a:defRPr>
            </a:lvl6pPr>
            <a:lvl7pPr algn="l">
              <a:defRPr sz="6150" b="1">
                <a:solidFill>
                  <a:srgbClr val="FF746F"/>
                </a:solidFill>
              </a:defRPr>
            </a:lvl7pPr>
            <a:lvl8pPr algn="l">
              <a:defRPr sz="6150" b="1">
                <a:solidFill>
                  <a:srgbClr val="FF746F"/>
                </a:solidFill>
              </a:defRPr>
            </a:lvl8pPr>
            <a:lvl9pPr algn="l">
              <a:defRPr sz="6150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746F"/>
                </a:solidFill>
              </a:defRPr>
            </a:pPr>
            <a:r>
              <a:rPr sz="6150" b="1">
                <a:solidFill>
                  <a:srgbClr val="FF746F"/>
                </a:solidFill>
              </a:rPr>
              <a:t>1983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AF83-D623-42A8-A17F-82D6C80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7F1E8"/>
                </a:solidFill>
              </a:defRPr>
            </a:defPPr>
            <a:lvl1pPr algn="l">
              <a:defRPr sz="2250" b="1">
                <a:solidFill>
                  <a:srgbClr val="F7F1E8"/>
                </a:solidFill>
              </a:defRPr>
            </a:lvl1pPr>
            <a:lvl2pPr algn="l">
              <a:defRPr sz="2250" b="1">
                <a:solidFill>
                  <a:srgbClr val="F7F1E8"/>
                </a:solidFill>
              </a:defRPr>
            </a:lvl2pPr>
            <a:lvl3pPr algn="l">
              <a:defRPr sz="2250" b="1">
                <a:solidFill>
                  <a:srgbClr val="F7F1E8"/>
                </a:solidFill>
              </a:defRPr>
            </a:lvl3pPr>
            <a:lvl4pPr algn="l">
              <a:defRPr sz="2250" b="1">
                <a:solidFill>
                  <a:srgbClr val="F7F1E8"/>
                </a:solidFill>
              </a:defRPr>
            </a:lvl4pPr>
            <a:lvl5pPr algn="l">
              <a:defRPr sz="2250" b="1">
                <a:solidFill>
                  <a:srgbClr val="F7F1E8"/>
                </a:solidFill>
              </a:defRPr>
            </a:lvl5pPr>
            <a:lvl6pPr algn="l">
              <a:defRPr sz="2250" b="1">
                <a:solidFill>
                  <a:srgbClr val="F7F1E8"/>
                </a:solidFill>
              </a:defRPr>
            </a:lvl6pPr>
            <a:lvl7pPr algn="l">
              <a:defRPr sz="2250" b="1">
                <a:solidFill>
                  <a:srgbClr val="F7F1E8"/>
                </a:solidFill>
              </a:defRPr>
            </a:lvl7pPr>
            <a:lvl8pPr algn="l">
              <a:defRPr sz="2250" b="1">
                <a:solidFill>
                  <a:srgbClr val="F7F1E8"/>
                </a:solidFill>
              </a:defRPr>
            </a:lvl8pPr>
            <a:lvl9pPr algn="l">
              <a:defRPr sz="22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7F1E8"/>
                </a:solidFill>
              </a:defRPr>
            </a:pPr>
            <a:r>
              <a:rPr sz="2250" b="1">
                <a:solidFill>
                  <a:srgbClr val="F7F1E8"/>
                </a:solidFill>
              </a:rPr>
              <a:t>Lille inaugure la première ligne de métro au monde utilisant la technologie 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520AB-B9CF-4EEE-98B0-F9C6039E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7F1E8"/>
                </a:solidFill>
              </a:defRPr>
            </a:defPPr>
            <a:lvl1pPr algn="l">
              <a:defRPr sz="2100" b="1">
                <a:solidFill>
                  <a:srgbClr val="F7F1E8"/>
                </a:solidFill>
              </a:defRPr>
            </a:lvl1pPr>
            <a:lvl2pPr algn="l">
              <a:defRPr sz="2100" b="1">
                <a:solidFill>
                  <a:srgbClr val="F7F1E8"/>
                </a:solidFill>
              </a:defRPr>
            </a:lvl2pPr>
            <a:lvl3pPr algn="l">
              <a:defRPr sz="2100" b="1">
                <a:solidFill>
                  <a:srgbClr val="F7F1E8"/>
                </a:solidFill>
              </a:defRPr>
            </a:lvl3pPr>
            <a:lvl4pPr algn="l">
              <a:defRPr sz="2100" b="1">
                <a:solidFill>
                  <a:srgbClr val="F7F1E8"/>
                </a:solidFill>
              </a:defRPr>
            </a:lvl4pPr>
            <a:lvl5pPr algn="l">
              <a:defRPr sz="2100" b="1">
                <a:solidFill>
                  <a:srgbClr val="F7F1E8"/>
                </a:solidFill>
              </a:defRPr>
            </a:lvl5pPr>
            <a:lvl6pPr algn="l">
              <a:defRPr sz="2100" b="1">
                <a:solidFill>
                  <a:srgbClr val="F7F1E8"/>
                </a:solidFill>
              </a:defRPr>
            </a:lvl6pPr>
            <a:lvl7pPr algn="l">
              <a:defRPr sz="2100" b="1">
                <a:solidFill>
                  <a:srgbClr val="F7F1E8"/>
                </a:solidFill>
              </a:defRPr>
            </a:lvl7pPr>
            <a:lvl8pPr algn="l">
              <a:defRPr sz="2100" b="1">
                <a:solidFill>
                  <a:srgbClr val="F7F1E8"/>
                </a:solidFill>
              </a:defRPr>
            </a:lvl8pPr>
            <a:lvl9pPr algn="l">
              <a:defRPr sz="210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7F1E8"/>
                </a:solidFill>
              </a:defRPr>
            </a:pPr>
            <a:r>
              <a:rPr sz="2100" b="1">
                <a:solidFill>
                  <a:srgbClr val="F7F1E8"/>
                </a:solidFill>
              </a:rPr>
              <a:t>Des rames automatiques, sans conducteur.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17A07-F0D2-4168-ADB7-6133D61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1208365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86FF9-FC7D-4E75-9AB3-3D668BF32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4616fa845429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19E3-F446-4E39-906F-6AEAD83D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9C741-9197-47D7-B556-EFD0113C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9CA9B-1000-4F1E-9EFB-28CFB8A2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5619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CCFD2-844F-43F4-AF5F-2373840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UNE TECHNOLOGIE NÉE ICI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14B4-D1A8-4DEA-9509-50F3544F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C2C6F-F431-4B99-B2E2-5F6A6BF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450" b="1">
                <a:solidFill>
                  <a:srgbClr val="F7F1E8"/>
                </a:solidFill>
              </a:defRPr>
            </a:defPPr>
            <a:lvl1pPr algn="l">
              <a:defRPr sz="9450" b="1">
                <a:solidFill>
                  <a:srgbClr val="F7F1E8"/>
                </a:solidFill>
              </a:defRPr>
            </a:lvl1pPr>
            <a:lvl2pPr algn="l">
              <a:defRPr sz="9450" b="1">
                <a:solidFill>
                  <a:srgbClr val="F7F1E8"/>
                </a:solidFill>
              </a:defRPr>
            </a:lvl2pPr>
            <a:lvl3pPr algn="l">
              <a:defRPr sz="9450" b="1">
                <a:solidFill>
                  <a:srgbClr val="F7F1E8"/>
                </a:solidFill>
              </a:defRPr>
            </a:lvl3pPr>
            <a:lvl4pPr algn="l">
              <a:defRPr sz="9450" b="1">
                <a:solidFill>
                  <a:srgbClr val="F7F1E8"/>
                </a:solidFill>
              </a:defRPr>
            </a:lvl4pPr>
            <a:lvl5pPr algn="l">
              <a:defRPr sz="9450" b="1">
                <a:solidFill>
                  <a:srgbClr val="F7F1E8"/>
                </a:solidFill>
              </a:defRPr>
            </a:lvl5pPr>
            <a:lvl6pPr algn="l">
              <a:defRPr sz="9450" b="1">
                <a:solidFill>
                  <a:srgbClr val="F7F1E8"/>
                </a:solidFill>
              </a:defRPr>
            </a:lvl6pPr>
            <a:lvl7pPr algn="l">
              <a:defRPr sz="9450" b="1">
                <a:solidFill>
                  <a:srgbClr val="F7F1E8"/>
                </a:solidFill>
              </a:defRPr>
            </a:lvl7pPr>
            <a:lvl8pPr algn="l">
              <a:defRPr sz="9450" b="1">
                <a:solidFill>
                  <a:srgbClr val="F7F1E8"/>
                </a:solidFill>
              </a:defRPr>
            </a:lvl8pPr>
            <a:lvl9pPr algn="l">
              <a:defRPr sz="94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9450" b="1">
                <a:solidFill>
                  <a:srgbClr val="F7F1E8"/>
                </a:solidFill>
              </a:defRPr>
            </a:pPr>
            <a:r>
              <a:rPr sz="9450" b="1">
                <a:solidFill>
                  <a:srgbClr val="F7F1E8"/>
                </a:solidFill>
              </a:rPr>
              <a:t>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EB04F-19F4-42C3-95FC-2CDEDDB0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F7F1E8"/>
                </a:solidFill>
              </a:defRPr>
            </a:defPPr>
            <a:lvl1pPr algn="l">
              <a:defRPr sz="2925" b="1">
                <a:solidFill>
                  <a:srgbClr val="F7F1E8"/>
                </a:solidFill>
              </a:defRPr>
            </a:lvl1pPr>
            <a:lvl2pPr algn="l">
              <a:defRPr sz="2925" b="1">
                <a:solidFill>
                  <a:srgbClr val="F7F1E8"/>
                </a:solidFill>
              </a:defRPr>
            </a:lvl2pPr>
            <a:lvl3pPr algn="l">
              <a:defRPr sz="2925" b="1">
                <a:solidFill>
                  <a:srgbClr val="F7F1E8"/>
                </a:solidFill>
              </a:defRPr>
            </a:lvl3pPr>
            <a:lvl4pPr algn="l">
              <a:defRPr sz="2925" b="1">
                <a:solidFill>
                  <a:srgbClr val="F7F1E8"/>
                </a:solidFill>
              </a:defRPr>
            </a:lvl4pPr>
            <a:lvl5pPr algn="l">
              <a:defRPr sz="2925" b="1">
                <a:solidFill>
                  <a:srgbClr val="F7F1E8"/>
                </a:solidFill>
              </a:defRPr>
            </a:lvl5pPr>
            <a:lvl6pPr algn="l">
              <a:defRPr sz="2925" b="1">
                <a:solidFill>
                  <a:srgbClr val="F7F1E8"/>
                </a:solidFill>
              </a:defRPr>
            </a:lvl6pPr>
            <a:lvl7pPr algn="l">
              <a:defRPr sz="2925" b="1">
                <a:solidFill>
                  <a:srgbClr val="F7F1E8"/>
                </a:solidFill>
              </a:defRPr>
            </a:lvl7pPr>
            <a:lvl8pPr algn="l">
              <a:defRPr sz="2925" b="1">
                <a:solidFill>
                  <a:srgbClr val="F7F1E8"/>
                </a:solidFill>
              </a:defRPr>
            </a:lvl8pPr>
            <a:lvl9pPr algn="l">
              <a:defRPr sz="29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7F1E8"/>
                </a:solidFill>
              </a:defRPr>
            </a:pPr>
            <a:r>
              <a:rPr sz="2925" b="1">
                <a:solidFill>
                  <a:srgbClr val="F7F1E8"/>
                </a:solidFill>
              </a:rPr>
              <a:t>À l’origine 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E14BC-241C-458C-BCC7-38217CE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847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F746F"/>
                </a:solidFill>
              </a:defRPr>
            </a:defPPr>
            <a:lvl1pPr algn="l">
              <a:defRPr sz="3225" b="1">
                <a:solidFill>
                  <a:srgbClr val="FF746F"/>
                </a:solidFill>
              </a:defRPr>
            </a:lvl1pPr>
            <a:lvl2pPr algn="l">
              <a:defRPr sz="3225" b="1">
                <a:solidFill>
                  <a:srgbClr val="FF746F"/>
                </a:solidFill>
              </a:defRPr>
            </a:lvl2pPr>
            <a:lvl3pPr algn="l">
              <a:defRPr sz="3225" b="1">
                <a:solidFill>
                  <a:srgbClr val="FF746F"/>
                </a:solidFill>
              </a:defRPr>
            </a:lvl3pPr>
            <a:lvl4pPr algn="l">
              <a:defRPr sz="3225" b="1">
                <a:solidFill>
                  <a:srgbClr val="FF746F"/>
                </a:solidFill>
              </a:defRPr>
            </a:lvl4pPr>
            <a:lvl5pPr algn="l">
              <a:defRPr sz="3225" b="1">
                <a:solidFill>
                  <a:srgbClr val="FF746F"/>
                </a:solidFill>
              </a:defRPr>
            </a:lvl5pPr>
            <a:lvl6pPr algn="l">
              <a:defRPr sz="3225" b="1">
                <a:solidFill>
                  <a:srgbClr val="FF746F"/>
                </a:solidFill>
              </a:defRPr>
            </a:lvl6pPr>
            <a:lvl7pPr algn="l">
              <a:defRPr sz="3225" b="1">
                <a:solidFill>
                  <a:srgbClr val="FF746F"/>
                </a:solidFill>
              </a:defRPr>
            </a:lvl7pPr>
            <a:lvl8pPr algn="l">
              <a:defRPr sz="3225" b="1">
                <a:solidFill>
                  <a:srgbClr val="FF746F"/>
                </a:solidFill>
              </a:defRPr>
            </a:lvl8pPr>
            <a:lvl9pPr algn="l">
              <a:defRPr sz="3225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746F"/>
                </a:solidFill>
              </a:defRPr>
            </a:pPr>
            <a:r>
              <a:rPr sz="3225" b="1">
                <a:solidFill>
                  <a:srgbClr val="FF746F"/>
                </a:solidFill>
              </a:rPr>
              <a:t>Villeneuve-d’Ascq – Lille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78B2A-DA3B-4393-B168-C5E9546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F7F1E8"/>
                </a:solidFill>
              </a:defRPr>
            </a:defPPr>
            <a:lvl1pPr algn="l">
              <a:defRPr sz="2175" b="1">
                <a:solidFill>
                  <a:srgbClr val="F7F1E8"/>
                </a:solidFill>
              </a:defRPr>
            </a:lvl1pPr>
            <a:lvl2pPr algn="l">
              <a:defRPr sz="2175" b="1">
                <a:solidFill>
                  <a:srgbClr val="F7F1E8"/>
                </a:solidFill>
              </a:defRPr>
            </a:lvl2pPr>
            <a:lvl3pPr algn="l">
              <a:defRPr sz="2175" b="1">
                <a:solidFill>
                  <a:srgbClr val="F7F1E8"/>
                </a:solidFill>
              </a:defRPr>
            </a:lvl3pPr>
            <a:lvl4pPr algn="l">
              <a:defRPr sz="2175" b="1">
                <a:solidFill>
                  <a:srgbClr val="F7F1E8"/>
                </a:solidFill>
              </a:defRPr>
            </a:lvl4pPr>
            <a:lvl5pPr algn="l">
              <a:defRPr sz="2175" b="1">
                <a:solidFill>
                  <a:srgbClr val="F7F1E8"/>
                </a:solidFill>
              </a:defRPr>
            </a:lvl5pPr>
            <a:lvl6pPr algn="l">
              <a:defRPr sz="2175" b="1">
                <a:solidFill>
                  <a:srgbClr val="F7F1E8"/>
                </a:solidFill>
              </a:defRPr>
            </a:lvl6pPr>
            <a:lvl7pPr algn="l">
              <a:defRPr sz="2175" b="1">
                <a:solidFill>
                  <a:srgbClr val="F7F1E8"/>
                </a:solidFill>
              </a:defRPr>
            </a:lvl7pPr>
            <a:lvl8pPr algn="l">
              <a:defRPr sz="2175" b="1">
                <a:solidFill>
                  <a:srgbClr val="F7F1E8"/>
                </a:solidFill>
              </a:defRPr>
            </a:lvl8pPr>
            <a:lvl9pPr algn="l">
              <a:defRPr sz="217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7F1E8"/>
                </a:solidFill>
              </a:defRPr>
            </a:pPr>
            <a:r>
              <a:rPr sz="2175" b="1">
                <a:solidFill>
                  <a:srgbClr val="F7F1E8"/>
                </a:solidFill>
              </a:rPr>
              <a:t>Une innovation développée à Lille.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9B46D-4E04-4DA7-8D87-0D080B6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92356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6E73-E3F2-4348-9265-A1918D6AD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3e78fb00e407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E342-0C62-42CC-9302-47FB5CDA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66CAE-A2B5-4165-B060-49A6A87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0"/>
            <a:ext cx="10287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23B5-30CB-4C78-BFC9-E86B2C7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B18FB-8C23-4CF8-B7E6-490ECAB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857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2B323-6E45-4CCC-84EF-DF757E9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ET AUJOURD’HUI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58FB-97A6-46D2-B8C1-8C75813C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73014-7A6D-4AE4-9144-5D6B3C51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F7F1E8"/>
                </a:solidFill>
              </a:defRPr>
            </a:defPPr>
            <a:lvl1pPr algn="l">
              <a:defRPr sz="5700" b="1">
                <a:solidFill>
                  <a:srgbClr val="F7F1E8"/>
                </a:solidFill>
              </a:defRPr>
            </a:lvl1pPr>
            <a:lvl2pPr algn="l">
              <a:defRPr sz="5700" b="1">
                <a:solidFill>
                  <a:srgbClr val="F7F1E8"/>
                </a:solidFill>
              </a:defRPr>
            </a:lvl2pPr>
            <a:lvl3pPr algn="l">
              <a:defRPr sz="5700" b="1">
                <a:solidFill>
                  <a:srgbClr val="F7F1E8"/>
                </a:solidFill>
              </a:defRPr>
            </a:lvl3pPr>
            <a:lvl4pPr algn="l">
              <a:defRPr sz="5700" b="1">
                <a:solidFill>
                  <a:srgbClr val="F7F1E8"/>
                </a:solidFill>
              </a:defRPr>
            </a:lvl4pPr>
            <a:lvl5pPr algn="l">
              <a:defRPr sz="5700" b="1">
                <a:solidFill>
                  <a:srgbClr val="F7F1E8"/>
                </a:solidFill>
              </a:defRPr>
            </a:lvl5pPr>
            <a:lvl6pPr algn="l">
              <a:defRPr sz="5700" b="1">
                <a:solidFill>
                  <a:srgbClr val="F7F1E8"/>
                </a:solidFill>
              </a:defRPr>
            </a:lvl6pPr>
            <a:lvl7pPr algn="l">
              <a:defRPr sz="5700" b="1">
                <a:solidFill>
                  <a:srgbClr val="F7F1E8"/>
                </a:solidFill>
              </a:defRPr>
            </a:lvl7pPr>
            <a:lvl8pPr algn="l">
              <a:defRPr sz="5700" b="1">
                <a:solidFill>
                  <a:srgbClr val="F7F1E8"/>
                </a:solidFill>
              </a:defRPr>
            </a:lvl8pPr>
            <a:lvl9pPr algn="l">
              <a:defRPr sz="570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7F1E8"/>
                </a:solidFill>
              </a:defRPr>
            </a:pPr>
            <a:r>
              <a:rPr sz="5700" b="1">
                <a:solidFill>
                  <a:srgbClr val="F7F1E8"/>
                </a:solidFill>
              </a:rPr>
              <a:t>18 STATIONS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93AFD-B3D8-4AAE-9307-431992D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850" b="1">
                <a:solidFill>
                  <a:srgbClr val="1DD1A1"/>
                </a:solidFill>
              </a:defRPr>
            </a:defPPr>
            <a:lvl1pPr algn="l">
              <a:defRPr sz="5850" b="1">
                <a:solidFill>
                  <a:srgbClr val="1DD1A1"/>
                </a:solidFill>
              </a:defRPr>
            </a:lvl1pPr>
            <a:lvl2pPr algn="l">
              <a:defRPr sz="5850" b="1">
                <a:solidFill>
                  <a:srgbClr val="1DD1A1"/>
                </a:solidFill>
              </a:defRPr>
            </a:lvl2pPr>
            <a:lvl3pPr algn="l">
              <a:defRPr sz="5850" b="1">
                <a:solidFill>
                  <a:srgbClr val="1DD1A1"/>
                </a:solidFill>
              </a:defRPr>
            </a:lvl3pPr>
            <a:lvl4pPr algn="l">
              <a:defRPr sz="5850" b="1">
                <a:solidFill>
                  <a:srgbClr val="1DD1A1"/>
                </a:solidFill>
              </a:defRPr>
            </a:lvl4pPr>
            <a:lvl5pPr algn="l">
              <a:defRPr sz="5850" b="1">
                <a:solidFill>
                  <a:srgbClr val="1DD1A1"/>
                </a:solidFill>
              </a:defRPr>
            </a:lvl5pPr>
            <a:lvl6pPr algn="l">
              <a:defRPr sz="5850" b="1">
                <a:solidFill>
                  <a:srgbClr val="1DD1A1"/>
                </a:solidFill>
              </a:defRPr>
            </a:lvl6pPr>
            <a:lvl7pPr algn="l">
              <a:defRPr sz="5850" b="1">
                <a:solidFill>
                  <a:srgbClr val="1DD1A1"/>
                </a:solidFill>
              </a:defRPr>
            </a:lvl7pPr>
            <a:lvl8pPr algn="l">
              <a:defRPr sz="5850" b="1">
                <a:solidFill>
                  <a:srgbClr val="1DD1A1"/>
                </a:solidFill>
              </a:defRPr>
            </a:lvl8pPr>
            <a:lvl9pPr algn="l">
              <a:defRPr sz="58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1DD1A1"/>
                </a:solidFill>
              </a:defRPr>
            </a:pPr>
            <a:r>
              <a:rPr sz="5850" b="1">
                <a:solidFill>
                  <a:srgbClr val="1DD1A1"/>
                </a:solidFill>
              </a:rPr>
              <a:t>12,5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3A5D3-A606-4883-8AAD-834A349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7F1E8"/>
                </a:solidFill>
              </a:defRPr>
            </a:defPPr>
            <a:lvl1pPr algn="l">
              <a:defRPr sz="3150" b="1">
                <a:solidFill>
                  <a:srgbClr val="F7F1E8"/>
                </a:solidFill>
              </a:defRPr>
            </a:lvl1pPr>
            <a:lvl2pPr algn="l">
              <a:defRPr sz="3150" b="1">
                <a:solidFill>
                  <a:srgbClr val="F7F1E8"/>
                </a:solidFill>
              </a:defRPr>
            </a:lvl2pPr>
            <a:lvl3pPr algn="l">
              <a:defRPr sz="3150" b="1">
                <a:solidFill>
                  <a:srgbClr val="F7F1E8"/>
                </a:solidFill>
              </a:defRPr>
            </a:lvl3pPr>
            <a:lvl4pPr algn="l">
              <a:defRPr sz="3150" b="1">
                <a:solidFill>
                  <a:srgbClr val="F7F1E8"/>
                </a:solidFill>
              </a:defRPr>
            </a:lvl4pPr>
            <a:lvl5pPr algn="l">
              <a:defRPr sz="3150" b="1">
                <a:solidFill>
                  <a:srgbClr val="F7F1E8"/>
                </a:solidFill>
              </a:defRPr>
            </a:lvl5pPr>
            <a:lvl6pPr algn="l">
              <a:defRPr sz="3150" b="1">
                <a:solidFill>
                  <a:srgbClr val="F7F1E8"/>
                </a:solidFill>
              </a:defRPr>
            </a:lvl6pPr>
            <a:lvl7pPr algn="l">
              <a:defRPr sz="3150" b="1">
                <a:solidFill>
                  <a:srgbClr val="F7F1E8"/>
                </a:solidFill>
              </a:defRPr>
            </a:lvl7pPr>
            <a:lvl8pPr algn="l">
              <a:defRPr sz="3150" b="1">
                <a:solidFill>
                  <a:srgbClr val="F7F1E8"/>
                </a:solidFill>
              </a:defRPr>
            </a:lvl8pPr>
            <a:lvl9pPr algn="l">
              <a:defRPr sz="31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7F1E8"/>
                </a:solidFill>
              </a:defRPr>
            </a:pPr>
            <a:r>
              <a:rPr sz="3150" b="1">
                <a:solidFill>
                  <a:srgbClr val="F7F1E8"/>
                </a:solidFill>
              </a:rPr>
              <a:t>Tu savais que cette révolution mondiale avait commencé à Lille 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BF1F3-9D99-47A6-8648-BBC4D96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224641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2026-10-21T16:49:29.6400000Z</dcterms:created>
  <dcterms:modified xsi:type="dcterms:W3CDTF">2026-10-21T16:49:29.6400000Z</dcterms:modified>
</coreProperties>
</file>