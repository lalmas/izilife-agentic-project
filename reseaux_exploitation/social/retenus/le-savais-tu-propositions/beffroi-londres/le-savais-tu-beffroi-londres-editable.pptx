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410888ac2a4e78" /><Relationship Type="http://schemas.openxmlformats.org/officeDocument/2006/relationships/extended-properties" Target="/docProps/app.xml" Id="R2728bd67e1004279" /><Relationship Type="http://schemas.openxmlformats.org/officeDocument/2006/relationships/officeDocument" Target="/ppt/presentation.xml" Id="Rf8da51171a2742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a414d7d4144d63"/>
  </p:sldMasterIdLst>
  <p:notesMasterIdLst>
    <p:notesMasterId xmlns:r="http://schemas.openxmlformats.org/officeDocument/2006/relationships" r:id="R5b20572a4dfc4f0c"/>
  </p:notesMasterIdLst>
  <p:sldIdLst>
    <p:sldId xmlns:r="http://schemas.openxmlformats.org/officeDocument/2006/relationships" id="256" r:id="R12028fa53c844a69"/>
    <p:sldId xmlns:r="http://schemas.openxmlformats.org/officeDocument/2006/relationships" id="257" r:id="R8107ed6b4af1449f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df9ecf964b44fc" /><Relationship Type="http://schemas.openxmlformats.org/officeDocument/2006/relationships/slideMaster" Target="/ppt/slideMasters/slideMaster1.xml" Id="R1ca414d7d4144d63" /><Relationship Type="http://schemas.openxmlformats.org/officeDocument/2006/relationships/notesMaster" Target="/ppt/notesMasters/notesMaster1.xml" Id="R5b20572a4dfc4f0c" /><Relationship Type="http://schemas.openxmlformats.org/officeDocument/2006/relationships/presProps" Target="/ppt/presProps.xml" Id="Rf52d4e47c7854791" /><Relationship Type="http://schemas.openxmlformats.org/officeDocument/2006/relationships/tableStyles" Target="/ppt/tableStyles.xml" Id="R735fa662be5d4b23" /><Relationship Type="http://schemas.openxmlformats.org/officeDocument/2006/relationships/slide" Target="/ppt/slides/slide1.xml" Id="R12028fa53c844a69" /><Relationship Type="http://schemas.openxmlformats.org/officeDocument/2006/relationships/slide" Target="/ppt/slides/slide2.xml" Id="R8107ed6b4af144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5c4af48e6842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096bbd966f4fb0" /><Relationship Type="http://schemas.openxmlformats.org/officeDocument/2006/relationships/notesMaster" Target="/ppt/notesMasters/notesMaster1.xml" Id="R623a36dddd944f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b36550d85e41ca" /><Relationship Type="http://schemas.openxmlformats.org/officeDocument/2006/relationships/notesMaster" Target="/ppt/notesMasters/notesMaster1.xml" Id="Ra931f6d227c24f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479b1e804047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0323a3db84a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bc775a69c44b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f0053bdc5547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691e67300b4f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39efc5c56d4f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32F88B-1D58-43E5-8E48-3749A43B4E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02E9670-66EE-4F33-89A1-269EDA24C8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3F338EC-7D6C-49BB-8D54-A8F50B01B9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42E453-C2D3-459F-BFDE-B7908E77ED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70764E7-7607-423D-9B8C-B233D7C824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76EF74-9044-41EC-842C-0ADA655DDD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D99A03-17DB-48BC-8190-EE771C9E58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DFAE1B3-0686-4479-B397-851CE8F486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632C44-009A-4B39-827F-A91F025F5A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B98CA1-9A7E-4703-BD01-5EC5715C71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40b33accc74069" /><Relationship Type="http://schemas.openxmlformats.org/officeDocument/2006/relationships/slideLayout" Target="/ppt/slideLayouts/slideLayout1.xml" Id="R62158e26b8764b6a" /><Relationship Type="http://schemas.openxmlformats.org/officeDocument/2006/relationships/slideLayout" Target="/ppt/slideLayouts/slideLayout2.xml" Id="R6bf34fecefd743d2" /><Relationship Type="http://schemas.openxmlformats.org/officeDocument/2006/relationships/slideLayout" Target="/ppt/slideLayouts/slideLayout3.xml" Id="R067240871818446c" /><Relationship Type="http://schemas.openxmlformats.org/officeDocument/2006/relationships/slideLayout" Target="/ppt/slideLayouts/slideLayout4.xml" Id="R456698771da74c0f" /><Relationship Type="http://schemas.openxmlformats.org/officeDocument/2006/relationships/slideLayout" Target="/ppt/slideLayouts/slideLayout5.xml" Id="Rbb0f45580455464f" /><Relationship Type="http://schemas.openxmlformats.org/officeDocument/2006/relationships/slideLayout" Target="/ppt/slideLayouts/slideLayout6.xml" Id="R53e13878120043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158e26b8764b6a"/>
    <p:sldLayoutId xmlns:r="http://schemas.openxmlformats.org/officeDocument/2006/relationships" id="2147483650" r:id="R6bf34fecefd743d2"/>
    <p:sldLayoutId xmlns:r="http://schemas.openxmlformats.org/officeDocument/2006/relationships" id="2147483651" r:id="R067240871818446c"/>
    <p:sldLayoutId xmlns:r="http://schemas.openxmlformats.org/officeDocument/2006/relationships" id="2147483652" r:id="R456698771da74c0f"/>
    <p:sldLayoutId xmlns:r="http://schemas.openxmlformats.org/officeDocument/2006/relationships" id="2147483653" r:id="Rbb0f45580455464f"/>
    <p:sldLayoutId xmlns:r="http://schemas.openxmlformats.org/officeDocument/2006/relationships" id="2147483654" r:id="R53e13878120043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f44bee94284352" /><Relationship Type="http://schemas.openxmlformats.org/officeDocument/2006/relationships/image" Target="/ppt/media/image.png" Id="Rdccace95752e40de" /><Relationship Type="http://schemas.openxmlformats.org/officeDocument/2006/relationships/notesSlide" Target="/ppt/notesSlides/notesSlide1.xml" Id="R1a7f36fce2a349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16cd811127415e" /><Relationship Type="http://schemas.openxmlformats.org/officeDocument/2006/relationships/image" Target="/ppt/media/image2.png" Id="R1492b45470ff4e7a" /><Relationship Type="http://schemas.openxmlformats.org/officeDocument/2006/relationships/notesSlide" Target="/ppt/notesSlides/notesSlide2.xml" Id="Re4a01bfaaf7149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6F3FD-3767-4DE6-BC17-676B12C95C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ace95752e40de"/>
          <a:srcRect xmlns:a="http://schemas.openxmlformats.org/drawingml/2006/main" l="0" t="2604" r="0" b="26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285EC-3989-40DC-85CA-744A3794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33FCF-E35E-4211-B178-FC98FB1F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47650"/>
            <a:ext cx="9791700" cy="12363450"/>
          </a:xfrm>
          <a:prstGeom xmlns:a="http://schemas.openxmlformats.org/drawingml/2006/main" prst="roundRect">
            <a:avLst>
              <a:gd name="adj" fmla="val 116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05789-16C3-44F5-8B2E-12BDB169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3714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DD1A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3E074-3B02-45D0-88F2-7D9CE2E0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61A2C"/>
                </a:solidFill>
              </a:defRPr>
            </a:defPPr>
            <a:lvl1pPr algn="ctr">
              <a:defRPr sz="1725" b="1">
                <a:solidFill>
                  <a:srgbClr val="061A2C"/>
                </a:solidFill>
              </a:defRPr>
            </a:lvl1pPr>
            <a:lvl2pPr algn="ctr">
              <a:defRPr sz="1725" b="1">
                <a:solidFill>
                  <a:srgbClr val="061A2C"/>
                </a:solidFill>
              </a:defRPr>
            </a:lvl2pPr>
            <a:lvl3pPr algn="ctr">
              <a:defRPr sz="1725" b="1">
                <a:solidFill>
                  <a:srgbClr val="061A2C"/>
                </a:solidFill>
              </a:defRPr>
            </a:lvl3pPr>
            <a:lvl4pPr algn="ctr">
              <a:defRPr sz="1725" b="1">
                <a:solidFill>
                  <a:srgbClr val="061A2C"/>
                </a:solidFill>
              </a:defRPr>
            </a:lvl4pPr>
            <a:lvl5pPr algn="ctr">
              <a:defRPr sz="1725" b="1">
                <a:solidFill>
                  <a:srgbClr val="061A2C"/>
                </a:solidFill>
              </a:defRPr>
            </a:lvl5pPr>
            <a:lvl6pPr algn="ctr">
              <a:defRPr sz="1725" b="1">
                <a:solidFill>
                  <a:srgbClr val="061A2C"/>
                </a:solidFill>
              </a:defRPr>
            </a:lvl6pPr>
            <a:lvl7pPr algn="ctr">
              <a:defRPr sz="1725" b="1">
                <a:solidFill>
                  <a:srgbClr val="061A2C"/>
                </a:solidFill>
              </a:defRPr>
            </a:lvl7pPr>
            <a:lvl8pPr algn="ctr">
              <a:defRPr sz="1725" b="1">
                <a:solidFill>
                  <a:srgbClr val="061A2C"/>
                </a:solidFill>
              </a:defRPr>
            </a:lvl8pPr>
            <a:lvl9pPr algn="ctr">
              <a:defRPr sz="1725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61A2C"/>
                </a:solidFill>
              </a:defRPr>
            </a:pPr>
            <a:r>
              <a:rPr sz="1725" b="1">
                <a:solidFill>
                  <a:srgbClr val="061A2C"/>
                </a:solidFill>
              </a:rPr>
              <a:t>LE SAVAIS-TU 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F35EF-6A3D-4842-8A6A-3072E80F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24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800" b="1">
                <a:solidFill>
                  <a:srgbClr val="FFFFFF"/>
                </a:solidFill>
              </a:defRPr>
            </a:defPPr>
            <a:lvl1pPr algn="r">
              <a:defRPr sz="1800" b="1">
                <a:solidFill>
                  <a:srgbClr val="FFFFFF"/>
                </a:solidFill>
              </a:defRPr>
            </a:lvl1pPr>
            <a:lvl2pPr algn="r">
              <a:defRPr sz="1800" b="1">
                <a:solidFill>
                  <a:srgbClr val="FFFFFF"/>
                </a:solidFill>
              </a:defRPr>
            </a:lvl2pPr>
            <a:lvl3pPr algn="r">
              <a:defRPr sz="1800" b="1">
                <a:solidFill>
                  <a:srgbClr val="FFFFFF"/>
                </a:solidFill>
              </a:defRPr>
            </a:lvl3pPr>
            <a:lvl4pPr algn="r">
              <a:defRPr sz="1800" b="1">
                <a:solidFill>
                  <a:srgbClr val="FFFFFF"/>
                </a:solidFill>
              </a:defRPr>
            </a:lvl4pPr>
            <a:lvl5pPr algn="r">
              <a:defRPr sz="1800" b="1">
                <a:solidFill>
                  <a:srgbClr val="FFFFFF"/>
                </a:solidFill>
              </a:defRPr>
            </a:lvl5pPr>
            <a:lvl6pPr algn="r">
              <a:defRPr sz="1800" b="1">
                <a:solidFill>
                  <a:srgbClr val="FFFFFF"/>
                </a:solidFill>
              </a:defRPr>
            </a:lvl6pPr>
            <a:lvl7pPr algn="r">
              <a:defRPr sz="1800" b="1">
                <a:solidFill>
                  <a:srgbClr val="FFFFFF"/>
                </a:solidFill>
              </a:defRPr>
            </a:lvl7pPr>
            <a:lvl8pPr algn="r">
              <a:defRPr sz="1800" b="1">
                <a:solidFill>
                  <a:srgbClr val="FFFFFF"/>
                </a:solidFill>
              </a:defRPr>
            </a:lvl8pPr>
            <a:lvl9pPr algn="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1/2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FF95D-8A80-4FDC-A975-69FBF21F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71625"/>
            <a:ext cx="819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875" b="1">
                <a:solidFill>
                  <a:srgbClr val="F7F1E8"/>
                </a:solidFill>
              </a:defRPr>
            </a:defPPr>
            <a:lvl1pPr algn="l">
              <a:defRPr sz="4875" b="1">
                <a:solidFill>
                  <a:srgbClr val="F7F1E8"/>
                </a:solidFill>
              </a:defRPr>
            </a:lvl1pPr>
            <a:lvl2pPr algn="l">
              <a:defRPr sz="4875" b="1">
                <a:solidFill>
                  <a:srgbClr val="F7F1E8"/>
                </a:solidFill>
              </a:defRPr>
            </a:lvl2pPr>
            <a:lvl3pPr algn="l">
              <a:defRPr sz="4875" b="1">
                <a:solidFill>
                  <a:srgbClr val="F7F1E8"/>
                </a:solidFill>
              </a:defRPr>
            </a:lvl3pPr>
            <a:lvl4pPr algn="l">
              <a:defRPr sz="4875" b="1">
                <a:solidFill>
                  <a:srgbClr val="F7F1E8"/>
                </a:solidFill>
              </a:defRPr>
            </a:lvl4pPr>
            <a:lvl5pPr algn="l">
              <a:defRPr sz="4875" b="1">
                <a:solidFill>
                  <a:srgbClr val="F7F1E8"/>
                </a:solidFill>
              </a:defRPr>
            </a:lvl5pPr>
            <a:lvl6pPr algn="l">
              <a:defRPr sz="4875" b="1">
                <a:solidFill>
                  <a:srgbClr val="F7F1E8"/>
                </a:solidFill>
              </a:defRPr>
            </a:lvl6pPr>
            <a:lvl7pPr algn="l">
              <a:defRPr sz="4875" b="1">
                <a:solidFill>
                  <a:srgbClr val="F7F1E8"/>
                </a:solidFill>
              </a:defRPr>
            </a:lvl7pPr>
            <a:lvl8pPr algn="l">
              <a:defRPr sz="4875" b="1">
                <a:solidFill>
                  <a:srgbClr val="F7F1E8"/>
                </a:solidFill>
              </a:defRPr>
            </a:lvl8pPr>
            <a:lvl9pPr algn="l">
              <a:defRPr sz="4875" b="1">
                <a:solidFill>
                  <a:srgbClr val="F7F1E8"/>
                </a:solidFill>
              </a:defRPr>
            </a:lvl9pPr>
          </a:lstStyle>
          <a:p xmlns:a="http://schemas.openxmlformats.org/drawingml/2006/main">
            <a:pPr algn="l">
              <a:defRPr sz="4875" b="1">
                <a:solidFill>
                  <a:srgbClr val="F7F1E8"/>
                </a:solidFill>
              </a:defRPr>
            </a:pPr>
            <a:r>
              <a:rPr sz="4875" b="1">
                <a:solidFill>
                  <a:srgbClr val="F7F1E8"/>
                </a:solidFill>
              </a:rPr>
              <a:t>LILLE DÉPASSE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70701-A885-4AC0-A9B4-E78E86CA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875" b="1">
                <a:solidFill>
                  <a:srgbClr val="F7F1E8"/>
                </a:solidFill>
              </a:defRPr>
            </a:defPPr>
            <a:lvl1pPr algn="l">
              <a:defRPr sz="4875" b="1">
                <a:solidFill>
                  <a:srgbClr val="F7F1E8"/>
                </a:solidFill>
              </a:defRPr>
            </a:lvl1pPr>
            <a:lvl2pPr algn="l">
              <a:defRPr sz="4875" b="1">
                <a:solidFill>
                  <a:srgbClr val="F7F1E8"/>
                </a:solidFill>
              </a:defRPr>
            </a:lvl2pPr>
            <a:lvl3pPr algn="l">
              <a:defRPr sz="4875" b="1">
                <a:solidFill>
                  <a:srgbClr val="F7F1E8"/>
                </a:solidFill>
              </a:defRPr>
            </a:lvl3pPr>
            <a:lvl4pPr algn="l">
              <a:defRPr sz="4875" b="1">
                <a:solidFill>
                  <a:srgbClr val="F7F1E8"/>
                </a:solidFill>
              </a:defRPr>
            </a:lvl4pPr>
            <a:lvl5pPr algn="l">
              <a:defRPr sz="4875" b="1">
                <a:solidFill>
                  <a:srgbClr val="F7F1E8"/>
                </a:solidFill>
              </a:defRPr>
            </a:lvl5pPr>
            <a:lvl6pPr algn="l">
              <a:defRPr sz="4875" b="1">
                <a:solidFill>
                  <a:srgbClr val="F7F1E8"/>
                </a:solidFill>
              </a:defRPr>
            </a:lvl6pPr>
            <a:lvl7pPr algn="l">
              <a:defRPr sz="4875" b="1">
                <a:solidFill>
                  <a:srgbClr val="F7F1E8"/>
                </a:solidFill>
              </a:defRPr>
            </a:lvl7pPr>
            <a:lvl8pPr algn="l">
              <a:defRPr sz="4875" b="1">
                <a:solidFill>
                  <a:srgbClr val="F7F1E8"/>
                </a:solidFill>
              </a:defRPr>
            </a:lvl8pPr>
            <a:lvl9pPr algn="l">
              <a:defRPr sz="4875" b="1">
                <a:solidFill>
                  <a:srgbClr val="F7F1E8"/>
                </a:solidFill>
              </a:defRPr>
            </a:lvl9pPr>
          </a:lstStyle>
          <a:p xmlns:a="http://schemas.openxmlformats.org/drawingml/2006/main">
            <a:pPr algn="l">
              <a:defRPr sz="4875" b="1">
                <a:solidFill>
                  <a:srgbClr val="F7F1E8"/>
                </a:solidFill>
              </a:defRPr>
            </a:pPr>
            <a:r>
              <a:rPr sz="4875" b="1">
                <a:solidFill>
                  <a:srgbClr val="F7F1E8"/>
                </a:solidFill>
              </a:rPr>
              <a:t>LONDRES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25942-2285-4848-A31A-57BAC0C3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875" b="1">
                <a:solidFill>
                  <a:srgbClr val="FF746F"/>
                </a:solidFill>
              </a:defRPr>
            </a:defPPr>
            <a:lvl1pPr algn="l">
              <a:defRPr sz="4875" b="1">
                <a:solidFill>
                  <a:srgbClr val="FF746F"/>
                </a:solidFill>
              </a:defRPr>
            </a:lvl1pPr>
            <a:lvl2pPr algn="l">
              <a:defRPr sz="4875" b="1">
                <a:solidFill>
                  <a:srgbClr val="FF746F"/>
                </a:solidFill>
              </a:defRPr>
            </a:lvl2pPr>
            <a:lvl3pPr algn="l">
              <a:defRPr sz="4875" b="1">
                <a:solidFill>
                  <a:srgbClr val="FF746F"/>
                </a:solidFill>
              </a:defRPr>
            </a:lvl3pPr>
            <a:lvl4pPr algn="l">
              <a:defRPr sz="4875" b="1">
                <a:solidFill>
                  <a:srgbClr val="FF746F"/>
                </a:solidFill>
              </a:defRPr>
            </a:lvl4pPr>
            <a:lvl5pPr algn="l">
              <a:defRPr sz="4875" b="1">
                <a:solidFill>
                  <a:srgbClr val="FF746F"/>
                </a:solidFill>
              </a:defRPr>
            </a:lvl5pPr>
            <a:lvl6pPr algn="l">
              <a:defRPr sz="4875" b="1">
                <a:solidFill>
                  <a:srgbClr val="FF746F"/>
                </a:solidFill>
              </a:defRPr>
            </a:lvl6pPr>
            <a:lvl7pPr algn="l">
              <a:defRPr sz="4875" b="1">
                <a:solidFill>
                  <a:srgbClr val="FF746F"/>
                </a:solidFill>
              </a:defRPr>
            </a:lvl7pPr>
            <a:lvl8pPr algn="l">
              <a:defRPr sz="4875" b="1">
                <a:solidFill>
                  <a:srgbClr val="FF746F"/>
                </a:solidFill>
              </a:defRPr>
            </a:lvl8pPr>
            <a:lvl9pPr algn="l">
              <a:defRPr sz="4875" b="1">
                <a:solidFill>
                  <a:srgbClr val="FF746F"/>
                </a:solidFill>
              </a:defRPr>
            </a:lvl9pPr>
          </a:lstStyle>
          <a:p xmlns:a="http://schemas.openxmlformats.org/drawingml/2006/main">
            <a:pPr algn="l">
              <a:defRPr sz="4875" b="1">
                <a:solidFill>
                  <a:srgbClr val="FF746F"/>
                </a:solidFill>
              </a:defRPr>
            </a:pPr>
            <a:r>
              <a:rPr sz="4875" b="1">
                <a:solidFill>
                  <a:srgbClr val="FF746F"/>
                </a:solidFill>
              </a:rPr>
              <a:t>DE 8 MÈTRES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EC580-3763-4D9D-9E86-603F5A39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95387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2100" b="1">
                <a:solidFill>
                  <a:srgbClr val="FFFFFF"/>
                </a:solidFill>
              </a:defRPr>
            </a:defPPr>
            <a:lvl1pPr algn="r">
              <a:defRPr sz="2100" b="1">
                <a:solidFill>
                  <a:srgbClr val="FFFFFF"/>
                </a:solidFill>
              </a:defRPr>
            </a:lvl1pPr>
            <a:lvl2pPr algn="r">
              <a:defRPr sz="2100" b="1">
                <a:solidFill>
                  <a:srgbClr val="FFFFFF"/>
                </a:solidFill>
              </a:defRPr>
            </a:lvl2pPr>
            <a:lvl3pPr algn="r">
              <a:defRPr sz="2100" b="1">
                <a:solidFill>
                  <a:srgbClr val="FFFFFF"/>
                </a:solidFill>
              </a:defRPr>
            </a:lvl3pPr>
            <a:lvl4pPr algn="r">
              <a:defRPr sz="2100" b="1">
                <a:solidFill>
                  <a:srgbClr val="FFFFFF"/>
                </a:solidFill>
              </a:defRPr>
            </a:lvl4pPr>
            <a:lvl5pPr algn="r">
              <a:defRPr sz="2100" b="1">
                <a:solidFill>
                  <a:srgbClr val="FFFFFF"/>
                </a:solidFill>
              </a:defRPr>
            </a:lvl5pPr>
            <a:lvl6pPr algn="r">
              <a:defRPr sz="2100" b="1">
                <a:solidFill>
                  <a:srgbClr val="FFFFFF"/>
                </a:solidFill>
              </a:defRPr>
            </a:lvl6pPr>
            <a:lvl7pPr algn="r">
              <a:defRPr sz="2100" b="1">
                <a:solidFill>
                  <a:srgbClr val="FFFFFF"/>
                </a:solidFill>
              </a:defRPr>
            </a:lvl7pPr>
            <a:lvl8pPr algn="r">
              <a:defRPr sz="2100" b="1">
                <a:solidFill>
                  <a:srgbClr val="FFFFFF"/>
                </a:solidFill>
              </a:defRPr>
            </a:lvl8pPr>
            <a:lvl9pPr algn="r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iziLife.co</a:t>
            </a:r>
          </a:p>
        </p:txBody>
      </p:sp>
    </p:spTree>
    <p:extLst>
      <p:ext uri="{BB962C8B-B14F-4D97-AF65-F5344CB8AC3E}">
        <p14:creationId xmlns:p14="http://schemas.microsoft.com/office/powerpoint/2010/main" val="14875749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F6D61-C30A-4D11-A619-1A3678B435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2b45470ff4e7a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8AF66-A18B-412F-8EBC-CBB93B57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21C81-F789-4243-80B0-ECD304BB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0"/>
            <a:ext cx="10287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83B7E-1BB2-488F-96B0-270FA421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47650"/>
            <a:ext cx="9791700" cy="12363450"/>
          </a:xfrm>
          <a:prstGeom xmlns:a="http://schemas.openxmlformats.org/drawingml/2006/main" prst="roundRect">
            <a:avLst>
              <a:gd name="adj" fmla="val 116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1B22F-5404-4815-A228-CBD5D64C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4572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DD1A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BA99A-4B1D-433E-87C1-182EB862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61A2C"/>
                </a:solidFill>
              </a:defRPr>
            </a:defPPr>
            <a:lvl1pPr algn="ctr">
              <a:defRPr sz="1725" b="1">
                <a:solidFill>
                  <a:srgbClr val="061A2C"/>
                </a:solidFill>
              </a:defRPr>
            </a:lvl1pPr>
            <a:lvl2pPr algn="ctr">
              <a:defRPr sz="1725" b="1">
                <a:solidFill>
                  <a:srgbClr val="061A2C"/>
                </a:solidFill>
              </a:defRPr>
            </a:lvl2pPr>
            <a:lvl3pPr algn="ctr">
              <a:defRPr sz="1725" b="1">
                <a:solidFill>
                  <a:srgbClr val="061A2C"/>
                </a:solidFill>
              </a:defRPr>
            </a:lvl3pPr>
            <a:lvl4pPr algn="ctr">
              <a:defRPr sz="1725" b="1">
                <a:solidFill>
                  <a:srgbClr val="061A2C"/>
                </a:solidFill>
              </a:defRPr>
            </a:lvl4pPr>
            <a:lvl5pPr algn="ctr">
              <a:defRPr sz="1725" b="1">
                <a:solidFill>
                  <a:srgbClr val="061A2C"/>
                </a:solidFill>
              </a:defRPr>
            </a:lvl5pPr>
            <a:lvl6pPr algn="ctr">
              <a:defRPr sz="1725" b="1">
                <a:solidFill>
                  <a:srgbClr val="061A2C"/>
                </a:solidFill>
              </a:defRPr>
            </a:lvl6pPr>
            <a:lvl7pPr algn="ctr">
              <a:defRPr sz="1725" b="1">
                <a:solidFill>
                  <a:srgbClr val="061A2C"/>
                </a:solidFill>
              </a:defRPr>
            </a:lvl7pPr>
            <a:lvl8pPr algn="ctr">
              <a:defRPr sz="1725" b="1">
                <a:solidFill>
                  <a:srgbClr val="061A2C"/>
                </a:solidFill>
              </a:defRPr>
            </a:lvl8pPr>
            <a:lvl9pPr algn="ctr">
              <a:defRPr sz="1725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61A2C"/>
                </a:solidFill>
              </a:defRPr>
            </a:pPr>
            <a:r>
              <a:rPr sz="1725" b="1">
                <a:solidFill>
                  <a:srgbClr val="061A2C"/>
                </a:solidFill>
              </a:rPr>
              <a:t>LE DUEL DES HAUTEURS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9883E-F066-4D6C-9E24-E6C06CA2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24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800" b="1">
                <a:solidFill>
                  <a:srgbClr val="FFFFFF"/>
                </a:solidFill>
              </a:defRPr>
            </a:defPPr>
            <a:lvl1pPr algn="r">
              <a:defRPr sz="1800" b="1">
                <a:solidFill>
                  <a:srgbClr val="FFFFFF"/>
                </a:solidFill>
              </a:defRPr>
            </a:lvl1pPr>
            <a:lvl2pPr algn="r">
              <a:defRPr sz="1800" b="1">
                <a:solidFill>
                  <a:srgbClr val="FFFFFF"/>
                </a:solidFill>
              </a:defRPr>
            </a:lvl2pPr>
            <a:lvl3pPr algn="r">
              <a:defRPr sz="1800" b="1">
                <a:solidFill>
                  <a:srgbClr val="FFFFFF"/>
                </a:solidFill>
              </a:defRPr>
            </a:lvl3pPr>
            <a:lvl4pPr algn="r">
              <a:defRPr sz="1800" b="1">
                <a:solidFill>
                  <a:srgbClr val="FFFFFF"/>
                </a:solidFill>
              </a:defRPr>
            </a:lvl4pPr>
            <a:lvl5pPr algn="r">
              <a:defRPr sz="1800" b="1">
                <a:solidFill>
                  <a:srgbClr val="FFFFFF"/>
                </a:solidFill>
              </a:defRPr>
            </a:lvl5pPr>
            <a:lvl6pPr algn="r">
              <a:defRPr sz="1800" b="1">
                <a:solidFill>
                  <a:srgbClr val="FFFFFF"/>
                </a:solidFill>
              </a:defRPr>
            </a:lvl6pPr>
            <a:lvl7pPr algn="r">
              <a:defRPr sz="1800" b="1">
                <a:solidFill>
                  <a:srgbClr val="FFFFFF"/>
                </a:solidFill>
              </a:defRPr>
            </a:lvl7pPr>
            <a:lvl8pPr algn="r">
              <a:defRPr sz="1800" b="1">
                <a:solidFill>
                  <a:srgbClr val="FFFFFF"/>
                </a:solidFill>
              </a:defRPr>
            </a:lvl8pPr>
            <a:lvl9pPr algn="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2/2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F1C65-5867-4629-8696-B6E05908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7F1E8"/>
                </a:solidFill>
              </a:defRPr>
            </a:defPPr>
            <a:lvl1pPr algn="l">
              <a:defRPr sz="2550" b="1">
                <a:solidFill>
                  <a:srgbClr val="F7F1E8"/>
                </a:solidFill>
              </a:defRPr>
            </a:lvl1pPr>
            <a:lvl2pPr algn="l">
              <a:defRPr sz="2550" b="1">
                <a:solidFill>
                  <a:srgbClr val="F7F1E8"/>
                </a:solidFill>
              </a:defRPr>
            </a:lvl2pPr>
            <a:lvl3pPr algn="l">
              <a:defRPr sz="2550" b="1">
                <a:solidFill>
                  <a:srgbClr val="F7F1E8"/>
                </a:solidFill>
              </a:defRPr>
            </a:lvl3pPr>
            <a:lvl4pPr algn="l">
              <a:defRPr sz="2550" b="1">
                <a:solidFill>
                  <a:srgbClr val="F7F1E8"/>
                </a:solidFill>
              </a:defRPr>
            </a:lvl4pPr>
            <a:lvl5pPr algn="l">
              <a:defRPr sz="2550" b="1">
                <a:solidFill>
                  <a:srgbClr val="F7F1E8"/>
                </a:solidFill>
              </a:defRPr>
            </a:lvl5pPr>
            <a:lvl6pPr algn="l">
              <a:defRPr sz="2550" b="1">
                <a:solidFill>
                  <a:srgbClr val="F7F1E8"/>
                </a:solidFill>
              </a:defRPr>
            </a:lvl6pPr>
            <a:lvl7pPr algn="l">
              <a:defRPr sz="2550" b="1">
                <a:solidFill>
                  <a:srgbClr val="F7F1E8"/>
                </a:solidFill>
              </a:defRPr>
            </a:lvl7pPr>
            <a:lvl8pPr algn="l">
              <a:defRPr sz="2550" b="1">
                <a:solidFill>
                  <a:srgbClr val="F7F1E8"/>
                </a:solidFill>
              </a:defRPr>
            </a:lvl8pPr>
            <a:lvl9pPr algn="l">
              <a:defRPr sz="2550" b="1">
                <a:solidFill>
                  <a:srgbClr val="F7F1E8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7F1E8"/>
                </a:solidFill>
              </a:defRPr>
            </a:pPr>
            <a:r>
              <a:rPr sz="2550" b="1">
                <a:solidFill>
                  <a:srgbClr val="F7F1E8"/>
                </a:solidFill>
              </a:rPr>
              <a:t>BEFFROI DE LILLE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EEFD5-72CE-4CD6-AEF3-C3F6C910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650" b="1">
                <a:solidFill>
                  <a:srgbClr val="1DD1A1"/>
                </a:solidFill>
              </a:defRPr>
            </a:defPPr>
            <a:lvl1pPr algn="l">
              <a:defRPr sz="4650" b="1">
                <a:solidFill>
                  <a:srgbClr val="1DD1A1"/>
                </a:solidFill>
              </a:defRPr>
            </a:lvl1pPr>
            <a:lvl2pPr algn="l">
              <a:defRPr sz="4650" b="1">
                <a:solidFill>
                  <a:srgbClr val="1DD1A1"/>
                </a:solidFill>
              </a:defRPr>
            </a:lvl2pPr>
            <a:lvl3pPr algn="l">
              <a:defRPr sz="4650" b="1">
                <a:solidFill>
                  <a:srgbClr val="1DD1A1"/>
                </a:solidFill>
              </a:defRPr>
            </a:lvl3pPr>
            <a:lvl4pPr algn="l">
              <a:defRPr sz="4650" b="1">
                <a:solidFill>
                  <a:srgbClr val="1DD1A1"/>
                </a:solidFill>
              </a:defRPr>
            </a:lvl4pPr>
            <a:lvl5pPr algn="l">
              <a:defRPr sz="4650" b="1">
                <a:solidFill>
                  <a:srgbClr val="1DD1A1"/>
                </a:solidFill>
              </a:defRPr>
            </a:lvl5pPr>
            <a:lvl6pPr algn="l">
              <a:defRPr sz="4650" b="1">
                <a:solidFill>
                  <a:srgbClr val="1DD1A1"/>
                </a:solidFill>
              </a:defRPr>
            </a:lvl6pPr>
            <a:lvl7pPr algn="l">
              <a:defRPr sz="4650" b="1">
                <a:solidFill>
                  <a:srgbClr val="1DD1A1"/>
                </a:solidFill>
              </a:defRPr>
            </a:lvl7pPr>
            <a:lvl8pPr algn="l">
              <a:defRPr sz="4650" b="1">
                <a:solidFill>
                  <a:srgbClr val="1DD1A1"/>
                </a:solidFill>
              </a:defRPr>
            </a:lvl8pPr>
            <a:lvl9pPr algn="l">
              <a:defRPr sz="4650" b="1">
                <a:solidFill>
                  <a:srgbClr val="1DD1A1"/>
                </a:solidFill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DD1A1"/>
                </a:solidFill>
              </a:defRPr>
            </a:pPr>
            <a:r>
              <a:rPr sz="4650" b="1">
                <a:solidFill>
                  <a:srgbClr val="1DD1A1"/>
                </a:solidFill>
              </a:rPr>
              <a:t>104 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478A0-0E68-4C5D-A0DC-6C242D57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47637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2325" b="1">
                <a:solidFill>
                  <a:srgbClr val="F7F1E8"/>
                </a:solidFill>
              </a:defRPr>
            </a:defPPr>
            <a:lvl1pPr algn="r">
              <a:defRPr sz="2325" b="1">
                <a:solidFill>
                  <a:srgbClr val="F7F1E8"/>
                </a:solidFill>
              </a:defRPr>
            </a:lvl1pPr>
            <a:lvl2pPr algn="r">
              <a:defRPr sz="2325" b="1">
                <a:solidFill>
                  <a:srgbClr val="F7F1E8"/>
                </a:solidFill>
              </a:defRPr>
            </a:lvl2pPr>
            <a:lvl3pPr algn="r">
              <a:defRPr sz="2325" b="1">
                <a:solidFill>
                  <a:srgbClr val="F7F1E8"/>
                </a:solidFill>
              </a:defRPr>
            </a:lvl3pPr>
            <a:lvl4pPr algn="r">
              <a:defRPr sz="2325" b="1">
                <a:solidFill>
                  <a:srgbClr val="F7F1E8"/>
                </a:solidFill>
              </a:defRPr>
            </a:lvl4pPr>
            <a:lvl5pPr algn="r">
              <a:defRPr sz="2325" b="1">
                <a:solidFill>
                  <a:srgbClr val="F7F1E8"/>
                </a:solidFill>
              </a:defRPr>
            </a:lvl5pPr>
            <a:lvl6pPr algn="r">
              <a:defRPr sz="2325" b="1">
                <a:solidFill>
                  <a:srgbClr val="F7F1E8"/>
                </a:solidFill>
              </a:defRPr>
            </a:lvl6pPr>
            <a:lvl7pPr algn="r">
              <a:defRPr sz="2325" b="1">
                <a:solidFill>
                  <a:srgbClr val="F7F1E8"/>
                </a:solidFill>
              </a:defRPr>
            </a:lvl7pPr>
            <a:lvl8pPr algn="r">
              <a:defRPr sz="2325" b="1">
                <a:solidFill>
                  <a:srgbClr val="F7F1E8"/>
                </a:solidFill>
              </a:defRPr>
            </a:lvl8pPr>
            <a:lvl9pPr algn="r">
              <a:defRPr sz="2325" b="1">
                <a:solidFill>
                  <a:srgbClr val="F7F1E8"/>
                </a:solidFill>
              </a:defRPr>
            </a:lvl9pPr>
          </a:lstStyle>
          <a:p xmlns:a="http://schemas.openxmlformats.org/drawingml/2006/main">
            <a:pPr algn="r">
              <a:defRPr sz="2325" b="1">
                <a:solidFill>
                  <a:srgbClr val="F7F1E8"/>
                </a:solidFill>
              </a:defRPr>
            </a:pPr>
            <a:r>
              <a:rPr sz="2325" b="1">
                <a:solidFill>
                  <a:srgbClr val="F7F1E8"/>
                </a:solidFill>
              </a:rPr>
              <a:t>ELIZABETH TOWER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E55A1-7499-4EBF-B8D6-851954DD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0025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4125" b="1">
                <a:solidFill>
                  <a:srgbClr val="FF746F"/>
                </a:solidFill>
              </a:defRPr>
            </a:defPPr>
            <a:lvl1pPr algn="r">
              <a:defRPr sz="4125" b="1">
                <a:solidFill>
                  <a:srgbClr val="FF746F"/>
                </a:solidFill>
              </a:defRPr>
            </a:lvl1pPr>
            <a:lvl2pPr algn="r">
              <a:defRPr sz="4125" b="1">
                <a:solidFill>
                  <a:srgbClr val="FF746F"/>
                </a:solidFill>
              </a:defRPr>
            </a:lvl2pPr>
            <a:lvl3pPr algn="r">
              <a:defRPr sz="4125" b="1">
                <a:solidFill>
                  <a:srgbClr val="FF746F"/>
                </a:solidFill>
              </a:defRPr>
            </a:lvl3pPr>
            <a:lvl4pPr algn="r">
              <a:defRPr sz="4125" b="1">
                <a:solidFill>
                  <a:srgbClr val="FF746F"/>
                </a:solidFill>
              </a:defRPr>
            </a:lvl4pPr>
            <a:lvl5pPr algn="r">
              <a:defRPr sz="4125" b="1">
                <a:solidFill>
                  <a:srgbClr val="FF746F"/>
                </a:solidFill>
              </a:defRPr>
            </a:lvl5pPr>
            <a:lvl6pPr algn="r">
              <a:defRPr sz="4125" b="1">
                <a:solidFill>
                  <a:srgbClr val="FF746F"/>
                </a:solidFill>
              </a:defRPr>
            </a:lvl6pPr>
            <a:lvl7pPr algn="r">
              <a:defRPr sz="4125" b="1">
                <a:solidFill>
                  <a:srgbClr val="FF746F"/>
                </a:solidFill>
              </a:defRPr>
            </a:lvl7pPr>
            <a:lvl8pPr algn="r">
              <a:defRPr sz="4125" b="1">
                <a:solidFill>
                  <a:srgbClr val="FF746F"/>
                </a:solidFill>
              </a:defRPr>
            </a:lvl8pPr>
            <a:lvl9pPr algn="r">
              <a:defRPr sz="4125" b="1">
                <a:solidFill>
                  <a:srgbClr val="FF746F"/>
                </a:solidFill>
              </a:defRPr>
            </a:lvl9pPr>
          </a:lstStyle>
          <a:p xmlns:a="http://schemas.openxmlformats.org/drawingml/2006/main">
            <a:pPr algn="r">
              <a:defRPr sz="4125" b="1">
                <a:solidFill>
                  <a:srgbClr val="FF746F"/>
                </a:solidFill>
              </a:defRPr>
            </a:pPr>
            <a:r>
              <a:rPr sz="4125" b="1">
                <a:solidFill>
                  <a:srgbClr val="FF746F"/>
                </a:solidFill>
              </a:rPr>
              <a:t>ENVIRON 96 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01D7A-9CE9-439B-B8AE-5C01629E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10875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7F1E8"/>
                </a:solidFill>
              </a:defRPr>
            </a:defPPr>
            <a:lvl1pPr algn="l">
              <a:defRPr sz="2025" b="1">
                <a:solidFill>
                  <a:srgbClr val="F7F1E8"/>
                </a:solidFill>
              </a:defRPr>
            </a:lvl1pPr>
            <a:lvl2pPr algn="l">
              <a:defRPr sz="2025" b="1">
                <a:solidFill>
                  <a:srgbClr val="F7F1E8"/>
                </a:solidFill>
              </a:defRPr>
            </a:lvl2pPr>
            <a:lvl3pPr algn="l">
              <a:defRPr sz="2025" b="1">
                <a:solidFill>
                  <a:srgbClr val="F7F1E8"/>
                </a:solidFill>
              </a:defRPr>
            </a:lvl3pPr>
            <a:lvl4pPr algn="l">
              <a:defRPr sz="2025" b="1">
                <a:solidFill>
                  <a:srgbClr val="F7F1E8"/>
                </a:solidFill>
              </a:defRPr>
            </a:lvl4pPr>
            <a:lvl5pPr algn="l">
              <a:defRPr sz="2025" b="1">
                <a:solidFill>
                  <a:srgbClr val="F7F1E8"/>
                </a:solidFill>
              </a:defRPr>
            </a:lvl5pPr>
            <a:lvl6pPr algn="l">
              <a:defRPr sz="2025" b="1">
                <a:solidFill>
                  <a:srgbClr val="F7F1E8"/>
                </a:solidFill>
              </a:defRPr>
            </a:lvl6pPr>
            <a:lvl7pPr algn="l">
              <a:defRPr sz="2025" b="1">
                <a:solidFill>
                  <a:srgbClr val="F7F1E8"/>
                </a:solidFill>
              </a:defRPr>
            </a:lvl7pPr>
            <a:lvl8pPr algn="l">
              <a:defRPr sz="2025" b="1">
                <a:solidFill>
                  <a:srgbClr val="F7F1E8"/>
                </a:solidFill>
              </a:defRPr>
            </a:lvl8pPr>
            <a:lvl9pPr algn="l">
              <a:defRPr sz="2025" b="1">
                <a:solidFill>
                  <a:srgbClr val="F7F1E8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7F1E8"/>
                </a:solidFill>
              </a:defRPr>
            </a:pPr>
            <a:r>
              <a:rPr sz="2025" b="1">
                <a:solidFill>
                  <a:srgbClr val="F7F1E8"/>
                </a:solidFill>
              </a:rPr>
              <a:t>Big Ben est le nom de la grande cloche.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A93ED-15CE-4632-9A46-A5CE8AB2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DD1A1"/>
                </a:solidFill>
              </a:defRPr>
            </a:defPPr>
            <a:lvl1pPr algn="l">
              <a:defRPr sz="2850" b="1">
                <a:solidFill>
                  <a:srgbClr val="1DD1A1"/>
                </a:solidFill>
              </a:defRPr>
            </a:lvl1pPr>
            <a:lvl2pPr algn="l">
              <a:defRPr sz="2850" b="1">
                <a:solidFill>
                  <a:srgbClr val="1DD1A1"/>
                </a:solidFill>
              </a:defRPr>
            </a:lvl2pPr>
            <a:lvl3pPr algn="l">
              <a:defRPr sz="2850" b="1">
                <a:solidFill>
                  <a:srgbClr val="1DD1A1"/>
                </a:solidFill>
              </a:defRPr>
            </a:lvl3pPr>
            <a:lvl4pPr algn="l">
              <a:defRPr sz="2850" b="1">
                <a:solidFill>
                  <a:srgbClr val="1DD1A1"/>
                </a:solidFill>
              </a:defRPr>
            </a:lvl4pPr>
            <a:lvl5pPr algn="l">
              <a:defRPr sz="2850" b="1">
                <a:solidFill>
                  <a:srgbClr val="1DD1A1"/>
                </a:solidFill>
              </a:defRPr>
            </a:lvl5pPr>
            <a:lvl6pPr algn="l">
              <a:defRPr sz="2850" b="1">
                <a:solidFill>
                  <a:srgbClr val="1DD1A1"/>
                </a:solidFill>
              </a:defRPr>
            </a:lvl6pPr>
            <a:lvl7pPr algn="l">
              <a:defRPr sz="2850" b="1">
                <a:solidFill>
                  <a:srgbClr val="1DD1A1"/>
                </a:solidFill>
              </a:defRPr>
            </a:lvl7pPr>
            <a:lvl8pPr algn="l">
              <a:defRPr sz="2850" b="1">
                <a:solidFill>
                  <a:srgbClr val="1DD1A1"/>
                </a:solidFill>
              </a:defRPr>
            </a:lvl8pPr>
            <a:lvl9pPr algn="l">
              <a:defRPr sz="2850" b="1">
                <a:solidFill>
                  <a:srgbClr val="1DD1A1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DD1A1"/>
                </a:solidFill>
              </a:defRPr>
            </a:pPr>
            <a:r>
              <a:rPr sz="2850" b="1">
                <a:solidFill>
                  <a:srgbClr val="1DD1A1"/>
                </a:solidFill>
              </a:rPr>
              <a:t>Sur ce duel-là, Lille prend de la hauteur.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E2734-C720-48A0-BF45-BD3AD92C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95387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2100" b="1">
                <a:solidFill>
                  <a:srgbClr val="FFFFFF"/>
                </a:solidFill>
              </a:defRPr>
            </a:defPPr>
            <a:lvl1pPr algn="r">
              <a:defRPr sz="2100" b="1">
                <a:solidFill>
                  <a:srgbClr val="FFFFFF"/>
                </a:solidFill>
              </a:defRPr>
            </a:lvl1pPr>
            <a:lvl2pPr algn="r">
              <a:defRPr sz="2100" b="1">
                <a:solidFill>
                  <a:srgbClr val="FFFFFF"/>
                </a:solidFill>
              </a:defRPr>
            </a:lvl2pPr>
            <a:lvl3pPr algn="r">
              <a:defRPr sz="2100" b="1">
                <a:solidFill>
                  <a:srgbClr val="FFFFFF"/>
                </a:solidFill>
              </a:defRPr>
            </a:lvl3pPr>
            <a:lvl4pPr algn="r">
              <a:defRPr sz="2100" b="1">
                <a:solidFill>
                  <a:srgbClr val="FFFFFF"/>
                </a:solidFill>
              </a:defRPr>
            </a:lvl4pPr>
            <a:lvl5pPr algn="r">
              <a:defRPr sz="2100" b="1">
                <a:solidFill>
                  <a:srgbClr val="FFFFFF"/>
                </a:solidFill>
              </a:defRPr>
            </a:lvl5pPr>
            <a:lvl6pPr algn="r">
              <a:defRPr sz="2100" b="1">
                <a:solidFill>
                  <a:srgbClr val="FFFFFF"/>
                </a:solidFill>
              </a:defRPr>
            </a:lvl6pPr>
            <a:lvl7pPr algn="r">
              <a:defRPr sz="2100" b="1">
                <a:solidFill>
                  <a:srgbClr val="FFFFFF"/>
                </a:solidFill>
              </a:defRPr>
            </a:lvl7pPr>
            <a:lvl8pPr algn="r">
              <a:defRPr sz="2100" b="1">
                <a:solidFill>
                  <a:srgbClr val="FFFFFF"/>
                </a:solidFill>
              </a:defRPr>
            </a:lvl8pPr>
            <a:lvl9pPr algn="r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iziLife.co</a:t>
            </a:r>
          </a:p>
        </p:txBody>
      </p:sp>
    </p:spTree>
    <p:extLst>
      <p:ext uri="{BB962C8B-B14F-4D97-AF65-F5344CB8AC3E}">
        <p14:creationId xmlns:p14="http://schemas.microsoft.com/office/powerpoint/2010/main" val="3712444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2026-10-21T16:50:10.4150000Z</dcterms:created>
  <dcterms:modified xsi:type="dcterms:W3CDTF">2026-10-21T16:50:10.4160000Z</dcterms:modified>
</coreProperties>
</file>