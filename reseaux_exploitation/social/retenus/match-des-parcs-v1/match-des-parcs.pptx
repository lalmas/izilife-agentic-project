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3027dd6df44768" /><Relationship Type="http://schemas.openxmlformats.org/officeDocument/2006/relationships/extended-properties" Target="/docProps/app.xml" Id="R04d41981beac41ae" /><Relationship Type="http://schemas.openxmlformats.org/officeDocument/2006/relationships/officeDocument" Target="/ppt/presentation.xml" Id="R705c6b4d6e964f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dbf5d0e5cd468e"/>
  </p:sldMasterIdLst>
  <p:notesMasterIdLst>
    <p:notesMasterId xmlns:r="http://schemas.openxmlformats.org/officeDocument/2006/relationships" r:id="R8cfa66cb833247cd"/>
  </p:notesMasterIdLst>
  <p:sldIdLst>
    <p:sldId xmlns:r="http://schemas.openxmlformats.org/officeDocument/2006/relationships" id="256" r:id="Ra0952eeb7eb34a56"/>
    <p:sldId xmlns:r="http://schemas.openxmlformats.org/officeDocument/2006/relationships" id="257" r:id="R7089a1e5a1a84d7d"/>
    <p:sldId xmlns:r="http://schemas.openxmlformats.org/officeDocument/2006/relationships" id="258" r:id="R4c0c9a515dce437f"/>
    <p:sldId xmlns:r="http://schemas.openxmlformats.org/officeDocument/2006/relationships" id="259" r:id="Ra4e734c5f00e4f2f"/>
    <p:sldId xmlns:r="http://schemas.openxmlformats.org/officeDocument/2006/relationships" id="260" r:id="R18b6bc65bbe645eb"/>
    <p:sldId xmlns:r="http://schemas.openxmlformats.org/officeDocument/2006/relationships" id="261" r:id="R603aaeb1a5d54ce7"/>
    <p:sldId xmlns:r="http://schemas.openxmlformats.org/officeDocument/2006/relationships" id="262" r:id="R00ad98ea4f72480c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3d201664554eeb" /><Relationship Type="http://schemas.openxmlformats.org/officeDocument/2006/relationships/slideMaster" Target="/ppt/slideMasters/slideMaster1.xml" Id="Rbddbf5d0e5cd468e" /><Relationship Type="http://schemas.openxmlformats.org/officeDocument/2006/relationships/notesMaster" Target="/ppt/notesMasters/notesMaster1.xml" Id="R8cfa66cb833247cd" /><Relationship Type="http://schemas.openxmlformats.org/officeDocument/2006/relationships/presProps" Target="/ppt/presProps.xml" Id="R1e65db9d66ac49a5" /><Relationship Type="http://schemas.openxmlformats.org/officeDocument/2006/relationships/tableStyles" Target="/ppt/tableStyles.xml" Id="R9e4ff6a03ebc4f0a" /><Relationship Type="http://schemas.openxmlformats.org/officeDocument/2006/relationships/slide" Target="/ppt/slides/slide1.xml" Id="Ra0952eeb7eb34a56" /><Relationship Type="http://schemas.openxmlformats.org/officeDocument/2006/relationships/slide" Target="/ppt/slides/slide2.xml" Id="R7089a1e5a1a84d7d" /><Relationship Type="http://schemas.openxmlformats.org/officeDocument/2006/relationships/slide" Target="/ppt/slides/slide3.xml" Id="R4c0c9a515dce437f" /><Relationship Type="http://schemas.openxmlformats.org/officeDocument/2006/relationships/slide" Target="/ppt/slides/slide4.xml" Id="Ra4e734c5f00e4f2f" /><Relationship Type="http://schemas.openxmlformats.org/officeDocument/2006/relationships/slide" Target="/ppt/slides/slide5.xml" Id="R18b6bc65bbe645eb" /><Relationship Type="http://schemas.openxmlformats.org/officeDocument/2006/relationships/slide" Target="/ppt/slides/slide6.xml" Id="R603aaeb1a5d54ce7" /><Relationship Type="http://schemas.openxmlformats.org/officeDocument/2006/relationships/slide" Target="/ppt/slides/slide7.xml" Id="R00ad98ea4f7248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4363a7464748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cb1e101f6c4b78" /><Relationship Type="http://schemas.openxmlformats.org/officeDocument/2006/relationships/notesMaster" Target="/ppt/notesMasters/notesMaster1.xml" Id="R7bc6dc5ba7824d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b97f379c434437" /><Relationship Type="http://schemas.openxmlformats.org/officeDocument/2006/relationships/notesMaster" Target="/ppt/notesMasters/notesMaster1.xml" Id="Racc760771ac246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731d60e4e64374" /><Relationship Type="http://schemas.openxmlformats.org/officeDocument/2006/relationships/notesMaster" Target="/ppt/notesMasters/notesMaster1.xml" Id="R14386853c98441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a24d3a1bb44075" /><Relationship Type="http://schemas.openxmlformats.org/officeDocument/2006/relationships/notesMaster" Target="/ppt/notesMasters/notesMaster1.xml" Id="R1aadddaf5dc444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66092296364bda" /><Relationship Type="http://schemas.openxmlformats.org/officeDocument/2006/relationships/notesMaster" Target="/ppt/notesMasters/notesMaster1.xml" Id="R817239a18c7e43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58ec35ab2c4325" /><Relationship Type="http://schemas.openxmlformats.org/officeDocument/2006/relationships/notesMaster" Target="/ppt/notesMasters/notesMaster1.xml" Id="R61a2c515c66b47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b8b20122b84b02" /><Relationship Type="http://schemas.openxmlformats.org/officeDocument/2006/relationships/notesMaster" Target="/ppt/notesMasters/notesMaster1.xml" Id="Ra5a4e8d48cb643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da1cedbb5a4d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6786f14d5640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a62289f924d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6c46383e047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bf2c2d7d240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acbf17184340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EDB99D-3BE4-4B42-9A6A-2DD2C47D6D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E94AC8-E4A6-4673-8109-BF15A8EDA9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D2D1A6-B7C9-491B-B2CD-9E0D53529D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E091E7-A64C-4EB3-BF8B-2FA27A4BBA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869A9E-CFB3-48B9-9DEF-D399DC6D0F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E4C7E7-DF69-4B11-93ED-8564EF4771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232CDF-1087-4644-BC4C-D3D531518B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7F89EA8-AF87-488B-A06E-3875E94219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07CE5F-0DF7-4147-B64D-6E9C58905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11AA1A-3569-4C9B-96F3-F91ECC0EEA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bb3b35439e496f" /><Relationship Type="http://schemas.openxmlformats.org/officeDocument/2006/relationships/slideLayout" Target="/ppt/slideLayouts/slideLayout1.xml" Id="Rf8f2f407473443e1" /><Relationship Type="http://schemas.openxmlformats.org/officeDocument/2006/relationships/slideLayout" Target="/ppt/slideLayouts/slideLayout2.xml" Id="R2eb7e05f94074e70" /><Relationship Type="http://schemas.openxmlformats.org/officeDocument/2006/relationships/slideLayout" Target="/ppt/slideLayouts/slideLayout3.xml" Id="Rc4d51308d8be4869" /><Relationship Type="http://schemas.openxmlformats.org/officeDocument/2006/relationships/slideLayout" Target="/ppt/slideLayouts/slideLayout4.xml" Id="R0c9a2a0c1ffb4de0" /><Relationship Type="http://schemas.openxmlformats.org/officeDocument/2006/relationships/slideLayout" Target="/ppt/slideLayouts/slideLayout5.xml" Id="R12d219d05e744eb4" /><Relationship Type="http://schemas.openxmlformats.org/officeDocument/2006/relationships/slideLayout" Target="/ppt/slideLayouts/slideLayout6.xml" Id="Rbfd9c7b39d6f46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f2f407473443e1"/>
    <p:sldLayoutId xmlns:r="http://schemas.openxmlformats.org/officeDocument/2006/relationships" id="2147483650" r:id="R2eb7e05f94074e70"/>
    <p:sldLayoutId xmlns:r="http://schemas.openxmlformats.org/officeDocument/2006/relationships" id="2147483651" r:id="Rc4d51308d8be4869"/>
    <p:sldLayoutId xmlns:r="http://schemas.openxmlformats.org/officeDocument/2006/relationships" id="2147483652" r:id="R0c9a2a0c1ffb4de0"/>
    <p:sldLayoutId xmlns:r="http://schemas.openxmlformats.org/officeDocument/2006/relationships" id="2147483653" r:id="R12d219d05e744eb4"/>
    <p:sldLayoutId xmlns:r="http://schemas.openxmlformats.org/officeDocument/2006/relationships" id="2147483654" r:id="Rbfd9c7b39d6f46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b5bb5dd12e43ff" /><Relationship Type="http://schemas.openxmlformats.org/officeDocument/2006/relationships/image" Target="/ppt/media/image.png" Id="R9a4cf7af17af42d6" /><Relationship Type="http://schemas.openxmlformats.org/officeDocument/2006/relationships/notesSlide" Target="/ppt/notesSlides/notesSlide1.xml" Id="Rccb4294b3b9444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ae8af3f906446f" /><Relationship Type="http://schemas.openxmlformats.org/officeDocument/2006/relationships/image" Target="/ppt/media/image2.png" Id="Rc93d6db9348d4a8b" /><Relationship Type="http://schemas.openxmlformats.org/officeDocument/2006/relationships/notesSlide" Target="/ppt/notesSlides/notesSlide2.xml" Id="R92bc82bbb47f4d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6e6f433d04426a" /><Relationship Type="http://schemas.openxmlformats.org/officeDocument/2006/relationships/image" Target="/ppt/media/image3.png" Id="R3c488a65d44f42cb" /><Relationship Type="http://schemas.openxmlformats.org/officeDocument/2006/relationships/notesSlide" Target="/ppt/notesSlides/notesSlide3.xml" Id="R90b93b1b74ba45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9c156ed0e14931" /><Relationship Type="http://schemas.openxmlformats.org/officeDocument/2006/relationships/image" Target="/ppt/media/image4.png" Id="R369de2e6ab8046ed" /><Relationship Type="http://schemas.openxmlformats.org/officeDocument/2006/relationships/notesSlide" Target="/ppt/notesSlides/notesSlide4.xml" Id="R93864499868343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fd9e90a2274549" /><Relationship Type="http://schemas.openxmlformats.org/officeDocument/2006/relationships/image" Target="/ppt/media/image5.png" Id="Ref60af61ac654238" /><Relationship Type="http://schemas.openxmlformats.org/officeDocument/2006/relationships/notesSlide" Target="/ppt/notesSlides/notesSlide5.xml" Id="Re16b8c7f7a0944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ff75d07d74423" /><Relationship Type="http://schemas.openxmlformats.org/officeDocument/2006/relationships/image" Target="/ppt/media/image6.png" Id="R095707c825314709" /><Relationship Type="http://schemas.openxmlformats.org/officeDocument/2006/relationships/notesSlide" Target="/ppt/notesSlides/notesSlide6.xml" Id="R0c02e331cda541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2129f01c9c4b87" /><Relationship Type="http://schemas.openxmlformats.org/officeDocument/2006/relationships/image" Target="/ppt/media/image7.png" Id="R5e538d4a9ac74f70" /><Relationship Type="http://schemas.openxmlformats.org/officeDocument/2006/relationships/notesSlide" Target="/ppt/notesSlides/notesSlide7.xml" Id="Ra316e6756845494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EB6DA-1888-4CC0-BA6A-308E72F01A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cf7af17af42d6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5853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7619F-F2AD-4B29-AA8D-BCC5A3574A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d6db9348d4a8b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054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FD276-1DCA-4ADA-B320-EDF2096E0E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88a65d44f42cb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0848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82D37-B202-435F-9ED9-6EA38111C9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de2e6ab8046ed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263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1EC07-E7E5-4E71-9E41-8757CC59CA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0af61ac654238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6326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E925B-24ED-4617-AE88-691119315B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707c825314709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8314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788BA-3756-4C7F-BD24-1E6A51B0EE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538d4a9ac74f70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866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2026-10-22T12:33:28.9370000Z</dcterms:created>
  <dcterms:modified xsi:type="dcterms:W3CDTF">2026-10-22T12:33:28.9370000Z</dcterms:modified>
</coreProperties>
</file>