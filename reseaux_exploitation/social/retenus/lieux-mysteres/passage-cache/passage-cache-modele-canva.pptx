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ef1e9f039c3479b" /><Relationship Type="http://schemas.openxmlformats.org/officeDocument/2006/relationships/extended-properties" Target="/docProps/app.xml" Id="Re1e33f92bb7e4487" /><Relationship Type="http://schemas.openxmlformats.org/officeDocument/2006/relationships/officeDocument" Target="/ppt/presentation.xml" Id="R792a8d2823cb47a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d6c986a1dc441ff"/>
  </p:sldMasterIdLst>
  <p:notesMasterIdLst>
    <p:notesMasterId xmlns:r="http://schemas.openxmlformats.org/officeDocument/2006/relationships" r:id="Re2623eaa2e464673"/>
  </p:notesMasterIdLst>
  <p:sldIdLst>
    <p:sldId xmlns:r="http://schemas.openxmlformats.org/officeDocument/2006/relationships" id="256" r:id="R3640d75d619949f7"/>
  </p:sldIdLst>
  <p:sldSz cx="10287000" cy="128587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ea1ac8a9f5d40f3" /><Relationship Type="http://schemas.openxmlformats.org/officeDocument/2006/relationships/slideMaster" Target="/ppt/slideMasters/slideMaster1.xml" Id="Rfd6c986a1dc441ff" /><Relationship Type="http://schemas.openxmlformats.org/officeDocument/2006/relationships/notesMaster" Target="/ppt/notesMasters/notesMaster1.xml" Id="Re2623eaa2e464673" /><Relationship Type="http://schemas.openxmlformats.org/officeDocument/2006/relationships/presProps" Target="/ppt/presProps.xml" Id="R4a08e7170420423a" /><Relationship Type="http://schemas.openxmlformats.org/officeDocument/2006/relationships/tableStyles" Target="/ppt/tableStyles.xml" Id="R703d217321d44173" /><Relationship Type="http://schemas.openxmlformats.org/officeDocument/2006/relationships/slide" Target="/ppt/slides/slide1.xml" Id="R3640d75d619949f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bc7f16525934fd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21cdf2a0a514a6b" /><Relationship Type="http://schemas.openxmlformats.org/officeDocument/2006/relationships/notesMaster" Target="/ppt/notesMasters/notesMaster1.xml" Id="R801290386efa480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9626cd78ae47d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dc5ee774634c1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db3823b441485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ee397bdf4c408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10f0a8f87d490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c4d5cf91cb454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E35AB31-D4D8-45F3-BC17-E305095FE1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4857750"/>
            <a:ext cx="822960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2D94BD1-0C5B-4505-9C48-3C494FD06B0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43050" y="7072313"/>
            <a:ext cx="72009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07AFB67-454A-48E5-8C84-4D01D88CF2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5357813"/>
            <a:ext cx="82296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0951324-E90B-4BD8-9F63-6455004483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000125"/>
            <a:ext cx="9129713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FE8CD7B-6545-4FC2-B171-6470C80F446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3571875"/>
            <a:ext cx="9129713" cy="800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19D8226-1105-4CE1-869D-6B53129713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000125"/>
            <a:ext cx="9129713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A0A7299-EC4B-40B1-BF48-64C542A4CAE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3571875"/>
            <a:ext cx="4243388" cy="800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901B63B-169A-4187-A6CA-5320DB3EDE4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464969" y="3571875"/>
            <a:ext cx="4243388" cy="800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7CB908D-732D-4324-AF75-C27B6D369C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000125"/>
            <a:ext cx="9129713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7F5AB15-BD1B-4D0E-851E-5C3F1F23206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3571875"/>
            <a:ext cx="4243388" cy="800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6d2f7f898dd4004" /><Relationship Type="http://schemas.openxmlformats.org/officeDocument/2006/relationships/slideLayout" Target="/ppt/slideLayouts/slideLayout1.xml" Id="R02f3a2f57cd84ec8" /><Relationship Type="http://schemas.openxmlformats.org/officeDocument/2006/relationships/slideLayout" Target="/ppt/slideLayouts/slideLayout2.xml" Id="R53a5b009aad14bde" /><Relationship Type="http://schemas.openxmlformats.org/officeDocument/2006/relationships/slideLayout" Target="/ppt/slideLayouts/slideLayout3.xml" Id="R71154af2a92f45bf" /><Relationship Type="http://schemas.openxmlformats.org/officeDocument/2006/relationships/slideLayout" Target="/ppt/slideLayouts/slideLayout4.xml" Id="R5accdef5e44d4adb" /><Relationship Type="http://schemas.openxmlformats.org/officeDocument/2006/relationships/slideLayout" Target="/ppt/slideLayouts/slideLayout5.xml" Id="Rbaf8b82223774de9" /><Relationship Type="http://schemas.openxmlformats.org/officeDocument/2006/relationships/slideLayout" Target="/ppt/slideLayouts/slideLayout6.xml" Id="Re48369fda12e401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2f3a2f57cd84ec8"/>
    <p:sldLayoutId xmlns:r="http://schemas.openxmlformats.org/officeDocument/2006/relationships" id="2147483650" r:id="R53a5b009aad14bde"/>
    <p:sldLayoutId xmlns:r="http://schemas.openxmlformats.org/officeDocument/2006/relationships" id="2147483651" r:id="R71154af2a92f45bf"/>
    <p:sldLayoutId xmlns:r="http://schemas.openxmlformats.org/officeDocument/2006/relationships" id="2147483652" r:id="R5accdef5e44d4adb"/>
    <p:sldLayoutId xmlns:r="http://schemas.openxmlformats.org/officeDocument/2006/relationships" id="2147483653" r:id="Rbaf8b82223774de9"/>
    <p:sldLayoutId xmlns:r="http://schemas.openxmlformats.org/officeDocument/2006/relationships" id="2147483654" r:id="Re48369fda12e401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bb626057cf470b" /><Relationship Type="http://schemas.openxmlformats.org/officeDocument/2006/relationships/image" Target="/ppt/media/image.png" Id="R659e7878c00842d6" /><Relationship Type="http://schemas.openxmlformats.org/officeDocument/2006/relationships/image" Target="/ppt/media/image2.png" Id="R28b669cbe2a84836" /><Relationship Type="http://schemas.openxmlformats.org/officeDocument/2006/relationships/notesSlide" Target="/ppt/notesSlides/notesSlide1.xml" Id="Rd2f5bcc7f21149c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9A0AF7-48FB-431E-810E-0FF0E01984A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9e7878c00842d6"/>
          <a:srcRect xmlns:a="http://schemas.openxmlformats.org/drawingml/2006/main" l="18" t="0" r="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</p:spPr>
      </p:pic>
      <p:sp>
        <p:nvSpPr>
          <p:cNvPr id="2" name="Cadre blanc">
            <a:extLst xmlns:a="http://schemas.openxmlformats.org/drawingml/2006/main">
              <a:ext uri="{FF2B5EF4-FFF2-40B4-BE49-F238E27FC236}">
                <a16:creationId xmlns:a16="http://schemas.microsoft.com/office/drawing/2014/main" id="{38C1B7FA-F577-4300-88B0-4F7014AB9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28625"/>
            <a:ext cx="9429750" cy="12001500"/>
          </a:xfrm>
          <a:prstGeom xmlns:a="http://schemas.openxmlformats.org/drawingml/2006/main" prst="roundRect">
            <a:avLst>
              <a:gd name="adj" fmla="val 1212"/>
            </a:avLst>
          </a:pr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3" name="Pastille">
            <a:extLst xmlns:a="http://schemas.openxmlformats.org/drawingml/2006/main">
              <a:ext uri="{FF2B5EF4-FFF2-40B4-BE49-F238E27FC236}">
                <a16:creationId xmlns:a16="http://schemas.microsoft.com/office/drawing/2014/main" id="{753677C9-9BB7-412A-AF54-2512C9B1B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3762375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8D2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e pastille">
            <a:extLst xmlns:a="http://schemas.openxmlformats.org/drawingml/2006/main">
              <a:ext uri="{FF2B5EF4-FFF2-40B4-BE49-F238E27FC236}">
                <a16:creationId xmlns:a16="http://schemas.microsoft.com/office/drawing/2014/main" id="{E16A0EFF-0E0B-4934-94CA-897FAF291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52475"/>
            <a:ext cx="3762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1">
                <a:solidFill>
                  <a:srgbClr val="071829"/>
                </a:solidFill>
              </a:defRPr>
            </a:defPPr>
            <a:lvl1pPr algn="ctr">
              <a:defRPr sz="1725" b="1">
                <a:solidFill>
                  <a:srgbClr val="071829"/>
                </a:solidFill>
              </a:defRPr>
            </a:lvl1pPr>
            <a:lvl2pPr algn="ctr">
              <a:defRPr sz="1725" b="1">
                <a:solidFill>
                  <a:srgbClr val="071829"/>
                </a:solidFill>
              </a:defRPr>
            </a:lvl2pPr>
            <a:lvl3pPr algn="ctr">
              <a:defRPr sz="1725" b="1">
                <a:solidFill>
                  <a:srgbClr val="071829"/>
                </a:solidFill>
              </a:defRPr>
            </a:lvl3pPr>
            <a:lvl4pPr algn="ctr">
              <a:defRPr sz="1725" b="1">
                <a:solidFill>
                  <a:srgbClr val="071829"/>
                </a:solidFill>
              </a:defRPr>
            </a:lvl4pPr>
            <a:lvl5pPr algn="ctr">
              <a:defRPr sz="1725" b="1">
                <a:solidFill>
                  <a:srgbClr val="071829"/>
                </a:solidFill>
              </a:defRPr>
            </a:lvl5pPr>
            <a:lvl6pPr algn="ctr">
              <a:defRPr sz="1725" b="1">
                <a:solidFill>
                  <a:srgbClr val="071829"/>
                </a:solidFill>
              </a:defRPr>
            </a:lvl6pPr>
            <a:lvl7pPr algn="ctr">
              <a:defRPr sz="1725" b="1">
                <a:solidFill>
                  <a:srgbClr val="071829"/>
                </a:solidFill>
              </a:defRPr>
            </a:lvl7pPr>
            <a:lvl8pPr algn="ctr">
              <a:defRPr sz="1725" b="1">
                <a:solidFill>
                  <a:srgbClr val="071829"/>
                </a:solidFill>
              </a:defRPr>
            </a:lvl8pPr>
            <a:lvl9pPr algn="ctr">
              <a:defRPr sz="1725" b="1">
                <a:solidFill>
                  <a:srgbClr val="071829"/>
                </a:solidFill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71829"/>
                </a:solidFill>
              </a:defRPr>
            </a:pPr>
            <a:r>
              <a:rPr sz="1725" b="1">
                <a:solidFill>
                  <a:srgbClr val="071829"/>
                </a:solidFill>
              </a:rPr>
              <a:t>TU L’AS DÉJÀ VU ?</a:t>
            </a:r>
          </a:p>
        </p:txBody>
      </p:sp>
      <p:sp>
        <p:nvSpPr>
          <p:cNvPr id="5" name="Ombre carte">
            <a:extLst xmlns:a="http://schemas.openxmlformats.org/drawingml/2006/main">
              <a:ext uri="{FF2B5EF4-FFF2-40B4-BE49-F238E27FC236}">
                <a16:creationId xmlns:a16="http://schemas.microsoft.com/office/drawing/2014/main" id="{61708D7E-48E7-4907-A7AC-73D4B4301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763125"/>
            <a:ext cx="495300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071829">
              <a:alpha val="1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arte texte">
            <a:extLst xmlns:a="http://schemas.openxmlformats.org/drawingml/2006/main">
              <a:ext uri="{FF2B5EF4-FFF2-40B4-BE49-F238E27FC236}">
                <a16:creationId xmlns:a16="http://schemas.microsoft.com/office/drawing/2014/main" id="{3B208135-B5AE-412D-AA50-1A2DEC2BD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667875"/>
            <a:ext cx="495300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CFA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Accent corail">
            <a:extLst xmlns:a="http://schemas.openxmlformats.org/drawingml/2006/main">
              <a:ext uri="{FF2B5EF4-FFF2-40B4-BE49-F238E27FC236}">
                <a16:creationId xmlns:a16="http://schemas.microsoft.com/office/drawing/2014/main" id="{32F6BA8D-E2A6-40F9-9CAC-626C69744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9972675"/>
            <a:ext cx="8953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8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Question">
            <a:extLst xmlns:a="http://schemas.openxmlformats.org/drawingml/2006/main">
              <a:ext uri="{FF2B5EF4-FFF2-40B4-BE49-F238E27FC236}">
                <a16:creationId xmlns:a16="http://schemas.microsoft.com/office/drawing/2014/main" id="{1095CD37-1229-4451-8708-B37B0BE1E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0287000"/>
            <a:ext cx="4238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375" b="1">
                <a:solidFill>
                  <a:srgbClr val="071829"/>
                </a:solidFill>
              </a:defRPr>
            </a:defPPr>
            <a:lvl1pPr algn="l">
              <a:defRPr sz="3375" b="1">
                <a:solidFill>
                  <a:srgbClr val="071829"/>
                </a:solidFill>
              </a:defRPr>
            </a:lvl1pPr>
            <a:lvl2pPr algn="l">
              <a:defRPr sz="3375" b="1">
                <a:solidFill>
                  <a:srgbClr val="071829"/>
                </a:solidFill>
              </a:defRPr>
            </a:lvl2pPr>
            <a:lvl3pPr algn="l">
              <a:defRPr sz="3375" b="1">
                <a:solidFill>
                  <a:srgbClr val="071829"/>
                </a:solidFill>
              </a:defRPr>
            </a:lvl3pPr>
            <a:lvl4pPr algn="l">
              <a:defRPr sz="3375" b="1">
                <a:solidFill>
                  <a:srgbClr val="071829"/>
                </a:solidFill>
              </a:defRPr>
            </a:lvl4pPr>
            <a:lvl5pPr algn="l">
              <a:defRPr sz="3375" b="1">
                <a:solidFill>
                  <a:srgbClr val="071829"/>
                </a:solidFill>
              </a:defRPr>
            </a:lvl5pPr>
            <a:lvl6pPr algn="l">
              <a:defRPr sz="3375" b="1">
                <a:solidFill>
                  <a:srgbClr val="071829"/>
                </a:solidFill>
              </a:defRPr>
            </a:lvl6pPr>
            <a:lvl7pPr algn="l">
              <a:defRPr sz="3375" b="1">
                <a:solidFill>
                  <a:srgbClr val="071829"/>
                </a:solidFill>
              </a:defRPr>
            </a:lvl7pPr>
            <a:lvl8pPr algn="l">
              <a:defRPr sz="3375" b="1">
                <a:solidFill>
                  <a:srgbClr val="071829"/>
                </a:solidFill>
              </a:defRPr>
            </a:lvl8pPr>
            <a:lvl9pPr algn="l">
              <a:defRPr sz="3375" b="1">
                <a:solidFill>
                  <a:srgbClr val="071829"/>
                </a:solidFill>
              </a:defRPr>
            </a:lvl9pPr>
          </a:lstStyle>
          <a:p xmlns:a="http://schemas.openxmlformats.org/drawingml/2006/main">
            <a:pPr algn="l">
              <a:defRPr sz="3375" b="1">
                <a:solidFill>
                  <a:srgbClr val="071829"/>
                </a:solidFill>
              </a:defRPr>
            </a:pPr>
            <a:r>
              <a:rPr sz="3375" b="1">
                <a:solidFill>
                  <a:srgbClr val="071829"/>
                </a:solidFill>
              </a:rPr>
              <a:t>Quel passage</a:t>
            </a:r>
          </a:p>
          <a:p xmlns:a="http://schemas.openxmlformats.org/drawingml/2006/main">
            <a:pPr algn="l">
              <a:defRPr sz="3375" b="1">
                <a:solidFill>
                  <a:srgbClr val="071829"/>
                </a:solidFill>
              </a:defRPr>
            </a:pPr>
            <a:r>
              <a:rPr sz="3375" b="1">
                <a:solidFill>
                  <a:srgbClr val="071829"/>
                </a:solidFill>
              </a:rPr>
              <a:t>se cache ici ?</a:t>
            </a:r>
          </a:p>
        </p:txBody>
      </p:sp>
      <p:sp>
        <p:nvSpPr>
          <p:cNvPr id="9" name="Invitation">
            <a:extLst xmlns:a="http://schemas.openxmlformats.org/drawingml/2006/main">
              <a:ext uri="{FF2B5EF4-FFF2-40B4-BE49-F238E27FC236}">
                <a16:creationId xmlns:a16="http://schemas.microsoft.com/office/drawing/2014/main" id="{45669E53-F94E-4C6F-8E97-4B168260D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1525250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071829"/>
                </a:solidFill>
              </a:defRPr>
            </a:defPPr>
            <a:lvl1pPr algn="l">
              <a:defRPr sz="1875" b="0">
                <a:solidFill>
                  <a:srgbClr val="071829"/>
                </a:solidFill>
              </a:defRPr>
            </a:lvl1pPr>
            <a:lvl2pPr algn="l">
              <a:defRPr sz="1875" b="0">
                <a:solidFill>
                  <a:srgbClr val="071829"/>
                </a:solidFill>
              </a:defRPr>
            </a:lvl2pPr>
            <a:lvl3pPr algn="l">
              <a:defRPr sz="1875" b="0">
                <a:solidFill>
                  <a:srgbClr val="071829"/>
                </a:solidFill>
              </a:defRPr>
            </a:lvl3pPr>
            <a:lvl4pPr algn="l">
              <a:defRPr sz="1875" b="0">
                <a:solidFill>
                  <a:srgbClr val="071829"/>
                </a:solidFill>
              </a:defRPr>
            </a:lvl4pPr>
            <a:lvl5pPr algn="l">
              <a:defRPr sz="1875" b="0">
                <a:solidFill>
                  <a:srgbClr val="071829"/>
                </a:solidFill>
              </a:defRPr>
            </a:lvl5pPr>
            <a:lvl6pPr algn="l">
              <a:defRPr sz="1875" b="0">
                <a:solidFill>
                  <a:srgbClr val="071829"/>
                </a:solidFill>
              </a:defRPr>
            </a:lvl6pPr>
            <a:lvl7pPr algn="l">
              <a:defRPr sz="1875" b="0">
                <a:solidFill>
                  <a:srgbClr val="071829"/>
                </a:solidFill>
              </a:defRPr>
            </a:lvl7pPr>
            <a:lvl8pPr algn="l">
              <a:defRPr sz="1875" b="0">
                <a:solidFill>
                  <a:srgbClr val="071829"/>
                </a:solidFill>
              </a:defRPr>
            </a:lvl8pPr>
            <a:lvl9pPr algn="l">
              <a:defRPr sz="1875" b="0">
                <a:solidFill>
                  <a:srgbClr val="071829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071829"/>
                </a:solidFill>
              </a:defRPr>
            </a:pPr>
            <a:r>
              <a:rPr sz="1875" b="0">
                <a:solidFill>
                  <a:srgbClr val="071829"/>
                </a:solidFill>
              </a:rPr>
              <a:t>Réponds en commentaire</a:t>
            </a:r>
          </a:p>
        </p:txBody>
      </p:sp>
      <p:sp>
        <p:nvSpPr>
          <p:cNvPr id="10" name="Fond logo">
            <a:extLst xmlns:a="http://schemas.openxmlformats.org/drawingml/2006/main">
              <a:ext uri="{FF2B5EF4-FFF2-40B4-BE49-F238E27FC236}">
                <a16:creationId xmlns:a16="http://schemas.microsoft.com/office/drawing/2014/main" id="{C068300A-D457-4425-8190-D7227CD37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1353800"/>
            <a:ext cx="21431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C928E3-E795-4D3A-8B39-98262F5D868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b669cbe2a84836"/>
          <a:stretch xmlns:a="http://schemas.openxmlformats.org/drawingml/2006/main"/>
        </p:blipFill>
        <p:spPr>
          <a:xfrm xmlns:a="http://schemas.openxmlformats.org/drawingml/2006/main">
            <a:off x="7981950" y="11487150"/>
            <a:ext cx="952500" cy="381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6113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2026-10-21T11:25:20.1990000Z</dcterms:created>
  <dcterms:modified xsi:type="dcterms:W3CDTF">2026-10-21T11:25:20.1990000Z</dcterms:modified>
</coreProperties>
</file>