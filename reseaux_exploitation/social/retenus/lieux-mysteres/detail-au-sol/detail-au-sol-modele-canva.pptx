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cd80fee0f54ede" /><Relationship Type="http://schemas.openxmlformats.org/officeDocument/2006/relationships/extended-properties" Target="/docProps/app.xml" Id="R9cb9fe01a1844ae5" /><Relationship Type="http://schemas.openxmlformats.org/officeDocument/2006/relationships/officeDocument" Target="/ppt/presentation.xml" Id="R01b63a422bbf41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ec5c737784422"/>
  </p:sldMasterIdLst>
  <p:notesMasterIdLst>
    <p:notesMasterId xmlns:r="http://schemas.openxmlformats.org/officeDocument/2006/relationships" r:id="R2f2ee866bcfb48a9"/>
  </p:notesMasterIdLst>
  <p:sldIdLst>
    <p:sldId xmlns:r="http://schemas.openxmlformats.org/officeDocument/2006/relationships" id="256" r:id="R51156aaf9ae54b6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ea58f225b4807" /><Relationship Type="http://schemas.openxmlformats.org/officeDocument/2006/relationships/slideMaster" Target="/ppt/slideMasters/slideMaster1.xml" Id="Rbe7ec5c737784422" /><Relationship Type="http://schemas.openxmlformats.org/officeDocument/2006/relationships/notesMaster" Target="/ppt/notesMasters/notesMaster1.xml" Id="R2f2ee866bcfb48a9" /><Relationship Type="http://schemas.openxmlformats.org/officeDocument/2006/relationships/presProps" Target="/ppt/presProps.xml" Id="Re19cdae11d754072" /><Relationship Type="http://schemas.openxmlformats.org/officeDocument/2006/relationships/tableStyles" Target="/ppt/tableStyles.xml" Id="Rf6b68b33f530445d" /><Relationship Type="http://schemas.openxmlformats.org/officeDocument/2006/relationships/slide" Target="/ppt/slides/slide1.xml" Id="R51156aaf9ae54b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ec883c2014e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23b16e2d164891" /><Relationship Type="http://schemas.openxmlformats.org/officeDocument/2006/relationships/notesMaster" Target="/ppt/notesMasters/notesMaster1.xml" Id="R40df3d3b7683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baa71ea554a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01f921bde4b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319b5300d42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68dc53b6644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9b1392b0849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fcddefd86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9D2534-302A-41CC-9D4D-4E8CCE9C1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DA0486-AA99-4DEC-9EC4-7107256F78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24E3EA-B8C9-4126-B6C8-93E8B0980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81CEC9-48FE-4738-A936-C1D4CDE97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E27379-5AE9-4756-B351-CF4A079862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E0285A-B971-46F9-87CB-08D57B768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0F9B9-961B-47D5-AB8D-9182C779E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D423FA-5C63-4C9C-80C1-8DA5DF2853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755CF-C00C-41F8-A7BD-CE4DB55C6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D6CC-9C14-4D5C-A9A9-79DA20F4C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d42b6a6b9c4a10" /><Relationship Type="http://schemas.openxmlformats.org/officeDocument/2006/relationships/slideLayout" Target="/ppt/slideLayouts/slideLayout1.xml" Id="R9f793da390a945f5" /><Relationship Type="http://schemas.openxmlformats.org/officeDocument/2006/relationships/slideLayout" Target="/ppt/slideLayouts/slideLayout2.xml" Id="Rc10f0c28489c469c" /><Relationship Type="http://schemas.openxmlformats.org/officeDocument/2006/relationships/slideLayout" Target="/ppt/slideLayouts/slideLayout3.xml" Id="R10d3fe7a1d74406c" /><Relationship Type="http://schemas.openxmlformats.org/officeDocument/2006/relationships/slideLayout" Target="/ppt/slideLayouts/slideLayout4.xml" Id="Re52d51a7a06d40d4" /><Relationship Type="http://schemas.openxmlformats.org/officeDocument/2006/relationships/slideLayout" Target="/ppt/slideLayouts/slideLayout5.xml" Id="Rb6d3616d5d03440a" /><Relationship Type="http://schemas.openxmlformats.org/officeDocument/2006/relationships/slideLayout" Target="/ppt/slideLayouts/slideLayout6.xml" Id="R419b7231503d47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93da390a945f5"/>
    <p:sldLayoutId xmlns:r="http://schemas.openxmlformats.org/officeDocument/2006/relationships" id="2147483650" r:id="Rc10f0c28489c469c"/>
    <p:sldLayoutId xmlns:r="http://schemas.openxmlformats.org/officeDocument/2006/relationships" id="2147483651" r:id="R10d3fe7a1d74406c"/>
    <p:sldLayoutId xmlns:r="http://schemas.openxmlformats.org/officeDocument/2006/relationships" id="2147483652" r:id="Re52d51a7a06d40d4"/>
    <p:sldLayoutId xmlns:r="http://schemas.openxmlformats.org/officeDocument/2006/relationships" id="2147483653" r:id="Rb6d3616d5d03440a"/>
    <p:sldLayoutId xmlns:r="http://schemas.openxmlformats.org/officeDocument/2006/relationships" id="2147483654" r:id="R419b7231503d47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e6b8132c3413b" /><Relationship Type="http://schemas.openxmlformats.org/officeDocument/2006/relationships/image" Target="/ppt/media/image.png" Id="R3ec282fca2b24c87" /><Relationship Type="http://schemas.openxmlformats.org/officeDocument/2006/relationships/image" Target="/ppt/media/image2.png" Id="Rdc7979d4d03b4b59" /><Relationship Type="http://schemas.openxmlformats.org/officeDocument/2006/relationships/notesSlide" Target="/ppt/notesSlides/notesSlide1.xml" Id="R910b1bdb06bc4a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0B75F-EE29-405A-9B69-EAA51A265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282fca2b24c8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5894B3FD-CE9B-4EFA-9DC8-C2DD0683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9429750" cy="12001500"/>
          </a:xfrm>
          <a:prstGeom xmlns:a="http://schemas.openxmlformats.org/drawingml/2006/main" prst="roundRect">
            <a:avLst>
              <a:gd name="adj" fmla="val 1212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6FB68CFE-C78F-4404-BBF1-B238553B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028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1E396395-053D-4434-91FE-99112D08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71829"/>
                </a:solidFill>
              </a:defRPr>
            </a:defPPr>
            <a:lvl1pPr algn="ctr">
              <a:defRPr sz="1725" b="1">
                <a:solidFill>
                  <a:srgbClr val="071829"/>
                </a:solidFill>
              </a:defRPr>
            </a:lvl1pPr>
            <a:lvl2pPr algn="ctr">
              <a:defRPr sz="1725" b="1">
                <a:solidFill>
                  <a:srgbClr val="071829"/>
                </a:solidFill>
              </a:defRPr>
            </a:lvl2pPr>
            <a:lvl3pPr algn="ctr">
              <a:defRPr sz="1725" b="1">
                <a:solidFill>
                  <a:srgbClr val="071829"/>
                </a:solidFill>
              </a:defRPr>
            </a:lvl3pPr>
            <a:lvl4pPr algn="ctr">
              <a:defRPr sz="1725" b="1">
                <a:solidFill>
                  <a:srgbClr val="071829"/>
                </a:solidFill>
              </a:defRPr>
            </a:lvl4pPr>
            <a:lvl5pPr algn="ctr">
              <a:defRPr sz="1725" b="1">
                <a:solidFill>
                  <a:srgbClr val="071829"/>
                </a:solidFill>
              </a:defRPr>
            </a:lvl5pPr>
            <a:lvl6pPr algn="ctr">
              <a:defRPr sz="1725" b="1">
                <a:solidFill>
                  <a:srgbClr val="071829"/>
                </a:solidFill>
              </a:defRPr>
            </a:lvl6pPr>
            <a:lvl7pPr algn="ctr">
              <a:defRPr sz="1725" b="1">
                <a:solidFill>
                  <a:srgbClr val="071829"/>
                </a:solidFill>
              </a:defRPr>
            </a:lvl7pPr>
            <a:lvl8pPr algn="ctr">
              <a:defRPr sz="1725" b="1">
                <a:solidFill>
                  <a:srgbClr val="071829"/>
                </a:solidFill>
              </a:defRPr>
            </a:lvl8pPr>
            <a:lvl9pPr algn="ctr">
              <a:defRPr sz="17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71829"/>
                </a:solidFill>
              </a:defRPr>
            </a:pPr>
            <a:r>
              <a:rPr sz="1725" b="1">
                <a:solidFill>
                  <a:srgbClr val="071829"/>
                </a:solidFill>
              </a:rPr>
              <a:t>À TOI DE JOUER</a:t>
            </a:r>
          </a:p>
        </p:txBody>
      </p:sp>
      <p:sp>
        <p:nvSpPr>
          <p:cNvPr id="5" name="Ombre carte">
            <a:extLst xmlns:a="http://schemas.openxmlformats.org/drawingml/2006/main">
              <a:ext uri="{FF2B5EF4-FFF2-40B4-BE49-F238E27FC236}">
                <a16:creationId xmlns:a16="http://schemas.microsoft.com/office/drawing/2014/main" id="{5E8BA4FB-BE49-40EE-AB5C-AA4782DC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0012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te texte">
            <a:extLst xmlns:a="http://schemas.openxmlformats.org/drawingml/2006/main">
              <a:ext uri="{FF2B5EF4-FFF2-40B4-BE49-F238E27FC236}">
                <a16:creationId xmlns:a16="http://schemas.microsoft.com/office/drawing/2014/main" id="{E6EAE442-FA59-412E-9210-A9E8EFBC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04875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AA3F1CB2-9E98-43AA-9850-0534E57F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04875"/>
            <a:ext cx="1524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C6D0AB2D-914D-40BE-83E1-66D566A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049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829"/>
                </a:solidFill>
              </a:defRPr>
            </a:defPPr>
            <a:lvl1pPr algn="l">
              <a:defRPr sz="2550" b="1">
                <a:solidFill>
                  <a:srgbClr val="071829"/>
                </a:solidFill>
              </a:defRPr>
            </a:lvl1pPr>
            <a:lvl2pPr algn="l">
              <a:defRPr sz="2550" b="1">
                <a:solidFill>
                  <a:srgbClr val="071829"/>
                </a:solidFill>
              </a:defRPr>
            </a:lvl2pPr>
            <a:lvl3pPr algn="l">
              <a:defRPr sz="2550" b="1">
                <a:solidFill>
                  <a:srgbClr val="071829"/>
                </a:solidFill>
              </a:defRPr>
            </a:lvl3pPr>
            <a:lvl4pPr algn="l">
              <a:defRPr sz="2550" b="1">
                <a:solidFill>
                  <a:srgbClr val="071829"/>
                </a:solidFill>
              </a:defRPr>
            </a:lvl4pPr>
            <a:lvl5pPr algn="l">
              <a:defRPr sz="2550" b="1">
                <a:solidFill>
                  <a:srgbClr val="071829"/>
                </a:solidFill>
              </a:defRPr>
            </a:lvl5pPr>
            <a:lvl6pPr algn="l">
              <a:defRPr sz="2550" b="1">
                <a:solidFill>
                  <a:srgbClr val="071829"/>
                </a:solidFill>
              </a:defRPr>
            </a:lvl6pPr>
            <a:lvl7pPr algn="l">
              <a:defRPr sz="2550" b="1">
                <a:solidFill>
                  <a:srgbClr val="071829"/>
                </a:solidFill>
              </a:defRPr>
            </a:lvl7pPr>
            <a:lvl8pPr algn="l">
              <a:defRPr sz="2550" b="1">
                <a:solidFill>
                  <a:srgbClr val="071829"/>
                </a:solidFill>
              </a:defRPr>
            </a:lvl8pPr>
            <a:lvl9pPr algn="l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Tu sais où se</a:t>
            </a:r>
          </a:p>
          <a:p xmlns:a="http://schemas.openxmlformats.org/drawingml/2006/main">
            <a:pPr algn="l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cache ce détail ?</a:t>
            </a:r>
          </a:p>
        </p:txBody>
      </p:sp>
      <p:sp>
        <p:nvSpPr>
          <p:cNvPr id="9" name="Récompense">
            <a:extLst xmlns:a="http://schemas.openxmlformats.org/drawingml/2006/main">
              <a:ext uri="{FF2B5EF4-FFF2-40B4-BE49-F238E27FC236}">
                <a16:creationId xmlns:a16="http://schemas.microsoft.com/office/drawing/2014/main" id="{27930A54-A371-41A4-BD5C-F08805BF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071829"/>
                </a:solidFill>
              </a:defRPr>
            </a:defPPr>
            <a:lvl1pPr algn="l">
              <a:defRPr sz="1500" b="0">
                <a:solidFill>
                  <a:srgbClr val="071829"/>
                </a:solidFill>
              </a:defRPr>
            </a:lvl1pPr>
            <a:lvl2pPr algn="l">
              <a:defRPr sz="1500" b="0">
                <a:solidFill>
                  <a:srgbClr val="071829"/>
                </a:solidFill>
              </a:defRPr>
            </a:lvl2pPr>
            <a:lvl3pPr algn="l">
              <a:defRPr sz="1500" b="0">
                <a:solidFill>
                  <a:srgbClr val="071829"/>
                </a:solidFill>
              </a:defRPr>
            </a:lvl3pPr>
            <a:lvl4pPr algn="l">
              <a:defRPr sz="1500" b="0">
                <a:solidFill>
                  <a:srgbClr val="071829"/>
                </a:solidFill>
              </a:defRPr>
            </a:lvl4pPr>
            <a:lvl5pPr algn="l">
              <a:defRPr sz="1500" b="0">
                <a:solidFill>
                  <a:srgbClr val="071829"/>
                </a:solidFill>
              </a:defRPr>
            </a:lvl5pPr>
            <a:lvl6pPr algn="l">
              <a:defRPr sz="1500" b="0">
                <a:solidFill>
                  <a:srgbClr val="071829"/>
                </a:solidFill>
              </a:defRPr>
            </a:lvl6pPr>
            <a:lvl7pPr algn="l">
              <a:defRPr sz="1500" b="0">
                <a:solidFill>
                  <a:srgbClr val="071829"/>
                </a:solidFill>
              </a:defRPr>
            </a:lvl7pPr>
            <a:lvl8pPr algn="l">
              <a:defRPr sz="1500" b="0">
                <a:solidFill>
                  <a:srgbClr val="071829"/>
                </a:solidFill>
              </a:defRPr>
            </a:lvl8pPr>
            <a:lvl9pPr algn="l">
              <a:defRPr sz="1500" b="0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71829"/>
                </a:solidFill>
              </a:defRPr>
            </a:pPr>
            <a:r>
              <a:rPr sz="1500" b="0">
                <a:solidFill>
                  <a:srgbClr val="071829"/>
                </a:solidFill>
              </a:rPr>
              <a:t>Bonne réponse = crédits iziLife</a:t>
            </a:r>
          </a:p>
        </p:txBody>
      </p:sp>
      <p:sp>
        <p:nvSpPr>
          <p:cNvPr id="10" name="Fond logo">
            <a:extLst xmlns:a="http://schemas.openxmlformats.org/drawingml/2006/main">
              <a:ext uri="{FF2B5EF4-FFF2-40B4-BE49-F238E27FC236}">
                <a16:creationId xmlns:a16="http://schemas.microsoft.com/office/drawing/2014/main" id="{EE82DA40-28A2-44D6-83E3-0433A9E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353800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655C7-49E5-4571-8B5C-24CF078B2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979d4d03b4b59"/>
          <a:stretch xmlns:a="http://schemas.openxmlformats.org/drawingml/2006/main"/>
        </p:blipFill>
        <p:spPr>
          <a:xfrm xmlns:a="http://schemas.openxmlformats.org/drawingml/2006/main">
            <a:off x="7981950" y="11487150"/>
            <a:ext cx="9525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15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2026-10-21T11:25:19.0060000Z</dcterms:created>
  <dcterms:modified xsi:type="dcterms:W3CDTF">2026-10-21T11:25:19.0060000Z</dcterms:modified>
</coreProperties>
</file>