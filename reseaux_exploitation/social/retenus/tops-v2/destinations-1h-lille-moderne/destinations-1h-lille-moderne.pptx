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78000264644a38" /><Relationship Type="http://schemas.openxmlformats.org/officeDocument/2006/relationships/extended-properties" Target="/docProps/app.xml" Id="Ra14a0d2df91c401e" /><Relationship Type="http://schemas.openxmlformats.org/officeDocument/2006/relationships/officeDocument" Target="/ppt/presentation.xml" Id="Re406886bade14f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8ad4001985407f"/>
  </p:sldMasterIdLst>
  <p:notesMasterIdLst>
    <p:notesMasterId xmlns:r="http://schemas.openxmlformats.org/officeDocument/2006/relationships" r:id="Rbb45eaa540634138"/>
  </p:notesMasterIdLst>
  <p:sldIdLst>
    <p:sldId xmlns:r="http://schemas.openxmlformats.org/officeDocument/2006/relationships" id="256" r:id="R37a7ba6b0a954ee0"/>
    <p:sldId xmlns:r="http://schemas.openxmlformats.org/officeDocument/2006/relationships" id="257" r:id="R8b6e90a7d2064d11"/>
    <p:sldId xmlns:r="http://schemas.openxmlformats.org/officeDocument/2006/relationships" id="258" r:id="R29b560f2ce324c3b"/>
    <p:sldId xmlns:r="http://schemas.openxmlformats.org/officeDocument/2006/relationships" id="259" r:id="R22b34f53d0da4dbf"/>
    <p:sldId xmlns:r="http://schemas.openxmlformats.org/officeDocument/2006/relationships" id="260" r:id="R8f239253470446db"/>
    <p:sldId xmlns:r="http://schemas.openxmlformats.org/officeDocument/2006/relationships" id="261" r:id="Ra5a0fd1f6dfe41af"/>
    <p:sldId xmlns:r="http://schemas.openxmlformats.org/officeDocument/2006/relationships" id="262" r:id="R7089f8d742eb433a"/>
    <p:sldId xmlns:r="http://schemas.openxmlformats.org/officeDocument/2006/relationships" id="263" r:id="R1e3fa12437d24de4"/>
    <p:sldId xmlns:r="http://schemas.openxmlformats.org/officeDocument/2006/relationships" id="264" r:id="R920477d63ebe4073"/>
    <p:sldId xmlns:r="http://schemas.openxmlformats.org/officeDocument/2006/relationships" id="265" r:id="Rc33a3e472d2a41b8"/>
    <p:sldId xmlns:r="http://schemas.openxmlformats.org/officeDocument/2006/relationships" id="266" r:id="Re32ee0c036e14a24"/>
    <p:sldId xmlns:r="http://schemas.openxmlformats.org/officeDocument/2006/relationships" id="267" r:id="R3a0052be83ab4b48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d9a04e8f584f16" /><Relationship Type="http://schemas.openxmlformats.org/officeDocument/2006/relationships/slideMaster" Target="/ppt/slideMasters/slideMaster1.xml" Id="R5f8ad4001985407f" /><Relationship Type="http://schemas.openxmlformats.org/officeDocument/2006/relationships/notesMaster" Target="/ppt/notesMasters/notesMaster1.xml" Id="Rbb45eaa540634138" /><Relationship Type="http://schemas.openxmlformats.org/officeDocument/2006/relationships/presProps" Target="/ppt/presProps.xml" Id="Re2653afc95b04b9c" /><Relationship Type="http://schemas.openxmlformats.org/officeDocument/2006/relationships/tableStyles" Target="/ppt/tableStyles.xml" Id="R9a7e0a3ec8c3453f" /><Relationship Type="http://schemas.openxmlformats.org/officeDocument/2006/relationships/slide" Target="/ppt/slides/slide1.xml" Id="R37a7ba6b0a954ee0" /><Relationship Type="http://schemas.openxmlformats.org/officeDocument/2006/relationships/slide" Target="/ppt/slides/slide2.xml" Id="R8b6e90a7d2064d11" /><Relationship Type="http://schemas.openxmlformats.org/officeDocument/2006/relationships/slide" Target="/ppt/slides/slide3.xml" Id="R29b560f2ce324c3b" /><Relationship Type="http://schemas.openxmlformats.org/officeDocument/2006/relationships/slide" Target="/ppt/slides/slide4.xml" Id="R22b34f53d0da4dbf" /><Relationship Type="http://schemas.openxmlformats.org/officeDocument/2006/relationships/slide" Target="/ppt/slides/slide5.xml" Id="R8f239253470446db" /><Relationship Type="http://schemas.openxmlformats.org/officeDocument/2006/relationships/slide" Target="/ppt/slides/slide6.xml" Id="Ra5a0fd1f6dfe41af" /><Relationship Type="http://schemas.openxmlformats.org/officeDocument/2006/relationships/slide" Target="/ppt/slides/slide7.xml" Id="R7089f8d742eb433a" /><Relationship Type="http://schemas.openxmlformats.org/officeDocument/2006/relationships/slide" Target="/ppt/slides/slide8.xml" Id="R1e3fa12437d24de4" /><Relationship Type="http://schemas.openxmlformats.org/officeDocument/2006/relationships/slide" Target="/ppt/slides/slide9.xml" Id="R920477d63ebe4073" /><Relationship Type="http://schemas.openxmlformats.org/officeDocument/2006/relationships/slide" Target="/ppt/slides/slide10.xml" Id="Rc33a3e472d2a41b8" /><Relationship Type="http://schemas.openxmlformats.org/officeDocument/2006/relationships/slide" Target="/ppt/slides/slide11.xml" Id="Re32ee0c036e14a24" /><Relationship Type="http://schemas.openxmlformats.org/officeDocument/2006/relationships/slide" Target="/ppt/slides/slide12.xml" Id="R3a0052be83ab4b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813c9997d44f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3363fdfb9a475b" /><Relationship Type="http://schemas.openxmlformats.org/officeDocument/2006/relationships/notesMaster" Target="/ppt/notesMasters/notesMaster1.xml" Id="Rcca842ca2a7745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d123f1931c4f9d" /><Relationship Type="http://schemas.openxmlformats.org/officeDocument/2006/relationships/notesMaster" Target="/ppt/notesMasters/notesMaster1.xml" Id="R0115d70e67e74e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558c9c818442b9" /><Relationship Type="http://schemas.openxmlformats.org/officeDocument/2006/relationships/notesMaster" Target="/ppt/notesMasters/notesMaster1.xml" Id="R5d9dc1f8458243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de0685dce14c40" /><Relationship Type="http://schemas.openxmlformats.org/officeDocument/2006/relationships/notesMaster" Target="/ppt/notesMasters/notesMaster1.xml" Id="R4851be57400948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68f7a60ac447f1" /><Relationship Type="http://schemas.openxmlformats.org/officeDocument/2006/relationships/notesMaster" Target="/ppt/notesMasters/notesMaster1.xml" Id="R6f18be84cc654a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9a72c878a24be3" /><Relationship Type="http://schemas.openxmlformats.org/officeDocument/2006/relationships/notesMaster" Target="/ppt/notesMasters/notesMaster1.xml" Id="R4790a0f6e3c843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38fdc2a0b64b09" /><Relationship Type="http://schemas.openxmlformats.org/officeDocument/2006/relationships/notesMaster" Target="/ppt/notesMasters/notesMaster1.xml" Id="Rfb10a198bb4b4f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64516fb91946e9" /><Relationship Type="http://schemas.openxmlformats.org/officeDocument/2006/relationships/notesMaster" Target="/ppt/notesMasters/notesMaster1.xml" Id="R4f8bfd79e78041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f31c1f65104ce6" /><Relationship Type="http://schemas.openxmlformats.org/officeDocument/2006/relationships/notesMaster" Target="/ppt/notesMasters/notesMaster1.xml" Id="R51415b35591d43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257445b8714560" /><Relationship Type="http://schemas.openxmlformats.org/officeDocument/2006/relationships/notesMaster" Target="/ppt/notesMasters/notesMaster1.xml" Id="R7f75c8c1453548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d27753be41428b" /><Relationship Type="http://schemas.openxmlformats.org/officeDocument/2006/relationships/notesMaster" Target="/ppt/notesMasters/notesMaster1.xml" Id="R8258c7851e124f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f2f177f5dc4b7b" /><Relationship Type="http://schemas.openxmlformats.org/officeDocument/2006/relationships/notesMaster" Target="/ppt/notesMasters/notesMaster1.xml" Id="R076b5b4153a544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00691f63b42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b4fdbe0f449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38cbfde1146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fc4d4844046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582694e964d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5caee15ae4b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40D90F-B5FC-4C0B-A96F-C9AAE22EA6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900258-CFB8-41A2-8700-3A50F09896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5496C1-2843-4634-BA5C-B260208009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F17AD8-F8AE-4B01-989F-1122D31C3B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0BD9B7-5F54-43A9-8FE3-A75AFE499D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641C49-03D2-480D-9204-8D306C272C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57BBA3-90D6-4552-8626-AB499531E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ED49E5-E3CC-402A-9F58-A77F02DA0E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92A191-CC92-4F73-8E75-BBB74745A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C7E74D-445A-47B3-99FB-8913B95AF0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aa50b408a34805" /><Relationship Type="http://schemas.openxmlformats.org/officeDocument/2006/relationships/slideLayout" Target="/ppt/slideLayouts/slideLayout1.xml" Id="R5b71bd980be443ab" /><Relationship Type="http://schemas.openxmlformats.org/officeDocument/2006/relationships/slideLayout" Target="/ppt/slideLayouts/slideLayout2.xml" Id="R224f66ff03c74856" /><Relationship Type="http://schemas.openxmlformats.org/officeDocument/2006/relationships/slideLayout" Target="/ppt/slideLayouts/slideLayout3.xml" Id="Rcc26eaba0193428e" /><Relationship Type="http://schemas.openxmlformats.org/officeDocument/2006/relationships/slideLayout" Target="/ppt/slideLayouts/slideLayout4.xml" Id="Rc246b8fef52b45be" /><Relationship Type="http://schemas.openxmlformats.org/officeDocument/2006/relationships/slideLayout" Target="/ppt/slideLayouts/slideLayout5.xml" Id="R60e5aada32c248a9" /><Relationship Type="http://schemas.openxmlformats.org/officeDocument/2006/relationships/slideLayout" Target="/ppt/slideLayouts/slideLayout6.xml" Id="R80ec720e244847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71bd980be443ab"/>
    <p:sldLayoutId xmlns:r="http://schemas.openxmlformats.org/officeDocument/2006/relationships" id="2147483650" r:id="R224f66ff03c74856"/>
    <p:sldLayoutId xmlns:r="http://schemas.openxmlformats.org/officeDocument/2006/relationships" id="2147483651" r:id="Rcc26eaba0193428e"/>
    <p:sldLayoutId xmlns:r="http://schemas.openxmlformats.org/officeDocument/2006/relationships" id="2147483652" r:id="Rc246b8fef52b45be"/>
    <p:sldLayoutId xmlns:r="http://schemas.openxmlformats.org/officeDocument/2006/relationships" id="2147483653" r:id="R60e5aada32c248a9"/>
    <p:sldLayoutId xmlns:r="http://schemas.openxmlformats.org/officeDocument/2006/relationships" id="2147483654" r:id="R80ec720e244847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c7c695f37947e9" /><Relationship Type="http://schemas.openxmlformats.org/officeDocument/2006/relationships/image" Target="/ppt/media/image.png" Id="R761b0622dd494b38" /><Relationship Type="http://schemas.openxmlformats.org/officeDocument/2006/relationships/notesSlide" Target="/ppt/notesSlides/notesSlide1.xml" Id="R92d811ad260949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ba553bac24f98" /><Relationship Type="http://schemas.openxmlformats.org/officeDocument/2006/relationships/image" Target="/ppt/media/image2.png" Id="Rc67eec38856a4320" /><Relationship Type="http://schemas.openxmlformats.org/officeDocument/2006/relationships/notesSlide" Target="/ppt/notesSlides/notesSlide2.xml" Id="Re996a68b24fc47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d32a8831b4722" /><Relationship Type="http://schemas.openxmlformats.org/officeDocument/2006/relationships/image" Target="/ppt/media/image3.png" Id="Ra4edad3a7b91475c" /><Relationship Type="http://schemas.openxmlformats.org/officeDocument/2006/relationships/notesSlide" Target="/ppt/notesSlides/notesSlide3.xml" Id="Rd7f62ac743ce4b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8d1f4db044e41" /><Relationship Type="http://schemas.openxmlformats.org/officeDocument/2006/relationships/image" Target="/ppt/media/image4.png" Id="R1663df08d56a4113" /><Relationship Type="http://schemas.openxmlformats.org/officeDocument/2006/relationships/notesSlide" Target="/ppt/notesSlides/notesSlide4.xml" Id="Rfdaedd76e80b47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22436917a40f1" /><Relationship Type="http://schemas.openxmlformats.org/officeDocument/2006/relationships/image" Target="/ppt/media/image5.png" Id="R3d75caf903e042cb" /><Relationship Type="http://schemas.openxmlformats.org/officeDocument/2006/relationships/notesSlide" Target="/ppt/notesSlides/notesSlide5.xml" Id="R10b4fc1021f144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3bf578764476f" /><Relationship Type="http://schemas.openxmlformats.org/officeDocument/2006/relationships/image" Target="/ppt/media/image6.png" Id="R63180c3511c7498f" /><Relationship Type="http://schemas.openxmlformats.org/officeDocument/2006/relationships/notesSlide" Target="/ppt/notesSlides/notesSlide6.xml" Id="R51b246f1e3a941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3ee07ed0304a7e" /><Relationship Type="http://schemas.openxmlformats.org/officeDocument/2006/relationships/image" Target="/ppt/media/image7.png" Id="Rbcf3d36c51b64649" /><Relationship Type="http://schemas.openxmlformats.org/officeDocument/2006/relationships/notesSlide" Target="/ppt/notesSlides/notesSlide7.xml" Id="R61901bab632b4e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6f20568104a17" /><Relationship Type="http://schemas.openxmlformats.org/officeDocument/2006/relationships/image" Target="/ppt/media/image8.png" Id="R28fd71a2c0b84580" /><Relationship Type="http://schemas.openxmlformats.org/officeDocument/2006/relationships/notesSlide" Target="/ppt/notesSlides/notesSlide8.xml" Id="Re9351774c23645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d314ede824902" /><Relationship Type="http://schemas.openxmlformats.org/officeDocument/2006/relationships/image" Target="/ppt/media/image9.png" Id="Red762e4f822e48ed" /><Relationship Type="http://schemas.openxmlformats.org/officeDocument/2006/relationships/notesSlide" Target="/ppt/notesSlides/notesSlide9.xml" Id="Rd228530c804844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60d1863b0441e" /><Relationship Type="http://schemas.openxmlformats.org/officeDocument/2006/relationships/image" Target="/ppt/media/image10.png" Id="Rcc3d7b31ed534643" /><Relationship Type="http://schemas.openxmlformats.org/officeDocument/2006/relationships/notesSlide" Target="/ppt/notesSlides/notesSlide10.xml" Id="R6e35572d25524d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4e7f5acd8465f" /><Relationship Type="http://schemas.openxmlformats.org/officeDocument/2006/relationships/image" Target="/ppt/media/image11.png" Id="R891b43cd700f4d5a" /><Relationship Type="http://schemas.openxmlformats.org/officeDocument/2006/relationships/notesSlide" Target="/ppt/notesSlides/notesSlide11.xml" Id="Ra6400a94860644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f7ccb2d0b446d0" /><Relationship Type="http://schemas.openxmlformats.org/officeDocument/2006/relationships/image" Target="/ppt/media/image12.png" Id="Rd423b7e2172c401c" /><Relationship Type="http://schemas.openxmlformats.org/officeDocument/2006/relationships/notesSlide" Target="/ppt/notesSlides/notesSlide12.xml" Id="R9708b4fc0dc34c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B0A4B-8DA0-4B85-9E37-DB9C18E121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b0622dd494b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799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48B92-BDBE-4959-93BF-832A023387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eec38856a43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758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DB5CD-C1CC-41AC-BE58-95F89BD48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dad3a7b9147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081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B3BF7-7805-4650-8B6C-3139E3813A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3df08d56a41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7420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CCF31-F6A6-4E07-8B41-120B3091A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5caf903e042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409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E4A4B-1E0E-4CF8-B06E-A49F4E1F14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80c3511c749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500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CB758-B93A-44A0-A513-559C21CB34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3d36c51b646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73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E87A1-1A97-4EE9-9FA9-6357E1D89B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d71a2c0b845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599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CBE90-DD16-4E66-BE75-CD11225B33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62e4f822e48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976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2B4F9-3DF9-4C76-9422-BDCEE1D368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d7b31ed5346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357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758A8-6C9D-45FB-A03F-7D541DF52B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b43cd700f4d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87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376D3-8CD6-466E-824A-DBC723B8ED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3b7e2172c40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46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2026-10-23T19:25:31.1140000Z</dcterms:created>
  <dcterms:modified xsi:type="dcterms:W3CDTF">2026-10-23T19:25:31.1140000Z</dcterms:modified>
</coreProperties>
</file>