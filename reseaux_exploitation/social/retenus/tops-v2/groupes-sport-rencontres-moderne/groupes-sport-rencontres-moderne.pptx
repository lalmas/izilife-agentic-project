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c27754358e4634" /><Relationship Type="http://schemas.openxmlformats.org/officeDocument/2006/relationships/extended-properties" Target="/docProps/app.xml" Id="R0b4874385eae459f" /><Relationship Type="http://schemas.openxmlformats.org/officeDocument/2006/relationships/officeDocument" Target="/ppt/presentation.xml" Id="R9351b27873974a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cab6f091a14e5f"/>
  </p:sldMasterIdLst>
  <p:notesMasterIdLst>
    <p:notesMasterId xmlns:r="http://schemas.openxmlformats.org/officeDocument/2006/relationships" r:id="R099072c4ef374a80"/>
  </p:notesMasterIdLst>
  <p:sldIdLst>
    <p:sldId xmlns:r="http://schemas.openxmlformats.org/officeDocument/2006/relationships" id="256" r:id="R96957a4de9044fa6"/>
    <p:sldId xmlns:r="http://schemas.openxmlformats.org/officeDocument/2006/relationships" id="257" r:id="R590de33b52b94f57"/>
    <p:sldId xmlns:r="http://schemas.openxmlformats.org/officeDocument/2006/relationships" id="258" r:id="Rdcbdb1e2cb3b4c91"/>
    <p:sldId xmlns:r="http://schemas.openxmlformats.org/officeDocument/2006/relationships" id="259" r:id="R90dc7376f81043e4"/>
    <p:sldId xmlns:r="http://schemas.openxmlformats.org/officeDocument/2006/relationships" id="260" r:id="R36f09c9f78114ed8"/>
    <p:sldId xmlns:r="http://schemas.openxmlformats.org/officeDocument/2006/relationships" id="261" r:id="Rce0013f55eba48fa"/>
    <p:sldId xmlns:r="http://schemas.openxmlformats.org/officeDocument/2006/relationships" id="262" r:id="R270fb459457f49ba"/>
    <p:sldId xmlns:r="http://schemas.openxmlformats.org/officeDocument/2006/relationships" id="263" r:id="R9e36fa95f2d949fd"/>
    <p:sldId xmlns:r="http://schemas.openxmlformats.org/officeDocument/2006/relationships" id="264" r:id="Rbf88badc16cf4197"/>
    <p:sldId xmlns:r="http://schemas.openxmlformats.org/officeDocument/2006/relationships" id="265" r:id="Rfe0d9c424b2548db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9b0a45433b43d4" /><Relationship Type="http://schemas.openxmlformats.org/officeDocument/2006/relationships/slideMaster" Target="/ppt/slideMasters/slideMaster1.xml" Id="Ra0cab6f091a14e5f" /><Relationship Type="http://schemas.openxmlformats.org/officeDocument/2006/relationships/notesMaster" Target="/ppt/notesMasters/notesMaster1.xml" Id="R099072c4ef374a80" /><Relationship Type="http://schemas.openxmlformats.org/officeDocument/2006/relationships/presProps" Target="/ppt/presProps.xml" Id="R42a7275682ab4a4d" /><Relationship Type="http://schemas.openxmlformats.org/officeDocument/2006/relationships/tableStyles" Target="/ppt/tableStyles.xml" Id="R6454a3d2f7254ac3" /><Relationship Type="http://schemas.openxmlformats.org/officeDocument/2006/relationships/slide" Target="/ppt/slides/slide1.xml" Id="R96957a4de9044fa6" /><Relationship Type="http://schemas.openxmlformats.org/officeDocument/2006/relationships/slide" Target="/ppt/slides/slide2.xml" Id="R590de33b52b94f57" /><Relationship Type="http://schemas.openxmlformats.org/officeDocument/2006/relationships/slide" Target="/ppt/slides/slide3.xml" Id="Rdcbdb1e2cb3b4c91" /><Relationship Type="http://schemas.openxmlformats.org/officeDocument/2006/relationships/slide" Target="/ppt/slides/slide4.xml" Id="R90dc7376f81043e4" /><Relationship Type="http://schemas.openxmlformats.org/officeDocument/2006/relationships/slide" Target="/ppt/slides/slide5.xml" Id="R36f09c9f78114ed8" /><Relationship Type="http://schemas.openxmlformats.org/officeDocument/2006/relationships/slide" Target="/ppt/slides/slide6.xml" Id="Rce0013f55eba48fa" /><Relationship Type="http://schemas.openxmlformats.org/officeDocument/2006/relationships/slide" Target="/ppt/slides/slide7.xml" Id="R270fb459457f49ba" /><Relationship Type="http://schemas.openxmlformats.org/officeDocument/2006/relationships/slide" Target="/ppt/slides/slide8.xml" Id="R9e36fa95f2d949fd" /><Relationship Type="http://schemas.openxmlformats.org/officeDocument/2006/relationships/slide" Target="/ppt/slides/slide9.xml" Id="Rbf88badc16cf4197" /><Relationship Type="http://schemas.openxmlformats.org/officeDocument/2006/relationships/slide" Target="/ppt/slides/slide10.xml" Id="Rfe0d9c424b2548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691098f03a46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ef00ca01684ee9" /><Relationship Type="http://schemas.openxmlformats.org/officeDocument/2006/relationships/notesMaster" Target="/ppt/notesMasters/notesMaster1.xml" Id="Rf72a321463f244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2deb923efd49af" /><Relationship Type="http://schemas.openxmlformats.org/officeDocument/2006/relationships/notesMaster" Target="/ppt/notesMasters/notesMaster1.xml" Id="Rfa6c7af8421a48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0a6d1627ad4014" /><Relationship Type="http://schemas.openxmlformats.org/officeDocument/2006/relationships/notesMaster" Target="/ppt/notesMasters/notesMaster1.xml" Id="R111f6a93d75746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6927d58c2142ea" /><Relationship Type="http://schemas.openxmlformats.org/officeDocument/2006/relationships/notesMaster" Target="/ppt/notesMasters/notesMaster1.xml" Id="R667ddad0060d48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bbc6162b784580" /><Relationship Type="http://schemas.openxmlformats.org/officeDocument/2006/relationships/notesMaster" Target="/ppt/notesMasters/notesMaster1.xml" Id="R7b1cc8adb16b4a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b96be662e4174" /><Relationship Type="http://schemas.openxmlformats.org/officeDocument/2006/relationships/notesMaster" Target="/ppt/notesMasters/notesMaster1.xml" Id="R323bcda1cfd248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533d172d0d4680" /><Relationship Type="http://schemas.openxmlformats.org/officeDocument/2006/relationships/notesMaster" Target="/ppt/notesMasters/notesMaster1.xml" Id="R3235e21b650649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6e6a532f654fe8" /><Relationship Type="http://schemas.openxmlformats.org/officeDocument/2006/relationships/notesMaster" Target="/ppt/notesMasters/notesMaster1.xml" Id="Red3637b17a5c45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a8567ae4a947e1" /><Relationship Type="http://schemas.openxmlformats.org/officeDocument/2006/relationships/notesMaster" Target="/ppt/notesMasters/notesMaster1.xml" Id="R2a187a3288df46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a0d7f6a73e4caa" /><Relationship Type="http://schemas.openxmlformats.org/officeDocument/2006/relationships/notesMaster" Target="/ppt/notesMasters/notesMaster1.xml" Id="R4ff9b85f79bc4a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ab8ef9d8747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fa22625594c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f9d10d3f443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23bd7eabd4a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add07a50d45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b74372e3a46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406793-EAD9-43D1-AAAF-939FD2894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762E64-E62F-44CD-982F-6885D1C0C0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19F7AD-4D6B-4A39-86FE-D3821D26E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16CE33-C15E-46E1-9008-3448761B9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6BB697-B668-4EBF-84E7-548159215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C1D64E-1E63-4CEC-A656-37D5B8F13A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5975E9-29FE-47E4-9D4F-E418449809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1DD991-D73D-4900-81BE-36B1E0D367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F967B5-2127-44FA-B9CB-94D0E221F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5721E9-5158-4D2D-80BC-624AC5849F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82fcee07604208" /><Relationship Type="http://schemas.openxmlformats.org/officeDocument/2006/relationships/slideLayout" Target="/ppt/slideLayouts/slideLayout1.xml" Id="R22126ae205264876" /><Relationship Type="http://schemas.openxmlformats.org/officeDocument/2006/relationships/slideLayout" Target="/ppt/slideLayouts/slideLayout2.xml" Id="R66997e6c314048c7" /><Relationship Type="http://schemas.openxmlformats.org/officeDocument/2006/relationships/slideLayout" Target="/ppt/slideLayouts/slideLayout3.xml" Id="Rce886093d25a4e09" /><Relationship Type="http://schemas.openxmlformats.org/officeDocument/2006/relationships/slideLayout" Target="/ppt/slideLayouts/slideLayout4.xml" Id="R489804747fa84dfa" /><Relationship Type="http://schemas.openxmlformats.org/officeDocument/2006/relationships/slideLayout" Target="/ppt/slideLayouts/slideLayout5.xml" Id="Rd858bda383834b5b" /><Relationship Type="http://schemas.openxmlformats.org/officeDocument/2006/relationships/slideLayout" Target="/ppt/slideLayouts/slideLayout6.xml" Id="R76e5586a0c1a45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126ae205264876"/>
    <p:sldLayoutId xmlns:r="http://schemas.openxmlformats.org/officeDocument/2006/relationships" id="2147483650" r:id="R66997e6c314048c7"/>
    <p:sldLayoutId xmlns:r="http://schemas.openxmlformats.org/officeDocument/2006/relationships" id="2147483651" r:id="Rce886093d25a4e09"/>
    <p:sldLayoutId xmlns:r="http://schemas.openxmlformats.org/officeDocument/2006/relationships" id="2147483652" r:id="R489804747fa84dfa"/>
    <p:sldLayoutId xmlns:r="http://schemas.openxmlformats.org/officeDocument/2006/relationships" id="2147483653" r:id="Rd858bda383834b5b"/>
    <p:sldLayoutId xmlns:r="http://schemas.openxmlformats.org/officeDocument/2006/relationships" id="2147483654" r:id="R76e5586a0c1a45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9c87e55594b4c" /><Relationship Type="http://schemas.openxmlformats.org/officeDocument/2006/relationships/image" Target="/ppt/media/image.png" Id="R3049215df3314a46" /><Relationship Type="http://schemas.openxmlformats.org/officeDocument/2006/relationships/notesSlide" Target="/ppt/notesSlides/notesSlide1.xml" Id="R0c6f99a4a7b940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e4f1718a248f5" /><Relationship Type="http://schemas.openxmlformats.org/officeDocument/2006/relationships/image" Target="/ppt/media/image2.png" Id="R96aedadd833c4de2" /><Relationship Type="http://schemas.openxmlformats.org/officeDocument/2006/relationships/notesSlide" Target="/ppt/notesSlides/notesSlide2.xml" Id="Rdff95ce3b79b49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2fc08e3d44d06" /><Relationship Type="http://schemas.openxmlformats.org/officeDocument/2006/relationships/image" Target="/ppt/media/image3.png" Id="Rd399b52459964142" /><Relationship Type="http://schemas.openxmlformats.org/officeDocument/2006/relationships/notesSlide" Target="/ppt/notesSlides/notesSlide3.xml" Id="R2303d989d88349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03298bbc44abb" /><Relationship Type="http://schemas.openxmlformats.org/officeDocument/2006/relationships/image" Target="/ppt/media/image4.png" Id="R520152f40e6840a5" /><Relationship Type="http://schemas.openxmlformats.org/officeDocument/2006/relationships/notesSlide" Target="/ppt/notesSlides/notesSlide4.xml" Id="R314a6ed9e9084c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3e57b1165483f" /><Relationship Type="http://schemas.openxmlformats.org/officeDocument/2006/relationships/image" Target="/ppt/media/image5.png" Id="R481cbf4957394a67" /><Relationship Type="http://schemas.openxmlformats.org/officeDocument/2006/relationships/notesSlide" Target="/ppt/notesSlides/notesSlide5.xml" Id="Red36932ebf454b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c8b16f7ba4128" /><Relationship Type="http://schemas.openxmlformats.org/officeDocument/2006/relationships/image" Target="/ppt/media/image6.png" Id="R7e13946f54f44d77" /><Relationship Type="http://schemas.openxmlformats.org/officeDocument/2006/relationships/notesSlide" Target="/ppt/notesSlides/notesSlide6.xml" Id="R8e744745f9644b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651be5a9a4b06" /><Relationship Type="http://schemas.openxmlformats.org/officeDocument/2006/relationships/image" Target="/ppt/media/image7.png" Id="R0c8d518086ea4421" /><Relationship Type="http://schemas.openxmlformats.org/officeDocument/2006/relationships/notesSlide" Target="/ppt/notesSlides/notesSlide7.xml" Id="R50064bf7fdc0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f3ef58a66435a" /><Relationship Type="http://schemas.openxmlformats.org/officeDocument/2006/relationships/image" Target="/ppt/media/image8.png" Id="R25268c299d5e4086" /><Relationship Type="http://schemas.openxmlformats.org/officeDocument/2006/relationships/notesSlide" Target="/ppt/notesSlides/notesSlide8.xml" Id="Raec792a7cf2247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a076a2aae434c" /><Relationship Type="http://schemas.openxmlformats.org/officeDocument/2006/relationships/image" Target="/ppt/media/image9.png" Id="R148993640c8f4384" /><Relationship Type="http://schemas.openxmlformats.org/officeDocument/2006/relationships/notesSlide" Target="/ppt/notesSlides/notesSlide9.xml" Id="R5e1c2f55ac7e40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e781355a745b3" /><Relationship Type="http://schemas.openxmlformats.org/officeDocument/2006/relationships/image" Target="/ppt/media/image10.png" Id="R4cea057301a64136" /><Relationship Type="http://schemas.openxmlformats.org/officeDocument/2006/relationships/notesSlide" Target="/ppt/notesSlides/notesSlide10.xml" Id="Rab38ab2117b24c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94624-9913-4296-BFE5-16BC2629C8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9215df3314a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0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60AD0-8596-47CF-AB3B-60BBC134F6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edadd833c4d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048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91F2E-E31A-4598-B4E4-2C0FFECD04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9b524599641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081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D1022-CDB3-430B-A652-F8C160FA33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152f40e6840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197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BC5E9-5259-4717-911E-EDD267031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cbf4957394a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467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198A7-1B56-4113-9FD9-297EF3389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3946f54f44d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76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54B55-C415-4E3D-A031-7E02742C55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d518086ea44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581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63965-F9D4-486C-B8A2-2316C2892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68c299d5e40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62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E7DF5-1C45-4FB8-885B-9789EF3D4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993640c8f43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33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27566-B469-4E76-B312-DD85079EC1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a057301a641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63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2026-10-23T19:24:22.2510000Z</dcterms:created>
  <dcterms:modified xsi:type="dcterms:W3CDTF">2026-10-23T19:24:22.2510000Z</dcterms:modified>
</coreProperties>
</file>