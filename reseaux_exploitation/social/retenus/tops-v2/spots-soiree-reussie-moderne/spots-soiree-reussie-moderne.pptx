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95d1ec34f64a5d" /><Relationship Type="http://schemas.openxmlformats.org/officeDocument/2006/relationships/extended-properties" Target="/docProps/app.xml" Id="R959f3787f13f49d5" /><Relationship Type="http://schemas.openxmlformats.org/officeDocument/2006/relationships/officeDocument" Target="/ppt/presentation.xml" Id="R6440f5d8252d45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e2e7c6412423c"/>
  </p:sldMasterIdLst>
  <p:notesMasterIdLst>
    <p:notesMasterId xmlns:r="http://schemas.openxmlformats.org/officeDocument/2006/relationships" r:id="Rcf7594759e394d85"/>
  </p:notesMasterIdLst>
  <p:sldIdLst>
    <p:sldId xmlns:r="http://schemas.openxmlformats.org/officeDocument/2006/relationships" id="256" r:id="Rd71ec1e240c64ae9"/>
    <p:sldId xmlns:r="http://schemas.openxmlformats.org/officeDocument/2006/relationships" id="257" r:id="R274e92313a41463f"/>
    <p:sldId xmlns:r="http://schemas.openxmlformats.org/officeDocument/2006/relationships" id="258" r:id="Ref23b883d5b04360"/>
    <p:sldId xmlns:r="http://schemas.openxmlformats.org/officeDocument/2006/relationships" id="259" r:id="R2b652060343747ed"/>
    <p:sldId xmlns:r="http://schemas.openxmlformats.org/officeDocument/2006/relationships" id="260" r:id="R93a9b7322bbe430c"/>
    <p:sldId xmlns:r="http://schemas.openxmlformats.org/officeDocument/2006/relationships" id="261" r:id="R9708d10fbae84b47"/>
    <p:sldId xmlns:r="http://schemas.openxmlformats.org/officeDocument/2006/relationships" id="262" r:id="Raf25ba63ffb94c08"/>
    <p:sldId xmlns:r="http://schemas.openxmlformats.org/officeDocument/2006/relationships" id="263" r:id="Re26289d08202487f"/>
    <p:sldId xmlns:r="http://schemas.openxmlformats.org/officeDocument/2006/relationships" id="264" r:id="R361467201f9844b6"/>
    <p:sldId xmlns:r="http://schemas.openxmlformats.org/officeDocument/2006/relationships" id="265" r:id="Reb42c8ef7f374844"/>
    <p:sldId xmlns:r="http://schemas.openxmlformats.org/officeDocument/2006/relationships" id="266" r:id="R46ab7acf7e094226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af1a659dd49ad" /><Relationship Type="http://schemas.openxmlformats.org/officeDocument/2006/relationships/slideMaster" Target="/ppt/slideMasters/slideMaster1.xml" Id="Rc6ee2e7c6412423c" /><Relationship Type="http://schemas.openxmlformats.org/officeDocument/2006/relationships/notesMaster" Target="/ppt/notesMasters/notesMaster1.xml" Id="Rcf7594759e394d85" /><Relationship Type="http://schemas.openxmlformats.org/officeDocument/2006/relationships/presProps" Target="/ppt/presProps.xml" Id="R93e8afcd437e48b9" /><Relationship Type="http://schemas.openxmlformats.org/officeDocument/2006/relationships/tableStyles" Target="/ppt/tableStyles.xml" Id="R32bd031a9afd4fc2" /><Relationship Type="http://schemas.openxmlformats.org/officeDocument/2006/relationships/slide" Target="/ppt/slides/slide1.xml" Id="Rd71ec1e240c64ae9" /><Relationship Type="http://schemas.openxmlformats.org/officeDocument/2006/relationships/slide" Target="/ppt/slides/slide2.xml" Id="R274e92313a41463f" /><Relationship Type="http://schemas.openxmlformats.org/officeDocument/2006/relationships/slide" Target="/ppt/slides/slide3.xml" Id="Ref23b883d5b04360" /><Relationship Type="http://schemas.openxmlformats.org/officeDocument/2006/relationships/slide" Target="/ppt/slides/slide4.xml" Id="R2b652060343747ed" /><Relationship Type="http://schemas.openxmlformats.org/officeDocument/2006/relationships/slide" Target="/ppt/slides/slide5.xml" Id="R93a9b7322bbe430c" /><Relationship Type="http://schemas.openxmlformats.org/officeDocument/2006/relationships/slide" Target="/ppt/slides/slide6.xml" Id="R9708d10fbae84b47" /><Relationship Type="http://schemas.openxmlformats.org/officeDocument/2006/relationships/slide" Target="/ppt/slides/slide7.xml" Id="Raf25ba63ffb94c08" /><Relationship Type="http://schemas.openxmlformats.org/officeDocument/2006/relationships/slide" Target="/ppt/slides/slide8.xml" Id="Re26289d08202487f" /><Relationship Type="http://schemas.openxmlformats.org/officeDocument/2006/relationships/slide" Target="/ppt/slides/slide9.xml" Id="R361467201f9844b6" /><Relationship Type="http://schemas.openxmlformats.org/officeDocument/2006/relationships/slide" Target="/ppt/slides/slide10.xml" Id="Reb42c8ef7f374844" /><Relationship Type="http://schemas.openxmlformats.org/officeDocument/2006/relationships/slide" Target="/ppt/slides/slide11.xml" Id="R46ab7acf7e09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89009f9bc1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69200ffd44cc5" /><Relationship Type="http://schemas.openxmlformats.org/officeDocument/2006/relationships/notesMaster" Target="/ppt/notesMasters/notesMaster1.xml" Id="Rf66ffee3bbcd4a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8d8bf2ba724ebe" /><Relationship Type="http://schemas.openxmlformats.org/officeDocument/2006/relationships/notesMaster" Target="/ppt/notesMasters/notesMaster1.xml" Id="R496ad3831f17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24d9af2ec4dd2" /><Relationship Type="http://schemas.openxmlformats.org/officeDocument/2006/relationships/notesMaster" Target="/ppt/notesMasters/notesMaster1.xml" Id="Rcb9b7dbd8c44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fa2f0a7c24b1b" /><Relationship Type="http://schemas.openxmlformats.org/officeDocument/2006/relationships/notesMaster" Target="/ppt/notesMasters/notesMaster1.xml" Id="R4ab43463d3c142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febe8db7154b62" /><Relationship Type="http://schemas.openxmlformats.org/officeDocument/2006/relationships/notesMaster" Target="/ppt/notesMasters/notesMaster1.xml" Id="Rdccb1ffd680f4e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c56d882b5410e" /><Relationship Type="http://schemas.openxmlformats.org/officeDocument/2006/relationships/notesMaster" Target="/ppt/notesMasters/notesMaster1.xml" Id="R788fe9406fb448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52347660d040e8" /><Relationship Type="http://schemas.openxmlformats.org/officeDocument/2006/relationships/notesMaster" Target="/ppt/notesMasters/notesMaster1.xml" Id="R0ce8899fd6d34f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c8336c43f342a8" /><Relationship Type="http://schemas.openxmlformats.org/officeDocument/2006/relationships/notesMaster" Target="/ppt/notesMasters/notesMaster1.xml" Id="R05a2e51c738e4a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93a33910e74e6b" /><Relationship Type="http://schemas.openxmlformats.org/officeDocument/2006/relationships/notesMaster" Target="/ppt/notesMasters/notesMaster1.xml" Id="R6184653572ec43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3ff23bf27341f2" /><Relationship Type="http://schemas.openxmlformats.org/officeDocument/2006/relationships/notesMaster" Target="/ppt/notesMasters/notesMaster1.xml" Id="Re3660bdb9f5549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5daf4d853c4254" /><Relationship Type="http://schemas.openxmlformats.org/officeDocument/2006/relationships/notesMaster" Target="/ppt/notesMasters/notesMaster1.xml" Id="R9bbda8f85cce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3479ab6134d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d0b7fc0cc4c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18817b5474f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eff93939946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d450ba4e744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5a5c392f743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6BE900-5D7D-4AF1-AA4B-F484F403E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952D64-EA03-48AA-85A7-093AA0BCCE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298A21-5F94-416F-8EF1-4C8D237175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5CA223-C425-4B15-8D58-E72B25641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317002-06BD-4DCA-8E92-1EA17ABA5E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33558F-8A83-41FE-ABCA-BD88A7911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9AAF42-2E81-4445-8780-F36F0DEFF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DCE187-1129-4662-82B5-41A67DF16B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EBE3E-07B2-47BA-BF48-C3C496ED8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9C5164-2F43-4670-A077-2E99C441F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6dd560d3bd40d1" /><Relationship Type="http://schemas.openxmlformats.org/officeDocument/2006/relationships/slideLayout" Target="/ppt/slideLayouts/slideLayout1.xml" Id="R49780557c8404f46" /><Relationship Type="http://schemas.openxmlformats.org/officeDocument/2006/relationships/slideLayout" Target="/ppt/slideLayouts/slideLayout2.xml" Id="Rb6012db1d01844fc" /><Relationship Type="http://schemas.openxmlformats.org/officeDocument/2006/relationships/slideLayout" Target="/ppt/slideLayouts/slideLayout3.xml" Id="Rb0cbac3fe9744771" /><Relationship Type="http://schemas.openxmlformats.org/officeDocument/2006/relationships/slideLayout" Target="/ppt/slideLayouts/slideLayout4.xml" Id="R0c05f53cacc44be5" /><Relationship Type="http://schemas.openxmlformats.org/officeDocument/2006/relationships/slideLayout" Target="/ppt/slideLayouts/slideLayout5.xml" Id="Raca2884748ec4c55" /><Relationship Type="http://schemas.openxmlformats.org/officeDocument/2006/relationships/slideLayout" Target="/ppt/slideLayouts/slideLayout6.xml" Id="Rc523a5ce925242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780557c8404f46"/>
    <p:sldLayoutId xmlns:r="http://schemas.openxmlformats.org/officeDocument/2006/relationships" id="2147483650" r:id="Rb6012db1d01844fc"/>
    <p:sldLayoutId xmlns:r="http://schemas.openxmlformats.org/officeDocument/2006/relationships" id="2147483651" r:id="Rb0cbac3fe9744771"/>
    <p:sldLayoutId xmlns:r="http://schemas.openxmlformats.org/officeDocument/2006/relationships" id="2147483652" r:id="R0c05f53cacc44be5"/>
    <p:sldLayoutId xmlns:r="http://schemas.openxmlformats.org/officeDocument/2006/relationships" id="2147483653" r:id="Raca2884748ec4c55"/>
    <p:sldLayoutId xmlns:r="http://schemas.openxmlformats.org/officeDocument/2006/relationships" id="2147483654" r:id="Rc523a5ce925242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2ab24a03b44bb" /><Relationship Type="http://schemas.openxmlformats.org/officeDocument/2006/relationships/image" Target="/ppt/media/image.png" Id="Re5692d089ecb4d14" /><Relationship Type="http://schemas.openxmlformats.org/officeDocument/2006/relationships/notesSlide" Target="/ppt/notesSlides/notesSlide1.xml" Id="Rddfc4b8f45aa43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69b0561e84ce3" /><Relationship Type="http://schemas.openxmlformats.org/officeDocument/2006/relationships/image" Target="/ppt/media/image2.png" Id="R3118c0e9a07b4a6e" /><Relationship Type="http://schemas.openxmlformats.org/officeDocument/2006/relationships/notesSlide" Target="/ppt/notesSlides/notesSlide2.xml" Id="R156a42418067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d2cb95be34241" /><Relationship Type="http://schemas.openxmlformats.org/officeDocument/2006/relationships/image" Target="/ppt/media/image3.png" Id="R658d6eece1cb482d" /><Relationship Type="http://schemas.openxmlformats.org/officeDocument/2006/relationships/notesSlide" Target="/ppt/notesSlides/notesSlide3.xml" Id="R9f6567ac87df44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58b63a31c48e1" /><Relationship Type="http://schemas.openxmlformats.org/officeDocument/2006/relationships/image" Target="/ppt/media/image4.png" Id="Rd727ac959d7d4b31" /><Relationship Type="http://schemas.openxmlformats.org/officeDocument/2006/relationships/notesSlide" Target="/ppt/notesSlides/notesSlide4.xml" Id="R919bf16ef449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e6313097f421d" /><Relationship Type="http://schemas.openxmlformats.org/officeDocument/2006/relationships/image" Target="/ppt/media/image5.png" Id="R377f8171116644da" /><Relationship Type="http://schemas.openxmlformats.org/officeDocument/2006/relationships/notesSlide" Target="/ppt/notesSlides/notesSlide5.xml" Id="Re440512578ed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4a819c4254f4f" /><Relationship Type="http://schemas.openxmlformats.org/officeDocument/2006/relationships/image" Target="/ppt/media/image6.png" Id="Rde3bae0a554f4c59" /><Relationship Type="http://schemas.openxmlformats.org/officeDocument/2006/relationships/notesSlide" Target="/ppt/notesSlides/notesSlide6.xml" Id="R31e924455dab44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e489ba0fb40dd" /><Relationship Type="http://schemas.openxmlformats.org/officeDocument/2006/relationships/image" Target="/ppt/media/image7.png" Id="R847e86433b404277" /><Relationship Type="http://schemas.openxmlformats.org/officeDocument/2006/relationships/notesSlide" Target="/ppt/notesSlides/notesSlide7.xml" Id="Ra2d5be24157f40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aea8a87f44a13" /><Relationship Type="http://schemas.openxmlformats.org/officeDocument/2006/relationships/image" Target="/ppt/media/image8.png" Id="Rc046b6f4a7ae4069" /><Relationship Type="http://schemas.openxmlformats.org/officeDocument/2006/relationships/notesSlide" Target="/ppt/notesSlides/notesSlide8.xml" Id="Rd498da4af70b4f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e986b51c8e4a4d" /><Relationship Type="http://schemas.openxmlformats.org/officeDocument/2006/relationships/image" Target="/ppt/media/image9.png" Id="R5a9f9487ded74d63" /><Relationship Type="http://schemas.openxmlformats.org/officeDocument/2006/relationships/notesSlide" Target="/ppt/notesSlides/notesSlide9.xml" Id="R4f82b7621c1147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695537bec4d76" /><Relationship Type="http://schemas.openxmlformats.org/officeDocument/2006/relationships/image" Target="/ppt/media/image10.png" Id="R9263023d4d85415f" /><Relationship Type="http://schemas.openxmlformats.org/officeDocument/2006/relationships/notesSlide" Target="/ppt/notesSlides/notesSlide10.xml" Id="Reaa5aab5557543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06df72844489e" /><Relationship Type="http://schemas.openxmlformats.org/officeDocument/2006/relationships/image" Target="/ppt/media/image11.png" Id="Rf88b7c6612c54346" /><Relationship Type="http://schemas.openxmlformats.org/officeDocument/2006/relationships/notesSlide" Target="/ppt/notesSlides/notesSlide11.xml" Id="R595fb159784340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0504E-829A-493D-BFA1-596004735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92d089ecb4d1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71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DFBA1-EAC0-4035-A253-1B16D0EE1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8c0e9a07b4a6e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49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C801F-628A-4ACB-BA6E-4CB8D392C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d6eece1cb482d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182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E089-735A-4708-9AAC-EE0CEF590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7ac959d7d4b31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194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53FF3-EFCF-48D3-9005-7E6FE3965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8171116644da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30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F3A80-8402-4264-890B-636BC54E3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bae0a554f4c5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090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7777D-D564-4291-82EA-7FBA7324C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e86433b404277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6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907B4-2C06-457B-BAB9-3D2530EB5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6b6f4a7ae406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728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F488E-322B-4AD1-BF35-29DFA8DFF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f9487ded74d63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081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661FA-5B3F-4581-B9CA-7E09992D1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3023d4d85415f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88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AD57D-D762-4164-98B0-0C0AE7533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b7c6612c54346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7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2026-10-23T12:17:35.2830000Z</dcterms:created>
  <dcterms:modified xsi:type="dcterms:W3CDTF">2026-10-23T12:17:35.2830000Z</dcterms:modified>
</coreProperties>
</file>