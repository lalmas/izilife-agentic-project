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fbb9e43ae4fcf" /><Relationship Type="http://schemas.openxmlformats.org/officeDocument/2006/relationships/extended-properties" Target="/docProps/app.xml" Id="R20ec63d444df44a5" /><Relationship Type="http://schemas.openxmlformats.org/officeDocument/2006/relationships/officeDocument" Target="/ppt/presentation.xml" Id="R499e6c7e1bf6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d3667833643fe"/>
  </p:sldMasterIdLst>
  <p:notesMasterIdLst>
    <p:notesMasterId xmlns:r="http://schemas.openxmlformats.org/officeDocument/2006/relationships" r:id="R2e15cde7f7394914"/>
  </p:notesMasterIdLst>
  <p:sldIdLst>
    <p:sldId xmlns:r="http://schemas.openxmlformats.org/officeDocument/2006/relationships" id="256" r:id="R66f7b8f597f1444f"/>
    <p:sldId xmlns:r="http://schemas.openxmlformats.org/officeDocument/2006/relationships" id="257" r:id="Rcfff3e12ca034e75"/>
    <p:sldId xmlns:r="http://schemas.openxmlformats.org/officeDocument/2006/relationships" id="258" r:id="Ra0f73cc3037344c9"/>
    <p:sldId xmlns:r="http://schemas.openxmlformats.org/officeDocument/2006/relationships" id="259" r:id="R1ad85b41fcde4b69"/>
    <p:sldId xmlns:r="http://schemas.openxmlformats.org/officeDocument/2006/relationships" id="260" r:id="Ra13295600d354eb6"/>
    <p:sldId xmlns:r="http://schemas.openxmlformats.org/officeDocument/2006/relationships" id="261" r:id="R0548b435165b47ba"/>
    <p:sldId xmlns:r="http://schemas.openxmlformats.org/officeDocument/2006/relationships" id="262" r:id="Rf5bc468213dc4ea6"/>
    <p:sldId xmlns:r="http://schemas.openxmlformats.org/officeDocument/2006/relationships" id="263" r:id="R80d18320de9b4688"/>
    <p:sldId xmlns:r="http://schemas.openxmlformats.org/officeDocument/2006/relationships" id="264" r:id="Re95c2f1ef83c47ac"/>
    <p:sldId xmlns:r="http://schemas.openxmlformats.org/officeDocument/2006/relationships" id="265" r:id="Re04b5e22080345fa"/>
    <p:sldId xmlns:r="http://schemas.openxmlformats.org/officeDocument/2006/relationships" id="266" r:id="Rcbfbbfcd390d492a"/>
    <p:sldId xmlns:r="http://schemas.openxmlformats.org/officeDocument/2006/relationships" id="267" r:id="R8e2bbd6e3ca34048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3991ab153450e" /><Relationship Type="http://schemas.openxmlformats.org/officeDocument/2006/relationships/slideMaster" Target="/ppt/slideMasters/slideMaster1.xml" Id="Rd82d3667833643fe" /><Relationship Type="http://schemas.openxmlformats.org/officeDocument/2006/relationships/notesMaster" Target="/ppt/notesMasters/notesMaster1.xml" Id="R2e15cde7f7394914" /><Relationship Type="http://schemas.openxmlformats.org/officeDocument/2006/relationships/presProps" Target="/ppt/presProps.xml" Id="R899bd6af26bf4da5" /><Relationship Type="http://schemas.openxmlformats.org/officeDocument/2006/relationships/tableStyles" Target="/ppt/tableStyles.xml" Id="R5fdd1a076dcc4bd1" /><Relationship Type="http://schemas.openxmlformats.org/officeDocument/2006/relationships/slide" Target="/ppt/slides/slide1.xml" Id="R66f7b8f597f1444f" /><Relationship Type="http://schemas.openxmlformats.org/officeDocument/2006/relationships/slide" Target="/ppt/slides/slide2.xml" Id="Rcfff3e12ca034e75" /><Relationship Type="http://schemas.openxmlformats.org/officeDocument/2006/relationships/slide" Target="/ppt/slides/slide3.xml" Id="Ra0f73cc3037344c9" /><Relationship Type="http://schemas.openxmlformats.org/officeDocument/2006/relationships/slide" Target="/ppt/slides/slide4.xml" Id="R1ad85b41fcde4b69" /><Relationship Type="http://schemas.openxmlformats.org/officeDocument/2006/relationships/slide" Target="/ppt/slides/slide5.xml" Id="Ra13295600d354eb6" /><Relationship Type="http://schemas.openxmlformats.org/officeDocument/2006/relationships/slide" Target="/ppt/slides/slide6.xml" Id="R0548b435165b47ba" /><Relationship Type="http://schemas.openxmlformats.org/officeDocument/2006/relationships/slide" Target="/ppt/slides/slide7.xml" Id="Rf5bc468213dc4ea6" /><Relationship Type="http://schemas.openxmlformats.org/officeDocument/2006/relationships/slide" Target="/ppt/slides/slide8.xml" Id="R80d18320de9b4688" /><Relationship Type="http://schemas.openxmlformats.org/officeDocument/2006/relationships/slide" Target="/ppt/slides/slide9.xml" Id="Re95c2f1ef83c47ac" /><Relationship Type="http://schemas.openxmlformats.org/officeDocument/2006/relationships/slide" Target="/ppt/slides/slide10.xml" Id="Re04b5e22080345fa" /><Relationship Type="http://schemas.openxmlformats.org/officeDocument/2006/relationships/slide" Target="/ppt/slides/slide11.xml" Id="Rcbfbbfcd390d492a" /><Relationship Type="http://schemas.openxmlformats.org/officeDocument/2006/relationships/slide" Target="/ppt/slides/slide12.xml" Id="R8e2bbd6e3ca3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8502e8684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cfe9f6dfc24944" /><Relationship Type="http://schemas.openxmlformats.org/officeDocument/2006/relationships/notesMaster" Target="/ppt/notesMasters/notesMaster1.xml" Id="R430308f22c9a46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11948052d7418a" /><Relationship Type="http://schemas.openxmlformats.org/officeDocument/2006/relationships/notesMaster" Target="/ppt/notesMasters/notesMaster1.xml" Id="R85fd53e1b691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aa9bf47054a85" /><Relationship Type="http://schemas.openxmlformats.org/officeDocument/2006/relationships/notesMaster" Target="/ppt/notesMasters/notesMaster1.xml" Id="Red100e344baa4f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f0573703d4c76" /><Relationship Type="http://schemas.openxmlformats.org/officeDocument/2006/relationships/notesMaster" Target="/ppt/notesMasters/notesMaster1.xml" Id="R2bbb11b4b1b448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ade452b9c7423e" /><Relationship Type="http://schemas.openxmlformats.org/officeDocument/2006/relationships/notesMaster" Target="/ppt/notesMasters/notesMaster1.xml" Id="Rd4e93e7008d44e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d692035d454052" /><Relationship Type="http://schemas.openxmlformats.org/officeDocument/2006/relationships/notesMaster" Target="/ppt/notesMasters/notesMaster1.xml" Id="R19160c12bdce49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fbfc12a3cd45cd" /><Relationship Type="http://schemas.openxmlformats.org/officeDocument/2006/relationships/notesMaster" Target="/ppt/notesMasters/notesMaster1.xml" Id="Rdeb0c803f7f446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1bd8cd99f447a9" /><Relationship Type="http://schemas.openxmlformats.org/officeDocument/2006/relationships/notesMaster" Target="/ppt/notesMasters/notesMaster1.xml" Id="R59610f32644f42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e196a1dd344eb1" /><Relationship Type="http://schemas.openxmlformats.org/officeDocument/2006/relationships/notesMaster" Target="/ppt/notesMasters/notesMaster1.xml" Id="Rc37301ea67b94f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0a5b05cafd4320" /><Relationship Type="http://schemas.openxmlformats.org/officeDocument/2006/relationships/notesMaster" Target="/ppt/notesMasters/notesMaster1.xml" Id="R092f1bacd2eb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0602c574c94cc0" /><Relationship Type="http://schemas.openxmlformats.org/officeDocument/2006/relationships/notesMaster" Target="/ppt/notesMasters/notesMaster1.xml" Id="R9d4344a5d97646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d266394b604d88" /><Relationship Type="http://schemas.openxmlformats.org/officeDocument/2006/relationships/notesMaster" Target="/ppt/notesMasters/notesMaster1.xml" Id="R4c12c47c70ce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8e97176a743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0e154e94a43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e92d49fd348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c111fcd804f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33965d95441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fa992e4a4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0AFC84-1221-4F12-A0BE-F8B03A2E0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27CF20-8940-4314-8328-39A264F60A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FAEA32-43A3-4462-9233-C70091C0B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67CBFE-09FC-4AD8-8A6A-4671FC9F5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140EC2-D459-4B15-AF25-402EC6955A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69B854-BCF2-4BBF-B0F8-1611A13D6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9107ED-8A6B-402A-BD12-8171E671AE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AF7411-BB0D-4D1B-9E3E-DDC02831C5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FB4742-C039-4D28-8F6D-8F328B1D0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98AA00-B46D-4C99-BB1E-BFF5DB2148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6d5e560be4f47" /><Relationship Type="http://schemas.openxmlformats.org/officeDocument/2006/relationships/slideLayout" Target="/ppt/slideLayouts/slideLayout1.xml" Id="R06faccd3513c4ff7" /><Relationship Type="http://schemas.openxmlformats.org/officeDocument/2006/relationships/slideLayout" Target="/ppt/slideLayouts/slideLayout2.xml" Id="Rdf6039dbbaa648c6" /><Relationship Type="http://schemas.openxmlformats.org/officeDocument/2006/relationships/slideLayout" Target="/ppt/slideLayouts/slideLayout3.xml" Id="Rd35bed03da4f47ea" /><Relationship Type="http://schemas.openxmlformats.org/officeDocument/2006/relationships/slideLayout" Target="/ppt/slideLayouts/slideLayout4.xml" Id="Rb4892f6f0219425a" /><Relationship Type="http://schemas.openxmlformats.org/officeDocument/2006/relationships/slideLayout" Target="/ppt/slideLayouts/slideLayout5.xml" Id="Rffd4369503904005" /><Relationship Type="http://schemas.openxmlformats.org/officeDocument/2006/relationships/slideLayout" Target="/ppt/slideLayouts/slideLayout6.xml" Id="R84031feadf70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accd3513c4ff7"/>
    <p:sldLayoutId xmlns:r="http://schemas.openxmlformats.org/officeDocument/2006/relationships" id="2147483650" r:id="Rdf6039dbbaa648c6"/>
    <p:sldLayoutId xmlns:r="http://schemas.openxmlformats.org/officeDocument/2006/relationships" id="2147483651" r:id="Rd35bed03da4f47ea"/>
    <p:sldLayoutId xmlns:r="http://schemas.openxmlformats.org/officeDocument/2006/relationships" id="2147483652" r:id="Rb4892f6f0219425a"/>
    <p:sldLayoutId xmlns:r="http://schemas.openxmlformats.org/officeDocument/2006/relationships" id="2147483653" r:id="Rffd4369503904005"/>
    <p:sldLayoutId xmlns:r="http://schemas.openxmlformats.org/officeDocument/2006/relationships" id="2147483654" r:id="R84031feadf70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da7d71ac54f92" /><Relationship Type="http://schemas.openxmlformats.org/officeDocument/2006/relationships/image" Target="/ppt/media/image.png" Id="R807960fdbb1f44aa" /><Relationship Type="http://schemas.openxmlformats.org/officeDocument/2006/relationships/notesSlide" Target="/ppt/notesSlides/notesSlide1.xml" Id="R66cb473abe30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a081608a44961" /><Relationship Type="http://schemas.openxmlformats.org/officeDocument/2006/relationships/image" Target="/ppt/media/image2.png" Id="R1efe7c365efb49cb" /><Relationship Type="http://schemas.openxmlformats.org/officeDocument/2006/relationships/notesSlide" Target="/ppt/notesSlides/notesSlide2.xml" Id="R8ec7e091a6c7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27798c3654aaf" /><Relationship Type="http://schemas.openxmlformats.org/officeDocument/2006/relationships/image" Target="/ppt/media/image3.png" Id="Rfafad8965bd643ee" /><Relationship Type="http://schemas.openxmlformats.org/officeDocument/2006/relationships/notesSlide" Target="/ppt/notesSlides/notesSlide3.xml" Id="R34bb23ccc4cd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367737e6641ff" /><Relationship Type="http://schemas.openxmlformats.org/officeDocument/2006/relationships/image" Target="/ppt/media/image4.png" Id="R95db74b6cd7b4681" /><Relationship Type="http://schemas.openxmlformats.org/officeDocument/2006/relationships/notesSlide" Target="/ppt/notesSlides/notesSlide4.xml" Id="R4170b955239d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bde3c05bf4737" /><Relationship Type="http://schemas.openxmlformats.org/officeDocument/2006/relationships/image" Target="/ppt/media/image5.png" Id="R6220e1ea8e9d45ab" /><Relationship Type="http://schemas.openxmlformats.org/officeDocument/2006/relationships/notesSlide" Target="/ppt/notesSlides/notesSlide5.xml" Id="R95f333f41def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9aea39dba4971" /><Relationship Type="http://schemas.openxmlformats.org/officeDocument/2006/relationships/image" Target="/ppt/media/image6.png" Id="R58e643971f224a5a" /><Relationship Type="http://schemas.openxmlformats.org/officeDocument/2006/relationships/notesSlide" Target="/ppt/notesSlides/notesSlide6.xml" Id="Rbcf97c624837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b762c578d4c17" /><Relationship Type="http://schemas.openxmlformats.org/officeDocument/2006/relationships/image" Target="/ppt/media/image7.png" Id="R58719c053e044a4f" /><Relationship Type="http://schemas.openxmlformats.org/officeDocument/2006/relationships/notesSlide" Target="/ppt/notesSlides/notesSlide7.xml" Id="Rcd5033e4968447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3edbd21f3419f" /><Relationship Type="http://schemas.openxmlformats.org/officeDocument/2006/relationships/image" Target="/ppt/media/image8.png" Id="R77e1656cfd8b48ef" /><Relationship Type="http://schemas.openxmlformats.org/officeDocument/2006/relationships/notesSlide" Target="/ppt/notesSlides/notesSlide8.xml" Id="Rbe4835261ab240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5289df5334f64" /><Relationship Type="http://schemas.openxmlformats.org/officeDocument/2006/relationships/image" Target="/ppt/media/image9.png" Id="Rdcaea86900e94944" /><Relationship Type="http://schemas.openxmlformats.org/officeDocument/2006/relationships/notesSlide" Target="/ppt/notesSlides/notesSlide9.xml" Id="R44c5e4698e524a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a4402f74d48b1" /><Relationship Type="http://schemas.openxmlformats.org/officeDocument/2006/relationships/image" Target="/ppt/media/image10.png" Id="Rab32e3bce9bc46e8" /><Relationship Type="http://schemas.openxmlformats.org/officeDocument/2006/relationships/notesSlide" Target="/ppt/notesSlides/notesSlide10.xml" Id="R68632c2a221a4e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1bac59c4b4775" /><Relationship Type="http://schemas.openxmlformats.org/officeDocument/2006/relationships/image" Target="/ppt/media/image11.png" Id="Rf78a9cd42d384c69" /><Relationship Type="http://schemas.openxmlformats.org/officeDocument/2006/relationships/notesSlide" Target="/ppt/notesSlides/notesSlide11.xml" Id="R3123df15d9ea4d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a156c1a12438c" /><Relationship Type="http://schemas.openxmlformats.org/officeDocument/2006/relationships/image" Target="/ppt/media/image12.png" Id="R658a6086ef8b45a0" /><Relationship Type="http://schemas.openxmlformats.org/officeDocument/2006/relationships/notesSlide" Target="/ppt/notesSlides/notesSlide12.xml" Id="Rdfff09c64ebe45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532C3-38AB-4280-AA11-099C67D30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960fdbb1f44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517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33930-8D81-4C8F-9D48-8D8CEA3A5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e7c365efb49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3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A12D4-DB90-4BB5-B04C-9D0E982A02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ad8965bd643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94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2AF2F-E80E-490A-B1F2-96BB3764B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b74b6cd7b46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440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2E149-B210-4B48-8F7E-F4B4FB5F8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0e1ea8e9d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976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77B1-C8FD-47B4-9034-8CBCB654E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643971f224a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29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C1844-F327-4287-90C7-E890B8A7D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19c053e044a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66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372DC-FD77-43D6-B788-D2F565F034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1656cfd8b48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772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7CC7A-607F-42B1-9A39-714D1BBEC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ea86900e949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59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B1F1F-07B6-477F-809A-152814279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2e3bce9bc46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460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0BBE8-B628-4164-8EB3-D14C43F91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a9cd42d384c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11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0DC20-7119-413B-BBA5-53A72DE29A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a6086ef8b45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19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2026-10-23T19:24:50.7270000Z</dcterms:created>
  <dcterms:modified xsi:type="dcterms:W3CDTF">2026-10-23T19:24:50.7270000Z</dcterms:modified>
</coreProperties>
</file>