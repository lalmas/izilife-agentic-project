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e39f338c14dbe" /><Relationship Type="http://schemas.openxmlformats.org/officeDocument/2006/relationships/extended-properties" Target="/docProps/app.xml" Id="Rcc4a7b2658914cbd" /><Relationship Type="http://schemas.openxmlformats.org/officeDocument/2006/relationships/officeDocument" Target="/ppt/presentation.xml" Id="R6435171900d0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423955f9b445b"/>
  </p:sldMasterIdLst>
  <p:notesMasterIdLst>
    <p:notesMasterId xmlns:r="http://schemas.openxmlformats.org/officeDocument/2006/relationships" r:id="Re7c9e07992214e6d"/>
  </p:notesMasterIdLst>
  <p:sldIdLst>
    <p:sldId xmlns:r="http://schemas.openxmlformats.org/officeDocument/2006/relationships" id="256" r:id="Re308ec1d9ed148f6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9a75996f444bdf" /><Relationship Type="http://schemas.openxmlformats.org/officeDocument/2006/relationships/slideMaster" Target="/ppt/slideMasters/slideMaster1.xml" Id="R30e423955f9b445b" /><Relationship Type="http://schemas.openxmlformats.org/officeDocument/2006/relationships/notesMaster" Target="/ppt/notesMasters/notesMaster1.xml" Id="Re7c9e07992214e6d" /><Relationship Type="http://schemas.openxmlformats.org/officeDocument/2006/relationships/presProps" Target="/ppt/presProps.xml" Id="Rdf07b189345d4899" /><Relationship Type="http://schemas.openxmlformats.org/officeDocument/2006/relationships/tableStyles" Target="/ppt/tableStyles.xml" Id="Rb691e19553484fd8" /><Relationship Type="http://schemas.openxmlformats.org/officeDocument/2006/relationships/slide" Target="/ppt/slides/slide1.xml" Id="Re308ec1d9ed1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0da8b66e3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b5766138194087" /><Relationship Type="http://schemas.openxmlformats.org/officeDocument/2006/relationships/notesMaster" Target="/ppt/notesMasters/notesMaster1.xml" Id="R156c4f790014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d9622e7ca46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900ef47c54c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026ea97ed4f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790c544924a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cae1238af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ff62ae858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27448-5727-44F3-8D86-4020D5DE0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100969-E045-4242-97F2-65582D0627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C92951-986C-4CA8-A5C4-5BD1692DF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A8592-D4D8-4BEB-B689-7050678CD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32045C-BA91-48C8-A98D-E3E30320C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D5E84B-DA66-4474-9260-81B5C96F7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79D9F1-9B86-4903-9FAA-9851CB1C0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1A7671-50A6-4CBC-8975-64B39AC921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3820F-4EA8-4634-BF38-CD7E3DEB6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D4B840-ABAC-4109-890C-AC1BA1EFC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c7e60afc04027" /><Relationship Type="http://schemas.openxmlformats.org/officeDocument/2006/relationships/slideLayout" Target="/ppt/slideLayouts/slideLayout1.xml" Id="R9431d9d850d145aa" /><Relationship Type="http://schemas.openxmlformats.org/officeDocument/2006/relationships/slideLayout" Target="/ppt/slideLayouts/slideLayout2.xml" Id="R2a85c18accc149ee" /><Relationship Type="http://schemas.openxmlformats.org/officeDocument/2006/relationships/slideLayout" Target="/ppt/slideLayouts/slideLayout3.xml" Id="R2d6ea7123d8945fb" /><Relationship Type="http://schemas.openxmlformats.org/officeDocument/2006/relationships/slideLayout" Target="/ppt/slideLayouts/slideLayout4.xml" Id="Rb90d270a957e4159" /><Relationship Type="http://schemas.openxmlformats.org/officeDocument/2006/relationships/slideLayout" Target="/ppt/slideLayouts/slideLayout5.xml" Id="R16f4f961db084595" /><Relationship Type="http://schemas.openxmlformats.org/officeDocument/2006/relationships/slideLayout" Target="/ppt/slideLayouts/slideLayout6.xml" Id="R9e9d89fde94b4b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1d9d850d145aa"/>
    <p:sldLayoutId xmlns:r="http://schemas.openxmlformats.org/officeDocument/2006/relationships" id="2147483650" r:id="R2a85c18accc149ee"/>
    <p:sldLayoutId xmlns:r="http://schemas.openxmlformats.org/officeDocument/2006/relationships" id="2147483651" r:id="R2d6ea7123d8945fb"/>
    <p:sldLayoutId xmlns:r="http://schemas.openxmlformats.org/officeDocument/2006/relationships" id="2147483652" r:id="Rb90d270a957e4159"/>
    <p:sldLayoutId xmlns:r="http://schemas.openxmlformats.org/officeDocument/2006/relationships" id="2147483653" r:id="R16f4f961db084595"/>
    <p:sldLayoutId xmlns:r="http://schemas.openxmlformats.org/officeDocument/2006/relationships" id="2147483654" r:id="R9e9d89fde94b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0d48d4b924e89" /><Relationship Type="http://schemas.openxmlformats.org/officeDocument/2006/relationships/image" Target="/ppt/media/image.png" Id="R71b0cb1016544d3e" /><Relationship Type="http://schemas.openxmlformats.org/officeDocument/2006/relationships/notesSlide" Target="/ppt/notesSlides/notesSlide1.xml" Id="R21b67664c24846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88E22-D1A1-4290-9131-7BF7173FB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0cb1016544d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22AEE0E8-0EA5-4F60-AF6E-9CDA4E8A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7239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82000"/>
                </a:srgbClr>
              </a:gs>
              <a:gs pos="50000">
                <a:srgbClr val="071829">
                  <a:alpha val="52000"/>
                </a:srgbClr>
              </a:gs>
              <a:gs pos="100000">
                <a:srgbClr val="071829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2C8C7E82-6047-4C3F-BD81-92AFFE0B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668250"/>
            <a:ext cx="10287000" cy="5619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2000">
                <a:srgbClr val="071829">
                  <a:alpha val="65000"/>
                </a:srgbClr>
              </a:gs>
              <a:gs pos="100000">
                <a:srgbClr val="071829">
                  <a:alpha val="9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Logo blanc">
            <a:extLst xmlns:a="http://schemas.openxmlformats.org/drawingml/2006/main">
              <a:ext uri="{FF2B5EF4-FFF2-40B4-BE49-F238E27FC236}">
                <a16:creationId xmlns:a16="http://schemas.microsoft.com/office/drawing/2014/main" id="{F182943C-8EC3-4210-89C6-99EA803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5" name="Logo vert">
            <a:extLst xmlns:a="http://schemas.openxmlformats.org/drawingml/2006/main">
              <a:ext uri="{FF2B5EF4-FFF2-40B4-BE49-F238E27FC236}">
                <a16:creationId xmlns:a16="http://schemas.microsoft.com/office/drawing/2014/main" id="{694E1CD1-20F8-4876-8E22-B71E1E4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8D29A"/>
                </a:solidFill>
              </a:defRPr>
            </a:defPPr>
            <a:lvl1pPr algn="l">
              <a:defRPr sz="2325" b="1">
                <a:solidFill>
                  <a:srgbClr val="18D29A"/>
                </a:solidFill>
              </a:defRPr>
            </a:lvl1pPr>
            <a:lvl2pPr algn="l">
              <a:defRPr sz="2325" b="1">
                <a:solidFill>
                  <a:srgbClr val="18D29A"/>
                </a:solidFill>
              </a:defRPr>
            </a:lvl2pPr>
            <a:lvl3pPr algn="l">
              <a:defRPr sz="2325" b="1">
                <a:solidFill>
                  <a:srgbClr val="18D29A"/>
                </a:solidFill>
              </a:defRPr>
            </a:lvl3pPr>
            <a:lvl4pPr algn="l">
              <a:defRPr sz="2325" b="1">
                <a:solidFill>
                  <a:srgbClr val="18D29A"/>
                </a:solidFill>
              </a:defRPr>
            </a:lvl4pPr>
            <a:lvl5pPr algn="l">
              <a:defRPr sz="2325" b="1">
                <a:solidFill>
                  <a:srgbClr val="18D29A"/>
                </a:solidFill>
              </a:defRPr>
            </a:lvl5pPr>
            <a:lvl6pPr algn="l">
              <a:defRPr sz="2325" b="1">
                <a:solidFill>
                  <a:srgbClr val="18D29A"/>
                </a:solidFill>
              </a:defRPr>
            </a:lvl6pPr>
            <a:lvl7pPr algn="l">
              <a:defRPr sz="2325" b="1">
                <a:solidFill>
                  <a:srgbClr val="18D29A"/>
                </a:solidFill>
              </a:defRPr>
            </a:lvl7pPr>
            <a:lvl8pPr algn="l">
              <a:defRPr sz="2325" b="1">
                <a:solidFill>
                  <a:srgbClr val="18D29A"/>
                </a:solidFill>
              </a:defRPr>
            </a:lvl8pPr>
            <a:lvl9pPr algn="l">
              <a:defRPr sz="232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D29A"/>
                </a:solidFill>
              </a:defRPr>
            </a:pPr>
            <a:r>
              <a:rPr sz="232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6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AB5F8395-CB55-47A0-AE0E-A9A3587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7" name="Pastille familles">
            <a:extLst xmlns:a="http://schemas.openxmlformats.org/drawingml/2006/main">
              <a:ext uri="{FF2B5EF4-FFF2-40B4-BE49-F238E27FC236}">
                <a16:creationId xmlns:a16="http://schemas.microsoft.com/office/drawing/2014/main" id="{74B23A78-1B0E-4428-B253-33EED12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571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9882F0C1-6FB4-4F33-B7DF-825434F1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71829"/>
                </a:solidFill>
              </a:defRPr>
            </a:defPPr>
            <a:lvl1pPr algn="ctr">
              <a:defRPr sz="1725" b="1">
                <a:solidFill>
                  <a:srgbClr val="071829"/>
                </a:solidFill>
              </a:defRPr>
            </a:lvl1pPr>
            <a:lvl2pPr algn="ctr">
              <a:defRPr sz="1725" b="1">
                <a:solidFill>
                  <a:srgbClr val="071829"/>
                </a:solidFill>
              </a:defRPr>
            </a:lvl2pPr>
            <a:lvl3pPr algn="ctr">
              <a:defRPr sz="1725" b="1">
                <a:solidFill>
                  <a:srgbClr val="071829"/>
                </a:solidFill>
              </a:defRPr>
            </a:lvl3pPr>
            <a:lvl4pPr algn="ctr">
              <a:defRPr sz="1725" b="1">
                <a:solidFill>
                  <a:srgbClr val="071829"/>
                </a:solidFill>
              </a:defRPr>
            </a:lvl4pPr>
            <a:lvl5pPr algn="ctr">
              <a:defRPr sz="1725" b="1">
                <a:solidFill>
                  <a:srgbClr val="071829"/>
                </a:solidFill>
              </a:defRPr>
            </a:lvl5pPr>
            <a:lvl6pPr algn="ctr">
              <a:defRPr sz="1725" b="1">
                <a:solidFill>
                  <a:srgbClr val="071829"/>
                </a:solidFill>
              </a:defRPr>
            </a:lvl6pPr>
            <a:lvl7pPr algn="ctr">
              <a:defRPr sz="1725" b="1">
                <a:solidFill>
                  <a:srgbClr val="071829"/>
                </a:solidFill>
              </a:defRPr>
            </a:lvl7pPr>
            <a:lvl8pPr algn="ctr">
              <a:defRPr sz="1725" b="1">
                <a:solidFill>
                  <a:srgbClr val="071829"/>
                </a:solidFill>
              </a:defRPr>
            </a:lvl8pPr>
            <a:lvl9pPr algn="ctr">
              <a:defRPr sz="17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71829"/>
                </a:solidFill>
              </a:defRPr>
            </a:pPr>
            <a:r>
              <a:rPr sz="1725" b="1">
                <a:solidFill>
                  <a:srgbClr val="071829"/>
                </a:solidFill>
              </a:rPr>
              <a:t>SPÉCIAL FAMILLES</a:t>
            </a:r>
          </a:p>
        </p:txBody>
      </p:sp>
      <p:sp>
        <p:nvSpPr>
          <p:cNvPr id="9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B27527BB-BC19-4B07-B560-53238479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9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CETTE SEMAINE,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ON FAIT QUOI ?</a:t>
            </a:r>
          </a:p>
        </p:txBody>
      </p:sp>
      <p:sp>
        <p:nvSpPr>
          <p:cNvPr id="10" name="Sous-titre">
            <a:extLst xmlns:a="http://schemas.openxmlformats.org/drawingml/2006/main">
              <a:ext uri="{FF2B5EF4-FFF2-40B4-BE49-F238E27FC236}">
                <a16:creationId xmlns:a16="http://schemas.microsoft.com/office/drawing/2014/main" id="{000E0D59-2E49-408C-AA4D-8C1341FF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Tous les événements et activités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avec enfants autour de vous.</a:t>
            </a:r>
          </a:p>
        </p:txBody>
      </p:sp>
      <p:sp>
        <p:nvSpPr>
          <p:cNvPr id="11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1D5715F4-4060-4750-96A4-D379FDD6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F4C4FB2A-ABCE-4E94-B892-E8A2A326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686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071829"/>
                </a:solidFill>
              </a:defRPr>
            </a:defPPr>
            <a:lvl1pPr algn="ctr">
              <a:defRPr sz="4050" b="1">
                <a:solidFill>
                  <a:srgbClr val="071829"/>
                </a:solidFill>
              </a:defRPr>
            </a:lvl1pPr>
            <a:lvl2pPr algn="ctr">
              <a:defRPr sz="4050" b="1">
                <a:solidFill>
                  <a:srgbClr val="071829"/>
                </a:solidFill>
              </a:defRPr>
            </a:lvl2pPr>
            <a:lvl3pPr algn="ctr">
              <a:defRPr sz="4050" b="1">
                <a:solidFill>
                  <a:srgbClr val="071829"/>
                </a:solidFill>
              </a:defRPr>
            </a:lvl3pPr>
            <a:lvl4pPr algn="ctr">
              <a:defRPr sz="4050" b="1">
                <a:solidFill>
                  <a:srgbClr val="071829"/>
                </a:solidFill>
              </a:defRPr>
            </a:lvl4pPr>
            <a:lvl5pPr algn="ctr">
              <a:defRPr sz="4050" b="1">
                <a:solidFill>
                  <a:srgbClr val="071829"/>
                </a:solidFill>
              </a:defRPr>
            </a:lvl5pPr>
            <a:lvl6pPr algn="ctr">
              <a:defRPr sz="4050" b="1">
                <a:solidFill>
                  <a:srgbClr val="071829"/>
                </a:solidFill>
              </a:defRPr>
            </a:lvl6pPr>
            <a:lvl7pPr algn="ctr">
              <a:defRPr sz="4050" b="1">
                <a:solidFill>
                  <a:srgbClr val="071829"/>
                </a:solidFill>
              </a:defRPr>
            </a:lvl7pPr>
            <a:lvl8pPr algn="ctr">
              <a:defRPr sz="4050" b="1">
                <a:solidFill>
                  <a:srgbClr val="071829"/>
                </a:solidFill>
              </a:defRPr>
            </a:lvl8pPr>
            <a:lvl9pPr algn="ctr">
              <a:defRPr sz="40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071829"/>
                </a:solidFill>
              </a:defRPr>
            </a:pPr>
            <a:r>
              <a:rPr sz="405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3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62732813-113F-469C-8A5E-988ED36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59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OUVRIR L’AGENDA FAMILLES</a:t>
            </a:r>
          </a:p>
        </p:txBody>
      </p:sp>
      <p:sp>
        <p:nvSpPr>
          <p:cNvPr id="14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50550E29-9756-4BCE-BCA7-2B25AE0C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40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496688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2026-10-21T06:21:00.3390000Z</dcterms:created>
  <dcterms:modified xsi:type="dcterms:W3CDTF">2026-10-21T06:21:00.3390000Z</dcterms:modified>
</coreProperties>
</file>