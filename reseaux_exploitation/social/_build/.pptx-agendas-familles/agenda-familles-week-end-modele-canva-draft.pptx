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340dc955cc4854" /><Relationship Type="http://schemas.openxmlformats.org/officeDocument/2006/relationships/extended-properties" Target="/docProps/app.xml" Id="R15293fe46dd4461a" /><Relationship Type="http://schemas.openxmlformats.org/officeDocument/2006/relationships/officeDocument" Target="/ppt/presentation.xml" Id="Rab4c72f3ecb84a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012b218720454f"/>
  </p:sldMasterIdLst>
  <p:notesMasterIdLst>
    <p:notesMasterId xmlns:r="http://schemas.openxmlformats.org/officeDocument/2006/relationships" r:id="R76046927646a4aee"/>
  </p:notesMasterIdLst>
  <p:sldIdLst>
    <p:sldId xmlns:r="http://schemas.openxmlformats.org/officeDocument/2006/relationships" id="256" r:id="Rd52707ff7df94628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632f14d0f141cb" /><Relationship Type="http://schemas.openxmlformats.org/officeDocument/2006/relationships/slideMaster" Target="/ppt/slideMasters/slideMaster1.xml" Id="Rd4012b218720454f" /><Relationship Type="http://schemas.openxmlformats.org/officeDocument/2006/relationships/notesMaster" Target="/ppt/notesMasters/notesMaster1.xml" Id="R76046927646a4aee" /><Relationship Type="http://schemas.openxmlformats.org/officeDocument/2006/relationships/presProps" Target="/ppt/presProps.xml" Id="R7c042c0d20e94013" /><Relationship Type="http://schemas.openxmlformats.org/officeDocument/2006/relationships/tableStyles" Target="/ppt/tableStyles.xml" Id="R5eafd98289e74740" /><Relationship Type="http://schemas.openxmlformats.org/officeDocument/2006/relationships/slide" Target="/ppt/slides/slide1.xml" Id="Rd52707ff7df946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e0b3ac37aa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79276254c94c32" /><Relationship Type="http://schemas.openxmlformats.org/officeDocument/2006/relationships/notesMaster" Target="/ppt/notesMasters/notesMaster1.xml" Id="Rba943b1ac649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a399872ff45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8900b94a943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fec5f2e3647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825576ead49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8c9dce1934d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e1678f21148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D12D85-79BA-4B77-957F-A16CCBC12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AF8B29-5BA2-4DB6-9277-2BC2B8647F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58AF82-2E5E-4AD7-8F3F-065012713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011BBA-8474-4909-8111-0B38F18FF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5A6E36-782D-4CD6-87BD-6ECD5FFA8F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2C1B37-CFBB-4842-9C49-6B3F82AD3C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3E92E6-78B8-476F-8868-2485AA55F4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D58EF1-E5EF-44AD-9DD2-32678D6A5F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87F70F-F022-48FD-86B1-7768279E3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10B83B-3C2A-4F6F-95C0-0D88FFA57B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4b51ce94b24b8e" /><Relationship Type="http://schemas.openxmlformats.org/officeDocument/2006/relationships/slideLayout" Target="/ppt/slideLayouts/slideLayout1.xml" Id="R4dc9744c75ba4501" /><Relationship Type="http://schemas.openxmlformats.org/officeDocument/2006/relationships/slideLayout" Target="/ppt/slideLayouts/slideLayout2.xml" Id="R8e5f43b03f6845d7" /><Relationship Type="http://schemas.openxmlformats.org/officeDocument/2006/relationships/slideLayout" Target="/ppt/slideLayouts/slideLayout3.xml" Id="R3b5ba35ef3734d7e" /><Relationship Type="http://schemas.openxmlformats.org/officeDocument/2006/relationships/slideLayout" Target="/ppt/slideLayouts/slideLayout4.xml" Id="R1e8f4882700f4223" /><Relationship Type="http://schemas.openxmlformats.org/officeDocument/2006/relationships/slideLayout" Target="/ppt/slideLayouts/slideLayout5.xml" Id="Re083d2c804af42bd" /><Relationship Type="http://schemas.openxmlformats.org/officeDocument/2006/relationships/slideLayout" Target="/ppt/slideLayouts/slideLayout6.xml" Id="R603011f05dde4c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c9744c75ba4501"/>
    <p:sldLayoutId xmlns:r="http://schemas.openxmlformats.org/officeDocument/2006/relationships" id="2147483650" r:id="R8e5f43b03f6845d7"/>
    <p:sldLayoutId xmlns:r="http://schemas.openxmlformats.org/officeDocument/2006/relationships" id="2147483651" r:id="R3b5ba35ef3734d7e"/>
    <p:sldLayoutId xmlns:r="http://schemas.openxmlformats.org/officeDocument/2006/relationships" id="2147483652" r:id="R1e8f4882700f4223"/>
    <p:sldLayoutId xmlns:r="http://schemas.openxmlformats.org/officeDocument/2006/relationships" id="2147483653" r:id="Re083d2c804af42bd"/>
    <p:sldLayoutId xmlns:r="http://schemas.openxmlformats.org/officeDocument/2006/relationships" id="2147483654" r:id="R603011f05dde4c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d37c5f8e114485" /><Relationship Type="http://schemas.openxmlformats.org/officeDocument/2006/relationships/image" Target="/ppt/media/image.png" Id="R4262c2ff85254711" /><Relationship Type="http://schemas.openxmlformats.org/officeDocument/2006/relationships/notesSlide" Target="/ppt/notesSlides/notesSlide1.xml" Id="R7f16e53847ea48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B95CA-760F-474B-A1A9-B85ADD02C4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2c2ff852547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DEDA54AD-D538-4A52-B556-A350C400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7239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82000"/>
                </a:srgbClr>
              </a:gs>
              <a:gs pos="50000">
                <a:srgbClr val="071829">
                  <a:alpha val="52000"/>
                </a:srgbClr>
              </a:gs>
              <a:gs pos="100000">
                <a:srgbClr val="071829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2037BAD7-306B-43F3-A294-429640BF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668250"/>
            <a:ext cx="10287000" cy="5619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2000">
                <a:srgbClr val="071829">
                  <a:alpha val="65000"/>
                </a:srgbClr>
              </a:gs>
              <a:gs pos="100000">
                <a:srgbClr val="071829">
                  <a:alpha val="94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Logo blanc">
            <a:extLst xmlns:a="http://schemas.openxmlformats.org/drawingml/2006/main">
              <a:ext uri="{FF2B5EF4-FFF2-40B4-BE49-F238E27FC236}">
                <a16:creationId xmlns:a16="http://schemas.microsoft.com/office/drawing/2014/main" id="{626079B0-33B0-471F-8067-8ECA45DE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</a:defRPr>
            </a:defPPr>
            <a:lvl1pPr algn="l">
              <a:defRPr sz="2325" b="1">
                <a:solidFill>
                  <a:srgbClr val="FFFFFF"/>
                </a:solidFill>
              </a:defRPr>
            </a:lvl1pPr>
            <a:lvl2pPr algn="l">
              <a:defRPr sz="2325" b="1">
                <a:solidFill>
                  <a:srgbClr val="FFFFFF"/>
                </a:solidFill>
              </a:defRPr>
            </a:lvl2pPr>
            <a:lvl3pPr algn="l">
              <a:defRPr sz="2325" b="1">
                <a:solidFill>
                  <a:srgbClr val="FFFFFF"/>
                </a:solidFill>
              </a:defRPr>
            </a:lvl3pPr>
            <a:lvl4pPr algn="l">
              <a:defRPr sz="2325" b="1">
                <a:solidFill>
                  <a:srgbClr val="FFFFFF"/>
                </a:solidFill>
              </a:defRPr>
            </a:lvl4pPr>
            <a:lvl5pPr algn="l">
              <a:defRPr sz="2325" b="1">
                <a:solidFill>
                  <a:srgbClr val="FFFFFF"/>
                </a:solidFill>
              </a:defRPr>
            </a:lvl5pPr>
            <a:lvl6pPr algn="l">
              <a:defRPr sz="2325" b="1">
                <a:solidFill>
                  <a:srgbClr val="FFFFFF"/>
                </a:solidFill>
              </a:defRPr>
            </a:lvl6pPr>
            <a:lvl7pPr algn="l">
              <a:defRPr sz="2325" b="1">
                <a:solidFill>
                  <a:srgbClr val="FFFFFF"/>
                </a:solidFill>
              </a:defRPr>
            </a:lvl7pPr>
            <a:lvl8pPr algn="l">
              <a:defRPr sz="2325" b="1">
                <a:solidFill>
                  <a:srgbClr val="FFFFFF"/>
                </a:solidFill>
              </a:defRPr>
            </a:lvl8pPr>
            <a:lvl9pPr algn="l"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5" name="Logo vert">
            <a:extLst xmlns:a="http://schemas.openxmlformats.org/drawingml/2006/main">
              <a:ext uri="{FF2B5EF4-FFF2-40B4-BE49-F238E27FC236}">
                <a16:creationId xmlns:a16="http://schemas.microsoft.com/office/drawing/2014/main" id="{54BDD52F-5429-4764-9499-15424B37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8D29A"/>
                </a:solidFill>
              </a:defRPr>
            </a:defPPr>
            <a:lvl1pPr algn="l">
              <a:defRPr sz="2325" b="1">
                <a:solidFill>
                  <a:srgbClr val="18D29A"/>
                </a:solidFill>
              </a:defRPr>
            </a:lvl1pPr>
            <a:lvl2pPr algn="l">
              <a:defRPr sz="2325" b="1">
                <a:solidFill>
                  <a:srgbClr val="18D29A"/>
                </a:solidFill>
              </a:defRPr>
            </a:lvl2pPr>
            <a:lvl3pPr algn="l">
              <a:defRPr sz="2325" b="1">
                <a:solidFill>
                  <a:srgbClr val="18D29A"/>
                </a:solidFill>
              </a:defRPr>
            </a:lvl3pPr>
            <a:lvl4pPr algn="l">
              <a:defRPr sz="2325" b="1">
                <a:solidFill>
                  <a:srgbClr val="18D29A"/>
                </a:solidFill>
              </a:defRPr>
            </a:lvl4pPr>
            <a:lvl5pPr algn="l">
              <a:defRPr sz="2325" b="1">
                <a:solidFill>
                  <a:srgbClr val="18D29A"/>
                </a:solidFill>
              </a:defRPr>
            </a:lvl5pPr>
            <a:lvl6pPr algn="l">
              <a:defRPr sz="2325" b="1">
                <a:solidFill>
                  <a:srgbClr val="18D29A"/>
                </a:solidFill>
              </a:defRPr>
            </a:lvl6pPr>
            <a:lvl7pPr algn="l">
              <a:defRPr sz="2325" b="1">
                <a:solidFill>
                  <a:srgbClr val="18D29A"/>
                </a:solidFill>
              </a:defRPr>
            </a:lvl7pPr>
            <a:lvl8pPr algn="l">
              <a:defRPr sz="2325" b="1">
                <a:solidFill>
                  <a:srgbClr val="18D29A"/>
                </a:solidFill>
              </a:defRPr>
            </a:lvl8pPr>
            <a:lvl9pPr algn="l">
              <a:defRPr sz="2325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D29A"/>
                </a:solidFill>
              </a:defRPr>
            </a:pPr>
            <a:r>
              <a:rPr sz="2325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6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9A2129A0-BF9F-4676-9CD0-8E9CE56B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</a:defRPr>
            </a:defPPr>
            <a:lvl1pPr algn="l">
              <a:defRPr sz="2325" b="1">
                <a:solidFill>
                  <a:srgbClr val="FFFFFF"/>
                </a:solidFill>
              </a:defRPr>
            </a:lvl1pPr>
            <a:lvl2pPr algn="l">
              <a:defRPr sz="2325" b="1">
                <a:solidFill>
                  <a:srgbClr val="FFFFFF"/>
                </a:solidFill>
              </a:defRPr>
            </a:lvl2pPr>
            <a:lvl3pPr algn="l">
              <a:defRPr sz="2325" b="1">
                <a:solidFill>
                  <a:srgbClr val="FFFFFF"/>
                </a:solidFill>
              </a:defRPr>
            </a:lvl3pPr>
            <a:lvl4pPr algn="l">
              <a:defRPr sz="2325" b="1">
                <a:solidFill>
                  <a:srgbClr val="FFFFFF"/>
                </a:solidFill>
              </a:defRPr>
            </a:lvl4pPr>
            <a:lvl5pPr algn="l">
              <a:defRPr sz="2325" b="1">
                <a:solidFill>
                  <a:srgbClr val="FFFFFF"/>
                </a:solidFill>
              </a:defRPr>
            </a:lvl5pPr>
            <a:lvl6pPr algn="l">
              <a:defRPr sz="2325" b="1">
                <a:solidFill>
                  <a:srgbClr val="FFFFFF"/>
                </a:solidFill>
              </a:defRPr>
            </a:lvl6pPr>
            <a:lvl7pPr algn="l">
              <a:defRPr sz="2325" b="1">
                <a:solidFill>
                  <a:srgbClr val="FFFFFF"/>
                </a:solidFill>
              </a:defRPr>
            </a:lvl7pPr>
            <a:lvl8pPr algn="l">
              <a:defRPr sz="2325" b="1">
                <a:solidFill>
                  <a:srgbClr val="FFFFFF"/>
                </a:solidFill>
              </a:defRPr>
            </a:lvl8pPr>
            <a:lvl9pPr algn="l">
              <a:defRPr sz="23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7" name="Pastille familles">
            <a:extLst xmlns:a="http://schemas.openxmlformats.org/drawingml/2006/main">
              <a:ext uri="{FF2B5EF4-FFF2-40B4-BE49-F238E27FC236}">
                <a16:creationId xmlns:a16="http://schemas.microsoft.com/office/drawing/2014/main" id="{567BCDED-6258-4CE2-9CEC-87F89A14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571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1910F684-085F-44F4-9FAE-DC4BEE8E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71829"/>
                </a:solidFill>
              </a:defRPr>
            </a:defPPr>
            <a:lvl1pPr algn="ctr">
              <a:defRPr sz="1725" b="1">
                <a:solidFill>
                  <a:srgbClr val="071829"/>
                </a:solidFill>
              </a:defRPr>
            </a:lvl1pPr>
            <a:lvl2pPr algn="ctr">
              <a:defRPr sz="1725" b="1">
                <a:solidFill>
                  <a:srgbClr val="071829"/>
                </a:solidFill>
              </a:defRPr>
            </a:lvl2pPr>
            <a:lvl3pPr algn="ctr">
              <a:defRPr sz="1725" b="1">
                <a:solidFill>
                  <a:srgbClr val="071829"/>
                </a:solidFill>
              </a:defRPr>
            </a:lvl3pPr>
            <a:lvl4pPr algn="ctr">
              <a:defRPr sz="1725" b="1">
                <a:solidFill>
                  <a:srgbClr val="071829"/>
                </a:solidFill>
              </a:defRPr>
            </a:lvl4pPr>
            <a:lvl5pPr algn="ctr">
              <a:defRPr sz="1725" b="1">
                <a:solidFill>
                  <a:srgbClr val="071829"/>
                </a:solidFill>
              </a:defRPr>
            </a:lvl5pPr>
            <a:lvl6pPr algn="ctr">
              <a:defRPr sz="1725" b="1">
                <a:solidFill>
                  <a:srgbClr val="071829"/>
                </a:solidFill>
              </a:defRPr>
            </a:lvl6pPr>
            <a:lvl7pPr algn="ctr">
              <a:defRPr sz="1725" b="1">
                <a:solidFill>
                  <a:srgbClr val="071829"/>
                </a:solidFill>
              </a:defRPr>
            </a:lvl7pPr>
            <a:lvl8pPr algn="ctr">
              <a:defRPr sz="1725" b="1">
                <a:solidFill>
                  <a:srgbClr val="071829"/>
                </a:solidFill>
              </a:defRPr>
            </a:lvl8pPr>
            <a:lvl9pPr algn="ctr">
              <a:defRPr sz="17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71829"/>
                </a:solidFill>
              </a:defRPr>
            </a:pPr>
            <a:r>
              <a:rPr sz="1725" b="1">
                <a:solidFill>
                  <a:srgbClr val="071829"/>
                </a:solidFill>
              </a:rPr>
              <a:t>SPÉCIAL FAMILLES</a:t>
            </a:r>
          </a:p>
        </p:txBody>
      </p:sp>
      <p:sp>
        <p:nvSpPr>
          <p:cNvPr id="9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F057D429-6A1E-4839-8467-09E9C53B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09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</a:defRPr>
            </a:defPPr>
            <a:lvl1pPr algn="l">
              <a:defRPr sz="6150" b="1">
                <a:solidFill>
                  <a:srgbClr val="FFFFFF"/>
                </a:solidFill>
              </a:defRPr>
            </a:lvl1pPr>
            <a:lvl2pPr algn="l">
              <a:defRPr sz="6150" b="1">
                <a:solidFill>
                  <a:srgbClr val="FFFFFF"/>
                </a:solidFill>
              </a:defRPr>
            </a:lvl2pPr>
            <a:lvl3pPr algn="l">
              <a:defRPr sz="6150" b="1">
                <a:solidFill>
                  <a:srgbClr val="FFFFFF"/>
                </a:solidFill>
              </a:defRPr>
            </a:lvl3pPr>
            <a:lvl4pPr algn="l">
              <a:defRPr sz="6150" b="1">
                <a:solidFill>
                  <a:srgbClr val="FFFFFF"/>
                </a:solidFill>
              </a:defRPr>
            </a:lvl4pPr>
            <a:lvl5pPr algn="l">
              <a:defRPr sz="6150" b="1">
                <a:solidFill>
                  <a:srgbClr val="FFFFFF"/>
                </a:solidFill>
              </a:defRPr>
            </a:lvl5pPr>
            <a:lvl6pPr algn="l">
              <a:defRPr sz="6150" b="1">
                <a:solidFill>
                  <a:srgbClr val="FFFFFF"/>
                </a:solidFill>
              </a:defRPr>
            </a:lvl6pPr>
            <a:lvl7pPr algn="l">
              <a:defRPr sz="6150" b="1">
                <a:solidFill>
                  <a:srgbClr val="FFFFFF"/>
                </a:solidFill>
              </a:defRPr>
            </a:lvl7pPr>
            <a:lvl8pPr algn="l">
              <a:defRPr sz="6150" b="1">
                <a:solidFill>
                  <a:srgbClr val="FFFFFF"/>
                </a:solidFill>
              </a:defRPr>
            </a:lvl8pPr>
            <a:lvl9pPr algn="l"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CE WEEK-END,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ON FAIT QUOI ?</a:t>
            </a:r>
          </a:p>
        </p:txBody>
      </p:sp>
      <p:sp>
        <p:nvSpPr>
          <p:cNvPr id="10" name="Sous-titre">
            <a:extLst xmlns:a="http://schemas.openxmlformats.org/drawingml/2006/main">
              <a:ext uri="{FF2B5EF4-FFF2-40B4-BE49-F238E27FC236}">
                <a16:creationId xmlns:a16="http://schemas.microsoft.com/office/drawing/2014/main" id="{D8F2EAA8-516D-458C-90C7-B94BCBD2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</a:defRPr>
            </a:defPPr>
            <a:lvl1pPr algn="l">
              <a:defRPr sz="2925" b="1">
                <a:solidFill>
                  <a:srgbClr val="FFFFFF"/>
                </a:solidFill>
              </a:defRPr>
            </a:lvl1pPr>
            <a:lvl2pPr algn="l">
              <a:defRPr sz="2925" b="1">
                <a:solidFill>
                  <a:srgbClr val="FFFFFF"/>
                </a:solidFill>
              </a:defRPr>
            </a:lvl2pPr>
            <a:lvl3pPr algn="l">
              <a:defRPr sz="2925" b="1">
                <a:solidFill>
                  <a:srgbClr val="FFFFFF"/>
                </a:solidFill>
              </a:defRPr>
            </a:lvl3pPr>
            <a:lvl4pPr algn="l">
              <a:defRPr sz="2925" b="1">
                <a:solidFill>
                  <a:srgbClr val="FFFFFF"/>
                </a:solidFill>
              </a:defRPr>
            </a:lvl4pPr>
            <a:lvl5pPr algn="l">
              <a:defRPr sz="2925" b="1">
                <a:solidFill>
                  <a:srgbClr val="FFFFFF"/>
                </a:solidFill>
              </a:defRPr>
            </a:lvl5pPr>
            <a:lvl6pPr algn="l">
              <a:defRPr sz="2925" b="1">
                <a:solidFill>
                  <a:srgbClr val="FFFFFF"/>
                </a:solidFill>
              </a:defRPr>
            </a:lvl6pPr>
            <a:lvl7pPr algn="l">
              <a:defRPr sz="2925" b="1">
                <a:solidFill>
                  <a:srgbClr val="FFFFFF"/>
                </a:solidFill>
              </a:defRPr>
            </a:lvl7pPr>
            <a:lvl8pPr algn="l">
              <a:defRPr sz="2925" b="1">
                <a:solidFill>
                  <a:srgbClr val="FFFFFF"/>
                </a:solidFill>
              </a:defRPr>
            </a:lvl8pPr>
            <a:lvl9pPr algn="l">
              <a:defRPr sz="29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Tous les événements et activités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avec enfants autour de vous.</a:t>
            </a:r>
          </a:p>
        </p:txBody>
      </p:sp>
      <p:sp>
        <p:nvSpPr>
          <p:cNvPr id="11" name="Bouton agenda">
            <a:extLst xmlns:a="http://schemas.openxmlformats.org/drawingml/2006/main">
              <a:ext uri="{FF2B5EF4-FFF2-40B4-BE49-F238E27FC236}">
                <a16:creationId xmlns:a16="http://schemas.microsoft.com/office/drawing/2014/main" id="{939905DB-4604-44F6-8CBD-CB4DA833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cône calendrier">
            <a:extLst xmlns:a="http://schemas.openxmlformats.org/drawingml/2006/main">
              <a:ext uri="{FF2B5EF4-FFF2-40B4-BE49-F238E27FC236}">
                <a16:creationId xmlns:a16="http://schemas.microsoft.com/office/drawing/2014/main" id="{5026A33E-32B4-45DC-9B26-9F5DA07A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686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071829"/>
                </a:solidFill>
              </a:defRPr>
            </a:defPPr>
            <a:lvl1pPr algn="ctr">
              <a:defRPr sz="4050" b="1">
                <a:solidFill>
                  <a:srgbClr val="071829"/>
                </a:solidFill>
              </a:defRPr>
            </a:lvl1pPr>
            <a:lvl2pPr algn="ctr">
              <a:defRPr sz="4050" b="1">
                <a:solidFill>
                  <a:srgbClr val="071829"/>
                </a:solidFill>
              </a:defRPr>
            </a:lvl2pPr>
            <a:lvl3pPr algn="ctr">
              <a:defRPr sz="4050" b="1">
                <a:solidFill>
                  <a:srgbClr val="071829"/>
                </a:solidFill>
              </a:defRPr>
            </a:lvl3pPr>
            <a:lvl4pPr algn="ctr">
              <a:defRPr sz="4050" b="1">
                <a:solidFill>
                  <a:srgbClr val="071829"/>
                </a:solidFill>
              </a:defRPr>
            </a:lvl4pPr>
            <a:lvl5pPr algn="ctr">
              <a:defRPr sz="4050" b="1">
                <a:solidFill>
                  <a:srgbClr val="071829"/>
                </a:solidFill>
              </a:defRPr>
            </a:lvl5pPr>
            <a:lvl6pPr algn="ctr">
              <a:defRPr sz="4050" b="1">
                <a:solidFill>
                  <a:srgbClr val="071829"/>
                </a:solidFill>
              </a:defRPr>
            </a:lvl6pPr>
            <a:lvl7pPr algn="ctr">
              <a:defRPr sz="4050" b="1">
                <a:solidFill>
                  <a:srgbClr val="071829"/>
                </a:solidFill>
              </a:defRPr>
            </a:lvl7pPr>
            <a:lvl8pPr algn="ctr">
              <a:defRPr sz="4050" b="1">
                <a:solidFill>
                  <a:srgbClr val="071829"/>
                </a:solidFill>
              </a:defRPr>
            </a:lvl8pPr>
            <a:lvl9pPr algn="ctr">
              <a:defRPr sz="40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071829"/>
                </a:solidFill>
              </a:defRPr>
            </a:pPr>
            <a:r>
              <a:rPr sz="4050" b="1">
                <a:solidFill>
                  <a:srgbClr val="071829"/>
                </a:solidFill>
              </a:rPr>
              <a:t>▦</a:t>
            </a:r>
          </a:p>
        </p:txBody>
      </p:sp>
      <p:sp>
        <p:nvSpPr>
          <p:cNvPr id="13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DC4A24E7-25AF-48E2-8758-64275F0A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059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OUVRIR L’AGENDA FAMILLES</a:t>
            </a:r>
          </a:p>
        </p:txBody>
      </p:sp>
      <p:sp>
        <p:nvSpPr>
          <p:cNvPr id="14" name="Flèche bouton">
            <a:extLst xmlns:a="http://schemas.openxmlformats.org/drawingml/2006/main">
              <a:ext uri="{FF2B5EF4-FFF2-40B4-BE49-F238E27FC236}">
                <a16:creationId xmlns:a16="http://schemas.microsoft.com/office/drawing/2014/main" id="{D4F8A9B0-B6CC-4EAF-B220-B3178182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401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318281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2026-10-21T06:21:02.9140000Z</dcterms:created>
  <dcterms:modified xsi:type="dcterms:W3CDTF">2026-10-21T06:21:02.9140000Z</dcterms:modified>
</coreProperties>
</file>