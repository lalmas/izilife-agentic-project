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0b746925d40b1" /><Relationship Type="http://schemas.openxmlformats.org/officeDocument/2006/relationships/extended-properties" Target="/docProps/app.xml" Id="Reca83ea5ca8b4620" /><Relationship Type="http://schemas.openxmlformats.org/officeDocument/2006/relationships/officeDocument" Target="/ppt/presentation.xml" Id="Ra419043cb0fa40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9f6c3f7c894469"/>
  </p:sldMasterIdLst>
  <p:notesMasterIdLst>
    <p:notesMasterId xmlns:r="http://schemas.openxmlformats.org/officeDocument/2006/relationships" r:id="R6d65e5c0d3674ef8"/>
  </p:notesMasterIdLst>
  <p:sldIdLst>
    <p:sldId xmlns:r="http://schemas.openxmlformats.org/officeDocument/2006/relationships" id="256" r:id="R0946bdd5197644f2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7fab7ccb34c2a" /><Relationship Type="http://schemas.openxmlformats.org/officeDocument/2006/relationships/slideMaster" Target="/ppt/slideMasters/slideMaster1.xml" Id="Rcf9f6c3f7c894469" /><Relationship Type="http://schemas.openxmlformats.org/officeDocument/2006/relationships/notesMaster" Target="/ppt/notesMasters/notesMaster1.xml" Id="R6d65e5c0d3674ef8" /><Relationship Type="http://schemas.openxmlformats.org/officeDocument/2006/relationships/presProps" Target="/ppt/presProps.xml" Id="R25abc035a2f743ed" /><Relationship Type="http://schemas.openxmlformats.org/officeDocument/2006/relationships/tableStyles" Target="/ppt/tableStyles.xml" Id="R40d19df3963e4eba" /><Relationship Type="http://schemas.openxmlformats.org/officeDocument/2006/relationships/slide" Target="/ppt/slides/slide1.xml" Id="R0946bdd51976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f983e3bda9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ec66defa846cc" /><Relationship Type="http://schemas.openxmlformats.org/officeDocument/2006/relationships/notesMaster" Target="/ppt/notesMasters/notesMaster1.xml" Id="R788ec3ffcd6d46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834769e564a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e9091e8f547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b970632b74a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14a2470814c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fba1338ef4b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c437b6a43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5E0467-392D-4EE4-97B2-19FA429FB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B79C20-F6BC-4456-9396-E3EB6C13B3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22E259-1C2B-4B5A-AC76-CA95E13F8A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6543A2-17C4-4AB0-ABF7-9FE223BC2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5133F6-26D3-4212-A537-4A3906A16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E07FA6-6A43-40F7-82E5-66C91406C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D05A7A-0800-424F-B86F-A2E34A6D8E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6F937E-35AC-4BE8-8398-5E366EAEAF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E40547-2DD7-4E34-848D-A1B8E068E3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D23D68-F658-424A-9536-9B5B60AE1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eb6d1bc414c0d" /><Relationship Type="http://schemas.openxmlformats.org/officeDocument/2006/relationships/slideLayout" Target="/ppt/slideLayouts/slideLayout1.xml" Id="Rcc76ecef44d74b77" /><Relationship Type="http://schemas.openxmlformats.org/officeDocument/2006/relationships/slideLayout" Target="/ppt/slideLayouts/slideLayout2.xml" Id="R365dfddd5bd44dcd" /><Relationship Type="http://schemas.openxmlformats.org/officeDocument/2006/relationships/slideLayout" Target="/ppt/slideLayouts/slideLayout3.xml" Id="Rb827d6ecc2534440" /><Relationship Type="http://schemas.openxmlformats.org/officeDocument/2006/relationships/slideLayout" Target="/ppt/slideLayouts/slideLayout4.xml" Id="Rc1f9c83649c84018" /><Relationship Type="http://schemas.openxmlformats.org/officeDocument/2006/relationships/slideLayout" Target="/ppt/slideLayouts/slideLayout5.xml" Id="Ra2b44d5b40504190" /><Relationship Type="http://schemas.openxmlformats.org/officeDocument/2006/relationships/slideLayout" Target="/ppt/slideLayouts/slideLayout6.xml" Id="R330120a6bf5f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6ecef44d74b77"/>
    <p:sldLayoutId xmlns:r="http://schemas.openxmlformats.org/officeDocument/2006/relationships" id="2147483650" r:id="R365dfddd5bd44dcd"/>
    <p:sldLayoutId xmlns:r="http://schemas.openxmlformats.org/officeDocument/2006/relationships" id="2147483651" r:id="Rb827d6ecc2534440"/>
    <p:sldLayoutId xmlns:r="http://schemas.openxmlformats.org/officeDocument/2006/relationships" id="2147483652" r:id="Rc1f9c83649c84018"/>
    <p:sldLayoutId xmlns:r="http://schemas.openxmlformats.org/officeDocument/2006/relationships" id="2147483653" r:id="Ra2b44d5b40504190"/>
    <p:sldLayoutId xmlns:r="http://schemas.openxmlformats.org/officeDocument/2006/relationships" id="2147483654" r:id="R330120a6bf5f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a51cc37754f0a" /><Relationship Type="http://schemas.openxmlformats.org/officeDocument/2006/relationships/image" Target="/ppt/media/image.png" Id="R0da2814cb0d04f07" /><Relationship Type="http://schemas.openxmlformats.org/officeDocument/2006/relationships/image" Target="/ppt/media/image2.png" Id="Rf27d5a0e5d1e430a" /><Relationship Type="http://schemas.openxmlformats.org/officeDocument/2006/relationships/notesSlide" Target="/ppt/notesSlides/notesSlide1.xml" Id="R63b4f2ea434741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0249F-AEFC-4F92-80BF-EEBF204AC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2814cb0d04f0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06972E79-F1F9-4E02-A4A8-BC6AF4C9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CA9C8FF5-C173-48EB-BE2D-1A1CBA62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381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93530F47-BCC9-486D-B237-8E7B31F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LE QUIZ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E1B1546D-6335-471F-B6AE-8564789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C4B4-E0CC-4FA1-B4D5-242192A8D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d5a0e5d1e430a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E6D02240-AF06-4182-BB75-C2A0BE0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7000875" cy="6334125"/>
          </a:xfrm>
          <a:prstGeom xmlns:a="http://schemas.openxmlformats.org/drawingml/2006/main" prst="roundRect">
            <a:avLst>
              <a:gd name="adj" fmla="val 1805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8FECF812-7E14-4AC0-94DF-4625DFBC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7000875" cy="6334125"/>
          </a:xfrm>
          <a:prstGeom xmlns:a="http://schemas.openxmlformats.org/drawingml/2006/main" prst="roundRect">
            <a:avLst>
              <a:gd name="adj" fmla="val 180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24585D10-9C31-4110-8A8C-4518977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2400" cy="6334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48C9FAFE-99F2-4E24-9604-A8BC8C0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081727"/>
                </a:solidFill>
              </a:defRPr>
            </a:defPPr>
            <a:lvl1pPr algn="l">
              <a:defRPr sz="3225" b="1">
                <a:solidFill>
                  <a:srgbClr val="081727"/>
                </a:solidFill>
              </a:defRPr>
            </a:lvl1pPr>
            <a:lvl2pPr algn="l">
              <a:defRPr sz="3225" b="1">
                <a:solidFill>
                  <a:srgbClr val="081727"/>
                </a:solidFill>
              </a:defRPr>
            </a:lvl2pPr>
            <a:lvl3pPr algn="l">
              <a:defRPr sz="3225" b="1">
                <a:solidFill>
                  <a:srgbClr val="081727"/>
                </a:solidFill>
              </a:defRPr>
            </a:lvl3pPr>
            <a:lvl4pPr algn="l">
              <a:defRPr sz="3225" b="1">
                <a:solidFill>
                  <a:srgbClr val="081727"/>
                </a:solidFill>
              </a:defRPr>
            </a:lvl4pPr>
            <a:lvl5pPr algn="l">
              <a:defRPr sz="3225" b="1">
                <a:solidFill>
                  <a:srgbClr val="081727"/>
                </a:solidFill>
              </a:defRPr>
            </a:lvl5pPr>
            <a:lvl6pPr algn="l">
              <a:defRPr sz="3225" b="1">
                <a:solidFill>
                  <a:srgbClr val="081727"/>
                </a:solidFill>
              </a:defRPr>
            </a:lvl6pPr>
            <a:lvl7pPr algn="l">
              <a:defRPr sz="3225" b="1">
                <a:solidFill>
                  <a:srgbClr val="081727"/>
                </a:solidFill>
              </a:defRPr>
            </a:lvl7pPr>
            <a:lvl8pPr algn="l">
              <a:defRPr sz="3225" b="1">
                <a:solidFill>
                  <a:srgbClr val="081727"/>
                </a:solidFill>
              </a:defRPr>
            </a:lvl8pPr>
            <a:lvl9pPr algn="l">
              <a:defRPr sz="32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1727"/>
                </a:solidFill>
              </a:defRPr>
            </a:pPr>
            <a:r>
              <a:rPr sz="3225" b="1">
                <a:solidFill>
                  <a:srgbClr val="081727"/>
                </a:solidFill>
              </a:rPr>
              <a:t>Comment reconnaît-on</a:t>
            </a:r>
          </a:p>
          <a:p xmlns:a="http://schemas.openxmlformats.org/drawingml/2006/main">
            <a:pPr algn="l">
              <a:defRPr sz="3225" b="1">
                <a:solidFill>
                  <a:srgbClr val="081727"/>
                </a:solidFill>
              </a:defRPr>
            </a:pPr>
            <a:r>
              <a:rPr sz="3225" b="1">
                <a:solidFill>
                  <a:srgbClr val="081727"/>
                </a:solidFill>
              </a:rPr>
              <a:t>un vrai Lillois ?</a:t>
            </a:r>
          </a:p>
        </p:txBody>
      </p:sp>
      <p:sp>
        <p:nvSpPr>
          <p:cNvPr id="11" name="Filet vert">
            <a:extLst xmlns:a="http://schemas.openxmlformats.org/drawingml/2006/main">
              <a:ext uri="{FF2B5EF4-FFF2-40B4-BE49-F238E27FC236}">
                <a16:creationId xmlns:a16="http://schemas.microsoft.com/office/drawing/2014/main" id="{05DE7E08-D63C-4C89-A28D-14B21E36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père A">
            <a:extLst xmlns:a="http://schemas.openxmlformats.org/drawingml/2006/main">
              <a:ext uri="{FF2B5EF4-FFF2-40B4-BE49-F238E27FC236}">
                <a16:creationId xmlns:a16="http://schemas.microsoft.com/office/drawing/2014/main" id="{EF10A45D-7B1E-4DE4-AD1A-8C49ABB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96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e repère A">
            <a:extLst xmlns:a="http://schemas.openxmlformats.org/drawingml/2006/main">
              <a:ext uri="{FF2B5EF4-FFF2-40B4-BE49-F238E27FC236}">
                <a16:creationId xmlns:a16="http://schemas.microsoft.com/office/drawing/2014/main" id="{6E4FD19F-5683-4AC9-BD55-68E4C106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150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A</a:t>
            </a:r>
          </a:p>
        </p:txBody>
      </p:sp>
      <p:sp>
        <p:nvSpPr>
          <p:cNvPr id="14" name="Réponse A">
            <a:extLst xmlns:a="http://schemas.openxmlformats.org/drawingml/2006/main">
              <a:ext uri="{FF2B5EF4-FFF2-40B4-BE49-F238E27FC236}">
                <a16:creationId xmlns:a16="http://schemas.microsoft.com/office/drawing/2014/main" id="{2B091E09-4BC1-40D4-AF54-64E0FA7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00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Le seul qui est en t-shirt</a:t>
            </a:r>
          </a:p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en novembre</a:t>
            </a:r>
          </a:p>
        </p:txBody>
      </p:sp>
      <p:sp>
        <p:nvSpPr>
          <p:cNvPr id="15" name="Repère B">
            <a:extLst xmlns:a="http://schemas.openxmlformats.org/drawingml/2006/main">
              <a:ext uri="{FF2B5EF4-FFF2-40B4-BE49-F238E27FC236}">
                <a16:creationId xmlns:a16="http://schemas.microsoft.com/office/drawing/2014/main" id="{16E303D4-BD5E-4CB5-89D1-0EB8549A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675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e repère B">
            <a:extLst xmlns:a="http://schemas.openxmlformats.org/drawingml/2006/main">
              <a:ext uri="{FF2B5EF4-FFF2-40B4-BE49-F238E27FC236}">
                <a16:creationId xmlns:a16="http://schemas.microsoft.com/office/drawing/2014/main" id="{478EC5A5-B9A5-4650-AF11-24CE067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866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B</a:t>
            </a:r>
          </a:p>
        </p:txBody>
      </p:sp>
      <p:sp>
        <p:nvSpPr>
          <p:cNvPr id="17" name="Réponse B">
            <a:extLst xmlns:a="http://schemas.openxmlformats.org/drawingml/2006/main">
              <a:ext uri="{FF2B5EF4-FFF2-40B4-BE49-F238E27FC236}">
                <a16:creationId xmlns:a16="http://schemas.microsoft.com/office/drawing/2014/main" id="{743BF99C-2A49-49C4-963C-E485DD78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048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Une pinte à 16 h</a:t>
            </a:r>
          </a:p>
        </p:txBody>
      </p:sp>
      <p:sp>
        <p:nvSpPr>
          <p:cNvPr id="18" name="Repère C">
            <a:extLst xmlns:a="http://schemas.openxmlformats.org/drawingml/2006/main">
              <a:ext uri="{FF2B5EF4-FFF2-40B4-BE49-F238E27FC236}">
                <a16:creationId xmlns:a16="http://schemas.microsoft.com/office/drawing/2014/main" id="{C146D76A-76F8-4798-AEBE-7BF8026B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05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e repère C">
            <a:extLst xmlns:a="http://schemas.openxmlformats.org/drawingml/2006/main">
              <a:ext uri="{FF2B5EF4-FFF2-40B4-BE49-F238E27FC236}">
                <a16:creationId xmlns:a16="http://schemas.microsoft.com/office/drawing/2014/main" id="{6DA32F89-9E78-4FA2-A85A-26A83336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248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C</a:t>
            </a:r>
          </a:p>
        </p:txBody>
      </p:sp>
      <p:sp>
        <p:nvSpPr>
          <p:cNvPr id="20" name="Réponse C">
            <a:extLst xmlns:a="http://schemas.openxmlformats.org/drawingml/2006/main">
              <a:ext uri="{FF2B5EF4-FFF2-40B4-BE49-F238E27FC236}">
                <a16:creationId xmlns:a16="http://schemas.microsoft.com/office/drawing/2014/main" id="{73FBF650-FF54-42BD-BF65-C3BB1104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86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Le sourire de son accueil</a:t>
            </a:r>
          </a:p>
        </p:txBody>
      </p:sp>
      <p:sp>
        <p:nvSpPr>
          <p:cNvPr id="21" name="Petit rappel">
            <a:extLst xmlns:a="http://schemas.openxmlformats.org/drawingml/2006/main">
              <a:ext uri="{FF2B5EF4-FFF2-40B4-BE49-F238E27FC236}">
                <a16:creationId xmlns:a16="http://schemas.microsoft.com/office/drawing/2014/main" id="{2A792AE3-8916-4170-850C-428A0D4E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00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16071"/>
                </a:solidFill>
              </a:defRPr>
            </a:defPPr>
            <a:lvl1pPr algn="l">
              <a:defRPr sz="1500" b="0">
                <a:solidFill>
                  <a:srgbClr val="516071"/>
                </a:solidFill>
              </a:defRPr>
            </a:lvl1pPr>
            <a:lvl2pPr algn="l">
              <a:defRPr sz="1500" b="0">
                <a:solidFill>
                  <a:srgbClr val="516071"/>
                </a:solidFill>
              </a:defRPr>
            </a:lvl2pPr>
            <a:lvl3pPr algn="l">
              <a:defRPr sz="1500" b="0">
                <a:solidFill>
                  <a:srgbClr val="516071"/>
                </a:solidFill>
              </a:defRPr>
            </a:lvl3pPr>
            <a:lvl4pPr algn="l">
              <a:defRPr sz="1500" b="0">
                <a:solidFill>
                  <a:srgbClr val="516071"/>
                </a:solidFill>
              </a:defRPr>
            </a:lvl4pPr>
            <a:lvl5pPr algn="l">
              <a:defRPr sz="1500" b="0">
                <a:solidFill>
                  <a:srgbClr val="516071"/>
                </a:solidFill>
              </a:defRPr>
            </a:lvl5pPr>
            <a:lvl6pPr algn="l">
              <a:defRPr sz="1500" b="0">
                <a:solidFill>
                  <a:srgbClr val="516071"/>
                </a:solidFill>
              </a:defRPr>
            </a:lvl6pPr>
            <a:lvl7pPr algn="l">
              <a:defRPr sz="1500" b="0">
                <a:solidFill>
                  <a:srgbClr val="516071"/>
                </a:solidFill>
              </a:defRPr>
            </a:lvl7pPr>
            <a:lvl8pPr algn="l">
              <a:defRPr sz="1500" b="0">
                <a:solidFill>
                  <a:srgbClr val="516071"/>
                </a:solidFill>
              </a:defRPr>
            </a:lvl8pPr>
            <a:lvl9pPr algn="l">
              <a:defRPr sz="1500" b="0">
                <a:solidFill>
                  <a:srgbClr val="516071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071"/>
                </a:solidFill>
              </a:defRPr>
            </a:pPr>
            <a:r>
              <a:rPr sz="1500" b="0">
                <a:solidFill>
                  <a:srgbClr val="516071"/>
                </a:solidFill>
              </a:rPr>
              <a:t>Indice : les trois réponses se défendent.</a:t>
            </a:r>
          </a:p>
        </p:txBody>
      </p:sp>
    </p:spTree>
    <p:extLst>
      <p:ext uri="{BB962C8B-B14F-4D97-AF65-F5344CB8AC3E}">
        <p14:creationId xmlns:p14="http://schemas.microsoft.com/office/powerpoint/2010/main" val="1135812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2026-10-21T11:09:16.5980000Z</dcterms:created>
  <dcterms:modified xsi:type="dcterms:W3CDTF">2026-10-21T11:09:16.5980000Z</dcterms:modified>
</coreProperties>
</file>