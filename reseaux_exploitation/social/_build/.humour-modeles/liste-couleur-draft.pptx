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a77867328943ce" /><Relationship Type="http://schemas.openxmlformats.org/officeDocument/2006/relationships/extended-properties" Target="/docProps/app.xml" Id="Rc2b151dfeb574418" /><Relationship Type="http://schemas.openxmlformats.org/officeDocument/2006/relationships/officeDocument" Target="/ppt/presentation.xml" Id="R77b71008eb9f4a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718b3fe96145f2"/>
  </p:sldMasterIdLst>
  <p:notesMasterIdLst>
    <p:notesMasterId xmlns:r="http://schemas.openxmlformats.org/officeDocument/2006/relationships" r:id="Rbae452405ca741ee"/>
  </p:notesMasterIdLst>
  <p:sldIdLst>
    <p:sldId xmlns:r="http://schemas.openxmlformats.org/officeDocument/2006/relationships" id="256" r:id="R8a3e0c5062bf4785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1dfe4035784169" /><Relationship Type="http://schemas.openxmlformats.org/officeDocument/2006/relationships/slideMaster" Target="/ppt/slideMasters/slideMaster1.xml" Id="Ref718b3fe96145f2" /><Relationship Type="http://schemas.openxmlformats.org/officeDocument/2006/relationships/notesMaster" Target="/ppt/notesMasters/notesMaster1.xml" Id="Rbae452405ca741ee" /><Relationship Type="http://schemas.openxmlformats.org/officeDocument/2006/relationships/presProps" Target="/ppt/presProps.xml" Id="Rfe422095a759425e" /><Relationship Type="http://schemas.openxmlformats.org/officeDocument/2006/relationships/tableStyles" Target="/ppt/tableStyles.xml" Id="R31e4907888f2416b" /><Relationship Type="http://schemas.openxmlformats.org/officeDocument/2006/relationships/slide" Target="/ppt/slides/slide1.xml" Id="R8a3e0c5062bf47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c742f7f06549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0f0580d9b4481c" /><Relationship Type="http://schemas.openxmlformats.org/officeDocument/2006/relationships/notesMaster" Target="/ppt/notesMasters/notesMaster1.xml" Id="Ra4e581e398a24d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f36ed4c72c4a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d5ae427d5741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577b8d0f443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7c930d59647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8bf8b2ebbc4e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f9dc1a66d46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AD90ED-9683-4DBB-AA52-3C228F7CD3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86B58C-9E50-4DED-BDE5-DA7752321C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8F03C7-8A80-401F-BC55-EF9C2B8E22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A1279F-B63B-4D35-941A-A97C001B17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1189F0-F7E0-4BDB-B17B-92E8865F7D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E2E55A-BB08-48C3-A4A4-C87E9D3779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256CEA-DDF0-41C4-BDEE-EFCB7CBFF8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19C8B9-1163-4F03-91D7-A344531571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64EC67-FF2D-43A8-98F1-1827F91CE4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4355F0-0655-4F52-A9F6-7521D982A3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4c9780bd19412e" /><Relationship Type="http://schemas.openxmlformats.org/officeDocument/2006/relationships/slideLayout" Target="/ppt/slideLayouts/slideLayout1.xml" Id="R3b9a5c62318a444c" /><Relationship Type="http://schemas.openxmlformats.org/officeDocument/2006/relationships/slideLayout" Target="/ppt/slideLayouts/slideLayout2.xml" Id="R972e38a1c32a4e40" /><Relationship Type="http://schemas.openxmlformats.org/officeDocument/2006/relationships/slideLayout" Target="/ppt/slideLayouts/slideLayout3.xml" Id="R7703e6590f354808" /><Relationship Type="http://schemas.openxmlformats.org/officeDocument/2006/relationships/slideLayout" Target="/ppt/slideLayouts/slideLayout4.xml" Id="R08b5799b62554717" /><Relationship Type="http://schemas.openxmlformats.org/officeDocument/2006/relationships/slideLayout" Target="/ppt/slideLayouts/slideLayout5.xml" Id="R69e0cdce9d6340a9" /><Relationship Type="http://schemas.openxmlformats.org/officeDocument/2006/relationships/slideLayout" Target="/ppt/slideLayouts/slideLayout6.xml" Id="R2129ebe91ca34d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9a5c62318a444c"/>
    <p:sldLayoutId xmlns:r="http://schemas.openxmlformats.org/officeDocument/2006/relationships" id="2147483650" r:id="R972e38a1c32a4e40"/>
    <p:sldLayoutId xmlns:r="http://schemas.openxmlformats.org/officeDocument/2006/relationships" id="2147483651" r:id="R7703e6590f354808"/>
    <p:sldLayoutId xmlns:r="http://schemas.openxmlformats.org/officeDocument/2006/relationships" id="2147483652" r:id="R08b5799b62554717"/>
    <p:sldLayoutId xmlns:r="http://schemas.openxmlformats.org/officeDocument/2006/relationships" id="2147483653" r:id="R69e0cdce9d6340a9"/>
    <p:sldLayoutId xmlns:r="http://schemas.openxmlformats.org/officeDocument/2006/relationships" id="2147483654" r:id="R2129ebe91ca34d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47da726d4d4879" /><Relationship Type="http://schemas.openxmlformats.org/officeDocument/2006/relationships/image" Target="/ppt/media/image.png" Id="Rbdb6ff83fc154b78" /><Relationship Type="http://schemas.openxmlformats.org/officeDocument/2006/relationships/image" Target="/ppt/media/image2.png" Id="R31f07fd86a284542" /><Relationship Type="http://schemas.openxmlformats.org/officeDocument/2006/relationships/notesSlide" Target="/ppt/notesSlides/notesSlide1.xml" Id="R8b00cbaa2e8147c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6D1571-8FD1-4370-8CFF-80B4EB7B71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6ff83fc154b78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Cadre blanc">
            <a:extLst xmlns:a="http://schemas.openxmlformats.org/drawingml/2006/main">
              <a:ext uri="{FF2B5EF4-FFF2-40B4-BE49-F238E27FC236}">
                <a16:creationId xmlns:a16="http://schemas.microsoft.com/office/drawing/2014/main" id="{C68DBEE8-5793-44B1-8769-D7E73AC7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9372600" cy="11944350"/>
          </a:xfrm>
          <a:prstGeom xmlns:a="http://schemas.openxmlformats.org/drawingml/2006/main" prst="roundRect">
            <a:avLst>
              <a:gd name="adj" fmla="val 1220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" name="Pastille">
            <a:extLst xmlns:a="http://schemas.openxmlformats.org/drawingml/2006/main">
              <a:ext uri="{FF2B5EF4-FFF2-40B4-BE49-F238E27FC236}">
                <a16:creationId xmlns:a16="http://schemas.microsoft.com/office/drawing/2014/main" id="{326269D2-4D85-4AA5-BAC4-06BB7869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476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CB8522DD-9923-444D-B3A0-36068278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081727"/>
                </a:solidFill>
              </a:defRPr>
            </a:defPPr>
            <a:lvl1pPr algn="ctr">
              <a:defRPr sz="1575" b="1">
                <a:solidFill>
                  <a:srgbClr val="081727"/>
                </a:solidFill>
              </a:defRPr>
            </a:lvl1pPr>
            <a:lvl2pPr algn="ctr">
              <a:defRPr sz="1575" b="1">
                <a:solidFill>
                  <a:srgbClr val="081727"/>
                </a:solidFill>
              </a:defRPr>
            </a:lvl2pPr>
            <a:lvl3pPr algn="ctr">
              <a:defRPr sz="1575" b="1">
                <a:solidFill>
                  <a:srgbClr val="081727"/>
                </a:solidFill>
              </a:defRPr>
            </a:lvl3pPr>
            <a:lvl4pPr algn="ctr">
              <a:defRPr sz="1575" b="1">
                <a:solidFill>
                  <a:srgbClr val="081727"/>
                </a:solidFill>
              </a:defRPr>
            </a:lvl4pPr>
            <a:lvl5pPr algn="ctr">
              <a:defRPr sz="1575" b="1">
                <a:solidFill>
                  <a:srgbClr val="081727"/>
                </a:solidFill>
              </a:defRPr>
            </a:lvl5pPr>
            <a:lvl6pPr algn="ctr">
              <a:defRPr sz="1575" b="1">
                <a:solidFill>
                  <a:srgbClr val="081727"/>
                </a:solidFill>
              </a:defRPr>
            </a:lvl6pPr>
            <a:lvl7pPr algn="ctr">
              <a:defRPr sz="1575" b="1">
                <a:solidFill>
                  <a:srgbClr val="081727"/>
                </a:solidFill>
              </a:defRPr>
            </a:lvl7pPr>
            <a:lvl8pPr algn="ctr">
              <a:defRPr sz="1575" b="1">
                <a:solidFill>
                  <a:srgbClr val="081727"/>
                </a:solidFill>
              </a:defRPr>
            </a:lvl8pPr>
            <a:lvl9pPr algn="ctr">
              <a:defRPr sz="1575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81727"/>
                </a:solidFill>
              </a:defRPr>
            </a:pPr>
            <a:r>
              <a:rPr sz="1575" b="1">
                <a:solidFill>
                  <a:srgbClr val="081727"/>
                </a:solidFill>
              </a:rPr>
              <a:t>LA LISTE DU NORD</a:t>
            </a:r>
          </a:p>
        </p:txBody>
      </p:sp>
      <p:sp>
        <p:nvSpPr>
          <p:cNvPr id="5" name="Fond logo">
            <a:extLst xmlns:a="http://schemas.openxmlformats.org/drawingml/2006/main">
              <a:ext uri="{FF2B5EF4-FFF2-40B4-BE49-F238E27FC236}">
                <a16:creationId xmlns:a16="http://schemas.microsoft.com/office/drawing/2014/main" id="{741BD995-BA43-4AF0-8046-AA30CCBA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1287125"/>
            <a:ext cx="266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172F6-31E4-46BD-B626-4D4FDCC07E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07fd86a284542"/>
          <a:stretch xmlns:a="http://schemas.openxmlformats.org/drawingml/2006/main"/>
        </p:blipFill>
        <p:spPr>
          <a:xfrm xmlns:a="http://schemas.openxmlformats.org/drawingml/2006/main">
            <a:off x="7648575" y="11439525"/>
            <a:ext cx="1238250" cy="495300"/>
          </a:xfrm>
          <a:prstGeom xmlns:a="http://schemas.openxmlformats.org/drawingml/2006/main" prst="rect">
            <a:avLst/>
          </a:prstGeom>
        </p:spPr>
      </p:pic>
      <p:sp>
        <p:nvSpPr>
          <p:cNvPr id="7" name="Ombre douce">
            <a:extLst xmlns:a="http://schemas.openxmlformats.org/drawingml/2006/main">
              <a:ext uri="{FF2B5EF4-FFF2-40B4-BE49-F238E27FC236}">
                <a16:creationId xmlns:a16="http://schemas.microsoft.com/office/drawing/2014/main" id="{5CCD6DD4-33BC-4FEC-8427-248C6BF7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6667500" cy="581025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rte texte">
            <a:extLst xmlns:a="http://schemas.openxmlformats.org/drawingml/2006/main">
              <a:ext uri="{FF2B5EF4-FFF2-40B4-BE49-F238E27FC236}">
                <a16:creationId xmlns:a16="http://schemas.microsoft.com/office/drawing/2014/main" id="{95828E63-A6EB-42C5-A881-1855E280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6667500" cy="581025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cent corail">
            <a:extLst xmlns:a="http://schemas.openxmlformats.org/drawingml/2006/main">
              <a:ext uri="{FF2B5EF4-FFF2-40B4-BE49-F238E27FC236}">
                <a16:creationId xmlns:a16="http://schemas.microsoft.com/office/drawing/2014/main" id="{8B9C4958-47B8-4B70-90C8-5059A605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52400" cy="581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">
            <a:extLst xmlns:a="http://schemas.openxmlformats.org/drawingml/2006/main">
              <a:ext uri="{FF2B5EF4-FFF2-40B4-BE49-F238E27FC236}">
                <a16:creationId xmlns:a16="http://schemas.microsoft.com/office/drawing/2014/main" id="{A567A654-9AB5-4339-9189-7EAC2DC7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38625"/>
            <a:ext cx="5429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081727"/>
                </a:solidFill>
              </a:defRPr>
            </a:defPPr>
            <a:lvl1pPr algn="l">
              <a:defRPr sz="3150" b="1">
                <a:solidFill>
                  <a:srgbClr val="081727"/>
                </a:solidFill>
              </a:defRPr>
            </a:lvl1pPr>
            <a:lvl2pPr algn="l">
              <a:defRPr sz="3150" b="1">
                <a:solidFill>
                  <a:srgbClr val="081727"/>
                </a:solidFill>
              </a:defRPr>
            </a:lvl2pPr>
            <a:lvl3pPr algn="l">
              <a:defRPr sz="3150" b="1">
                <a:solidFill>
                  <a:srgbClr val="081727"/>
                </a:solidFill>
              </a:defRPr>
            </a:lvl3pPr>
            <a:lvl4pPr algn="l">
              <a:defRPr sz="3150" b="1">
                <a:solidFill>
                  <a:srgbClr val="081727"/>
                </a:solidFill>
              </a:defRPr>
            </a:lvl4pPr>
            <a:lvl5pPr algn="l">
              <a:defRPr sz="3150" b="1">
                <a:solidFill>
                  <a:srgbClr val="081727"/>
                </a:solidFill>
              </a:defRPr>
            </a:lvl5pPr>
            <a:lvl6pPr algn="l">
              <a:defRPr sz="3150" b="1">
                <a:solidFill>
                  <a:srgbClr val="081727"/>
                </a:solidFill>
              </a:defRPr>
            </a:lvl6pPr>
            <a:lvl7pPr algn="l">
              <a:defRPr sz="3150" b="1">
                <a:solidFill>
                  <a:srgbClr val="081727"/>
                </a:solidFill>
              </a:defRPr>
            </a:lvl7pPr>
            <a:lvl8pPr algn="l">
              <a:defRPr sz="3150" b="1">
                <a:solidFill>
                  <a:srgbClr val="081727"/>
                </a:solidFill>
              </a:defRPr>
            </a:lvl8pPr>
            <a:lvl9pPr algn="l">
              <a:defRPr sz="315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81727"/>
                </a:solidFill>
              </a:defRPr>
            </a:pPr>
            <a:r>
              <a:rPr sz="3150" b="1">
                <a:solidFill>
                  <a:srgbClr val="081727"/>
                </a:solidFill>
              </a:rPr>
              <a:t>Quelles sont les 3</a:t>
            </a:r>
          </a:p>
          <a:p xmlns:a="http://schemas.openxmlformats.org/drawingml/2006/main">
            <a:pPr algn="l">
              <a:defRPr sz="3150" b="1">
                <a:solidFill>
                  <a:srgbClr val="081727"/>
                </a:solidFill>
              </a:defRPr>
            </a:pPr>
            <a:r>
              <a:rPr sz="3150" b="1">
                <a:solidFill>
                  <a:srgbClr val="081727"/>
                </a:solidFill>
              </a:rPr>
              <a:t>indispensables de tout</a:t>
            </a:r>
          </a:p>
          <a:p xmlns:a="http://schemas.openxmlformats.org/drawingml/2006/main">
            <a:pPr algn="l">
              <a:defRPr sz="3150" b="1">
                <a:solidFill>
                  <a:srgbClr val="081727"/>
                </a:solidFill>
              </a:defRPr>
            </a:pPr>
            <a:r>
              <a:rPr sz="3150" b="1">
                <a:solidFill>
                  <a:srgbClr val="081727"/>
                </a:solidFill>
              </a:rPr>
              <a:t>bon Nordiste ?</a:t>
            </a:r>
          </a:p>
        </p:txBody>
      </p:sp>
      <p:sp>
        <p:nvSpPr>
          <p:cNvPr id="11" name="Filet vert">
            <a:extLst xmlns:a="http://schemas.openxmlformats.org/drawingml/2006/main">
              <a:ext uri="{FF2B5EF4-FFF2-40B4-BE49-F238E27FC236}">
                <a16:creationId xmlns:a16="http://schemas.microsoft.com/office/drawing/2014/main" id="{468CCF3D-AEA0-4A1B-9635-B0124523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115050"/>
            <a:ext cx="5095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père 1">
            <a:extLst xmlns:a="http://schemas.openxmlformats.org/drawingml/2006/main">
              <a:ext uri="{FF2B5EF4-FFF2-40B4-BE49-F238E27FC236}">
                <a16:creationId xmlns:a16="http://schemas.microsoft.com/office/drawing/2014/main" id="{8CD4FE46-D56A-4ED8-99B5-1F1A16F2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960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e repère 1">
            <a:extLst xmlns:a="http://schemas.openxmlformats.org/drawingml/2006/main">
              <a:ext uri="{FF2B5EF4-FFF2-40B4-BE49-F238E27FC236}">
                <a16:creationId xmlns:a16="http://schemas.microsoft.com/office/drawing/2014/main" id="{402880C5-9F55-46BF-8492-27D18CD1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5151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081727"/>
                </a:solidFill>
              </a:defRPr>
            </a:defPPr>
            <a:lvl1pPr algn="ctr">
              <a:defRPr sz="1800" b="1">
                <a:solidFill>
                  <a:srgbClr val="081727"/>
                </a:solidFill>
              </a:defRPr>
            </a:lvl1pPr>
            <a:lvl2pPr algn="ctr">
              <a:defRPr sz="1800" b="1">
                <a:solidFill>
                  <a:srgbClr val="081727"/>
                </a:solidFill>
              </a:defRPr>
            </a:lvl2pPr>
            <a:lvl3pPr algn="ctr">
              <a:defRPr sz="1800" b="1">
                <a:solidFill>
                  <a:srgbClr val="081727"/>
                </a:solidFill>
              </a:defRPr>
            </a:lvl3pPr>
            <a:lvl4pPr algn="ctr">
              <a:defRPr sz="1800" b="1">
                <a:solidFill>
                  <a:srgbClr val="081727"/>
                </a:solidFill>
              </a:defRPr>
            </a:lvl4pPr>
            <a:lvl5pPr algn="ctr">
              <a:defRPr sz="1800" b="1">
                <a:solidFill>
                  <a:srgbClr val="081727"/>
                </a:solidFill>
              </a:defRPr>
            </a:lvl5pPr>
            <a:lvl6pPr algn="ctr">
              <a:defRPr sz="1800" b="1">
                <a:solidFill>
                  <a:srgbClr val="081727"/>
                </a:solidFill>
              </a:defRPr>
            </a:lvl6pPr>
            <a:lvl7pPr algn="ctr">
              <a:defRPr sz="1800" b="1">
                <a:solidFill>
                  <a:srgbClr val="081727"/>
                </a:solidFill>
              </a:defRPr>
            </a:lvl7pPr>
            <a:lvl8pPr algn="ctr">
              <a:defRPr sz="1800" b="1">
                <a:solidFill>
                  <a:srgbClr val="081727"/>
                </a:solidFill>
              </a:defRPr>
            </a:lvl8pPr>
            <a:lvl9pPr algn="ctr">
              <a:defRPr sz="18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1727"/>
                </a:solidFill>
              </a:defRPr>
            </a:pPr>
            <a:r>
              <a:rPr sz="1800" b="1">
                <a:solidFill>
                  <a:srgbClr val="081727"/>
                </a:solidFill>
              </a:rPr>
              <a:t>1</a:t>
            </a:r>
          </a:p>
        </p:txBody>
      </p:sp>
      <p:sp>
        <p:nvSpPr>
          <p:cNvPr id="14" name="Réponse 1">
            <a:extLst xmlns:a="http://schemas.openxmlformats.org/drawingml/2006/main">
              <a:ext uri="{FF2B5EF4-FFF2-40B4-BE49-F238E27FC236}">
                <a16:creationId xmlns:a16="http://schemas.microsoft.com/office/drawing/2014/main" id="{96B50AEE-16C7-4515-9386-469CF4AF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477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1727"/>
                </a:solidFill>
              </a:defRPr>
            </a:defPPr>
            <a:lvl1pPr algn="l">
              <a:defRPr sz="2325" b="1">
                <a:solidFill>
                  <a:srgbClr val="081727"/>
                </a:solidFill>
              </a:defRPr>
            </a:lvl1pPr>
            <a:lvl2pPr algn="l">
              <a:defRPr sz="2325" b="1">
                <a:solidFill>
                  <a:srgbClr val="081727"/>
                </a:solidFill>
              </a:defRPr>
            </a:lvl2pPr>
            <a:lvl3pPr algn="l">
              <a:defRPr sz="2325" b="1">
                <a:solidFill>
                  <a:srgbClr val="081727"/>
                </a:solidFill>
              </a:defRPr>
            </a:lvl3pPr>
            <a:lvl4pPr algn="l">
              <a:defRPr sz="2325" b="1">
                <a:solidFill>
                  <a:srgbClr val="081727"/>
                </a:solidFill>
              </a:defRPr>
            </a:lvl4pPr>
            <a:lvl5pPr algn="l">
              <a:defRPr sz="2325" b="1">
                <a:solidFill>
                  <a:srgbClr val="081727"/>
                </a:solidFill>
              </a:defRPr>
            </a:lvl5pPr>
            <a:lvl6pPr algn="l">
              <a:defRPr sz="2325" b="1">
                <a:solidFill>
                  <a:srgbClr val="081727"/>
                </a:solidFill>
              </a:defRPr>
            </a:lvl6pPr>
            <a:lvl7pPr algn="l">
              <a:defRPr sz="2325" b="1">
                <a:solidFill>
                  <a:srgbClr val="081727"/>
                </a:solidFill>
              </a:defRPr>
            </a:lvl7pPr>
            <a:lvl8pPr algn="l">
              <a:defRPr sz="2325" b="1">
                <a:solidFill>
                  <a:srgbClr val="081727"/>
                </a:solidFill>
              </a:defRPr>
            </a:lvl8pPr>
            <a:lvl9pPr algn="l">
              <a:defRPr sz="2325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1727"/>
                </a:solidFill>
              </a:defRPr>
            </a:pPr>
            <a:r>
              <a:rPr sz="2325" b="1">
                <a:solidFill>
                  <a:srgbClr val="081727"/>
                </a:solidFill>
              </a:rPr>
              <a:t>Le parapluie</a:t>
            </a:r>
          </a:p>
        </p:txBody>
      </p:sp>
      <p:sp>
        <p:nvSpPr>
          <p:cNvPr id="15" name="Repère 2">
            <a:extLst xmlns:a="http://schemas.openxmlformats.org/drawingml/2006/main">
              <a:ext uri="{FF2B5EF4-FFF2-40B4-BE49-F238E27FC236}">
                <a16:creationId xmlns:a16="http://schemas.microsoft.com/office/drawing/2014/main" id="{CDA5E2E3-8457-4E1C-AC3C-45DDE1A0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2390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e repère 2">
            <a:extLst xmlns:a="http://schemas.openxmlformats.org/drawingml/2006/main">
              <a:ext uri="{FF2B5EF4-FFF2-40B4-BE49-F238E27FC236}">
                <a16:creationId xmlns:a16="http://schemas.microsoft.com/office/drawing/2014/main" id="{939889EF-DF56-4425-B93C-DE5156D1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2580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081727"/>
                </a:solidFill>
              </a:defRPr>
            </a:defPPr>
            <a:lvl1pPr algn="ctr">
              <a:defRPr sz="1800" b="1">
                <a:solidFill>
                  <a:srgbClr val="081727"/>
                </a:solidFill>
              </a:defRPr>
            </a:lvl1pPr>
            <a:lvl2pPr algn="ctr">
              <a:defRPr sz="1800" b="1">
                <a:solidFill>
                  <a:srgbClr val="081727"/>
                </a:solidFill>
              </a:defRPr>
            </a:lvl2pPr>
            <a:lvl3pPr algn="ctr">
              <a:defRPr sz="1800" b="1">
                <a:solidFill>
                  <a:srgbClr val="081727"/>
                </a:solidFill>
              </a:defRPr>
            </a:lvl3pPr>
            <a:lvl4pPr algn="ctr">
              <a:defRPr sz="1800" b="1">
                <a:solidFill>
                  <a:srgbClr val="081727"/>
                </a:solidFill>
              </a:defRPr>
            </a:lvl4pPr>
            <a:lvl5pPr algn="ctr">
              <a:defRPr sz="1800" b="1">
                <a:solidFill>
                  <a:srgbClr val="081727"/>
                </a:solidFill>
              </a:defRPr>
            </a:lvl5pPr>
            <a:lvl6pPr algn="ctr">
              <a:defRPr sz="1800" b="1">
                <a:solidFill>
                  <a:srgbClr val="081727"/>
                </a:solidFill>
              </a:defRPr>
            </a:lvl6pPr>
            <a:lvl7pPr algn="ctr">
              <a:defRPr sz="1800" b="1">
                <a:solidFill>
                  <a:srgbClr val="081727"/>
                </a:solidFill>
              </a:defRPr>
            </a:lvl7pPr>
            <a:lvl8pPr algn="ctr">
              <a:defRPr sz="1800" b="1">
                <a:solidFill>
                  <a:srgbClr val="081727"/>
                </a:solidFill>
              </a:defRPr>
            </a:lvl8pPr>
            <a:lvl9pPr algn="ctr">
              <a:defRPr sz="18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1727"/>
                </a:solidFill>
              </a:defRPr>
            </a:pPr>
            <a:r>
              <a:rPr sz="1800" b="1">
                <a:solidFill>
                  <a:srgbClr val="081727"/>
                </a:solidFill>
              </a:rPr>
              <a:t>2</a:t>
            </a:r>
          </a:p>
        </p:txBody>
      </p:sp>
      <p:sp>
        <p:nvSpPr>
          <p:cNvPr id="17" name="Réponse 2">
            <a:extLst xmlns:a="http://schemas.openxmlformats.org/drawingml/2006/main">
              <a:ext uri="{FF2B5EF4-FFF2-40B4-BE49-F238E27FC236}">
                <a16:creationId xmlns:a16="http://schemas.microsoft.com/office/drawing/2014/main" id="{126859BF-A3E1-4535-BE80-B5276337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219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1727"/>
                </a:solidFill>
              </a:defRPr>
            </a:defPPr>
            <a:lvl1pPr algn="l">
              <a:defRPr sz="2325" b="1">
                <a:solidFill>
                  <a:srgbClr val="081727"/>
                </a:solidFill>
              </a:defRPr>
            </a:lvl1pPr>
            <a:lvl2pPr algn="l">
              <a:defRPr sz="2325" b="1">
                <a:solidFill>
                  <a:srgbClr val="081727"/>
                </a:solidFill>
              </a:defRPr>
            </a:lvl2pPr>
            <a:lvl3pPr algn="l">
              <a:defRPr sz="2325" b="1">
                <a:solidFill>
                  <a:srgbClr val="081727"/>
                </a:solidFill>
              </a:defRPr>
            </a:lvl3pPr>
            <a:lvl4pPr algn="l">
              <a:defRPr sz="2325" b="1">
                <a:solidFill>
                  <a:srgbClr val="081727"/>
                </a:solidFill>
              </a:defRPr>
            </a:lvl4pPr>
            <a:lvl5pPr algn="l">
              <a:defRPr sz="2325" b="1">
                <a:solidFill>
                  <a:srgbClr val="081727"/>
                </a:solidFill>
              </a:defRPr>
            </a:lvl5pPr>
            <a:lvl6pPr algn="l">
              <a:defRPr sz="2325" b="1">
                <a:solidFill>
                  <a:srgbClr val="081727"/>
                </a:solidFill>
              </a:defRPr>
            </a:lvl6pPr>
            <a:lvl7pPr algn="l">
              <a:defRPr sz="2325" b="1">
                <a:solidFill>
                  <a:srgbClr val="081727"/>
                </a:solidFill>
              </a:defRPr>
            </a:lvl7pPr>
            <a:lvl8pPr algn="l">
              <a:defRPr sz="2325" b="1">
                <a:solidFill>
                  <a:srgbClr val="081727"/>
                </a:solidFill>
              </a:defRPr>
            </a:lvl8pPr>
            <a:lvl9pPr algn="l">
              <a:defRPr sz="2325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1727"/>
                </a:solidFill>
              </a:defRPr>
            </a:pPr>
            <a:r>
              <a:rPr sz="2325" b="1">
                <a:solidFill>
                  <a:srgbClr val="081727"/>
                </a:solidFill>
              </a:rPr>
              <a:t>Le manteau</a:t>
            </a:r>
          </a:p>
        </p:txBody>
      </p:sp>
      <p:sp>
        <p:nvSpPr>
          <p:cNvPr id="18" name="Repère 3">
            <a:extLst xmlns:a="http://schemas.openxmlformats.org/drawingml/2006/main">
              <a:ext uri="{FF2B5EF4-FFF2-40B4-BE49-F238E27FC236}">
                <a16:creationId xmlns:a16="http://schemas.microsoft.com/office/drawing/2014/main" id="{81CD49C4-D3C6-498A-926E-CCC2B984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981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C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e repère 3">
            <a:extLst xmlns:a="http://schemas.openxmlformats.org/drawingml/2006/main">
              <a:ext uri="{FF2B5EF4-FFF2-40B4-BE49-F238E27FC236}">
                <a16:creationId xmlns:a16="http://schemas.microsoft.com/office/drawing/2014/main" id="{25AEB7EC-FA02-4223-8B6F-A8A55BC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0010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081727"/>
                </a:solidFill>
              </a:defRPr>
            </a:defPPr>
            <a:lvl1pPr algn="ctr">
              <a:defRPr sz="1800" b="1">
                <a:solidFill>
                  <a:srgbClr val="081727"/>
                </a:solidFill>
              </a:defRPr>
            </a:lvl1pPr>
            <a:lvl2pPr algn="ctr">
              <a:defRPr sz="1800" b="1">
                <a:solidFill>
                  <a:srgbClr val="081727"/>
                </a:solidFill>
              </a:defRPr>
            </a:lvl2pPr>
            <a:lvl3pPr algn="ctr">
              <a:defRPr sz="1800" b="1">
                <a:solidFill>
                  <a:srgbClr val="081727"/>
                </a:solidFill>
              </a:defRPr>
            </a:lvl3pPr>
            <a:lvl4pPr algn="ctr">
              <a:defRPr sz="1800" b="1">
                <a:solidFill>
                  <a:srgbClr val="081727"/>
                </a:solidFill>
              </a:defRPr>
            </a:lvl4pPr>
            <a:lvl5pPr algn="ctr">
              <a:defRPr sz="1800" b="1">
                <a:solidFill>
                  <a:srgbClr val="081727"/>
                </a:solidFill>
              </a:defRPr>
            </a:lvl5pPr>
            <a:lvl6pPr algn="ctr">
              <a:defRPr sz="1800" b="1">
                <a:solidFill>
                  <a:srgbClr val="081727"/>
                </a:solidFill>
              </a:defRPr>
            </a:lvl6pPr>
            <a:lvl7pPr algn="ctr">
              <a:defRPr sz="1800" b="1">
                <a:solidFill>
                  <a:srgbClr val="081727"/>
                </a:solidFill>
              </a:defRPr>
            </a:lvl7pPr>
            <a:lvl8pPr algn="ctr">
              <a:defRPr sz="1800" b="1">
                <a:solidFill>
                  <a:srgbClr val="081727"/>
                </a:solidFill>
              </a:defRPr>
            </a:lvl8pPr>
            <a:lvl9pPr algn="ctr">
              <a:defRPr sz="18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1727"/>
                </a:solidFill>
              </a:defRPr>
            </a:pPr>
            <a:r>
              <a:rPr sz="1800" b="1">
                <a:solidFill>
                  <a:srgbClr val="081727"/>
                </a:solidFill>
              </a:rPr>
              <a:t>3</a:t>
            </a:r>
          </a:p>
        </p:txBody>
      </p:sp>
      <p:sp>
        <p:nvSpPr>
          <p:cNvPr id="20" name="Réponse 3">
            <a:extLst xmlns:a="http://schemas.openxmlformats.org/drawingml/2006/main">
              <a:ext uri="{FF2B5EF4-FFF2-40B4-BE49-F238E27FC236}">
                <a16:creationId xmlns:a16="http://schemas.microsoft.com/office/drawing/2014/main" id="{3ABA70CC-5088-4D5B-876F-FE86F873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962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1727"/>
                </a:solidFill>
              </a:defRPr>
            </a:defPPr>
            <a:lvl1pPr algn="l">
              <a:defRPr sz="2325" b="1">
                <a:solidFill>
                  <a:srgbClr val="081727"/>
                </a:solidFill>
              </a:defRPr>
            </a:lvl1pPr>
            <a:lvl2pPr algn="l">
              <a:defRPr sz="2325" b="1">
                <a:solidFill>
                  <a:srgbClr val="081727"/>
                </a:solidFill>
              </a:defRPr>
            </a:lvl2pPr>
            <a:lvl3pPr algn="l">
              <a:defRPr sz="2325" b="1">
                <a:solidFill>
                  <a:srgbClr val="081727"/>
                </a:solidFill>
              </a:defRPr>
            </a:lvl3pPr>
            <a:lvl4pPr algn="l">
              <a:defRPr sz="2325" b="1">
                <a:solidFill>
                  <a:srgbClr val="081727"/>
                </a:solidFill>
              </a:defRPr>
            </a:lvl4pPr>
            <a:lvl5pPr algn="l">
              <a:defRPr sz="2325" b="1">
                <a:solidFill>
                  <a:srgbClr val="081727"/>
                </a:solidFill>
              </a:defRPr>
            </a:lvl5pPr>
            <a:lvl6pPr algn="l">
              <a:defRPr sz="2325" b="1">
                <a:solidFill>
                  <a:srgbClr val="081727"/>
                </a:solidFill>
              </a:defRPr>
            </a:lvl6pPr>
            <a:lvl7pPr algn="l">
              <a:defRPr sz="2325" b="1">
                <a:solidFill>
                  <a:srgbClr val="081727"/>
                </a:solidFill>
              </a:defRPr>
            </a:lvl7pPr>
            <a:lvl8pPr algn="l">
              <a:defRPr sz="2325" b="1">
                <a:solidFill>
                  <a:srgbClr val="081727"/>
                </a:solidFill>
              </a:defRPr>
            </a:lvl8pPr>
            <a:lvl9pPr algn="l">
              <a:defRPr sz="2325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1727"/>
                </a:solidFill>
              </a:defRPr>
            </a:pPr>
            <a:r>
              <a:rPr sz="2325" b="1">
                <a:solidFill>
                  <a:srgbClr val="081727"/>
                </a:solidFill>
              </a:rPr>
              <a:t>La bière</a:t>
            </a:r>
          </a:p>
        </p:txBody>
      </p:sp>
      <p:sp>
        <p:nvSpPr>
          <p:cNvPr id="21" name="Petit rappel">
            <a:extLst xmlns:a="http://schemas.openxmlformats.org/drawingml/2006/main">
              <a:ext uri="{FF2B5EF4-FFF2-40B4-BE49-F238E27FC236}">
                <a16:creationId xmlns:a16="http://schemas.microsoft.com/office/drawing/2014/main" id="{A11F2E21-7DC1-403F-A44C-2066FFEB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810625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516071"/>
                </a:solidFill>
              </a:defRPr>
            </a:defPPr>
            <a:lvl1pPr algn="l">
              <a:defRPr sz="1500" b="0">
                <a:solidFill>
                  <a:srgbClr val="516071"/>
                </a:solidFill>
              </a:defRPr>
            </a:lvl1pPr>
            <a:lvl2pPr algn="l">
              <a:defRPr sz="1500" b="0">
                <a:solidFill>
                  <a:srgbClr val="516071"/>
                </a:solidFill>
              </a:defRPr>
            </a:lvl2pPr>
            <a:lvl3pPr algn="l">
              <a:defRPr sz="1500" b="0">
                <a:solidFill>
                  <a:srgbClr val="516071"/>
                </a:solidFill>
              </a:defRPr>
            </a:lvl3pPr>
            <a:lvl4pPr algn="l">
              <a:defRPr sz="1500" b="0">
                <a:solidFill>
                  <a:srgbClr val="516071"/>
                </a:solidFill>
              </a:defRPr>
            </a:lvl4pPr>
            <a:lvl5pPr algn="l">
              <a:defRPr sz="1500" b="0">
                <a:solidFill>
                  <a:srgbClr val="516071"/>
                </a:solidFill>
              </a:defRPr>
            </a:lvl5pPr>
            <a:lvl6pPr algn="l">
              <a:defRPr sz="1500" b="0">
                <a:solidFill>
                  <a:srgbClr val="516071"/>
                </a:solidFill>
              </a:defRPr>
            </a:lvl6pPr>
            <a:lvl7pPr algn="l">
              <a:defRPr sz="1500" b="0">
                <a:solidFill>
                  <a:srgbClr val="516071"/>
                </a:solidFill>
              </a:defRPr>
            </a:lvl7pPr>
            <a:lvl8pPr algn="l">
              <a:defRPr sz="1500" b="0">
                <a:solidFill>
                  <a:srgbClr val="516071"/>
                </a:solidFill>
              </a:defRPr>
            </a:lvl8pPr>
            <a:lvl9pPr algn="l">
              <a:defRPr sz="1500" b="0">
                <a:solidFill>
                  <a:srgbClr val="516071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16071"/>
                </a:solidFill>
              </a:defRPr>
            </a:pPr>
            <a:r>
              <a:rPr sz="1500" b="0">
                <a:solidFill>
                  <a:srgbClr val="516071"/>
                </a:solidFill>
              </a:rPr>
              <a:t>Le kit officiel dès que trois gouttes tombent.</a:t>
            </a:r>
          </a:p>
        </p:txBody>
      </p:sp>
    </p:spTree>
    <p:extLst>
      <p:ext uri="{BB962C8B-B14F-4D97-AF65-F5344CB8AC3E}">
        <p14:creationId xmlns:p14="http://schemas.microsoft.com/office/powerpoint/2010/main" val="1489500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2026-10-21T11:09:11.9180000Z</dcterms:created>
  <dcterms:modified xsi:type="dcterms:W3CDTF">2026-10-21T11:09:11.9180000Z</dcterms:modified>
</coreProperties>
</file>