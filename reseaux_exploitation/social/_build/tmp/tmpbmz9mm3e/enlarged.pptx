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7fdada9830c4032" Type="http://schemas.openxmlformats.org/package/2006/relationships/metadata/core-properties" Target="docProps/core.xml"/><Relationship Id="R084aa1eec6894ee7" Type="http://schemas.openxmlformats.org/officeDocument/2006/relationships/officeDocument" Target="ppt/presentation.xml"/><Relationship Id="Re300322657bd470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094e24bdb414e"/>
  </p:sldMasterIdLst>
  <p:notesMasterIdLst>
    <p:notesMasterId xmlns:r="http://schemas.openxmlformats.org/officeDocument/2006/relationships" r:id="Rdb1a3881cdfe4a35"/>
  </p:notesMasterIdLst>
  <p:sldIdLst>
    <p:sldId xmlns:r="http://schemas.openxmlformats.org/officeDocument/2006/relationships" id="256" r:id="Rfecf5173c39f47db"/>
  </p:sldIdLst>
  <p:sldSz cx="14351000" cy="2235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649d11edcff46bf" Type="http://schemas.openxmlformats.org/officeDocument/2006/relationships/presProps" Target="presProps.xml"/><Relationship Id="R297c59fe3ba24482" Type="http://schemas.openxmlformats.org/officeDocument/2006/relationships/tableStyles" Target="tableStyles.xml"/><Relationship Id="R2d7094e24bdb414e" Type="http://schemas.openxmlformats.org/officeDocument/2006/relationships/slideMaster" Target="slideMasters/slideMaster1.xml"/><Relationship Id="R93f593eefe4b4c58" Type="http://schemas.openxmlformats.org/officeDocument/2006/relationships/theme" Target="theme/theme1.xml"/><Relationship Id="Rdb1a3881cdfe4a35" Type="http://schemas.openxmlformats.org/officeDocument/2006/relationships/notesMaster" Target="notesMasters/notesMaster1.xml"/><Relationship Id="Rfecf5173c39f47db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af61ea5f0a124ed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2897b885a264245" Type="http://schemas.openxmlformats.org/officeDocument/2006/relationships/slide" Target="../slides/slide1.xml"/><Relationship Id="Raa7e9973d53e4cc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f33c0add5f944f8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db6792a1a17431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6a0dd7ba1624e2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ea096dae894a44c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aed64f2cd62454d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b501bbbc562e404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EA362D-0421-4C75-9177-E74F464DB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CBD7AC-BDAC-4482-B627-587E0533FA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CA6C60-7041-4061-A479-4D53622B7A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469998-088F-4D24-BBBC-26BAC68DC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AEF8A2-C3B4-40B6-B280-6443138249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C101F1-7160-4E7F-B41F-6090988B9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3E5F11-1E8D-451F-955E-9C5F94FDEA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64A745-98AD-4DB8-81FE-3314D5F7CA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A382EC-D220-478B-834A-31F21A394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07952F-FF58-4D3C-96F4-99A90C1B5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5a9ac7c757b44a4" Type="http://schemas.openxmlformats.org/officeDocument/2006/relationships/slideLayout" Target="../slideLayouts/slideLayout1.xml"/><Relationship Id="R42a64e3d17e744a7" Type="http://schemas.openxmlformats.org/officeDocument/2006/relationships/slideLayout" Target="../slideLayouts/slideLayout6.xml"/><Relationship Id="Ra1ec864f3a4e4b57" Type="http://schemas.openxmlformats.org/officeDocument/2006/relationships/slideLayout" Target="../slideLayouts/slideLayout2.xml"/><Relationship Id="Rb21e9184a60044bc" Type="http://schemas.openxmlformats.org/officeDocument/2006/relationships/slideLayout" Target="../slideLayouts/slideLayout4.xml"/><Relationship Id="Rb4ca1b6868ab49c1" Type="http://schemas.openxmlformats.org/officeDocument/2006/relationships/slideLayout" Target="../slideLayouts/slideLayout3.xml"/><Relationship Id="Rd11e95ace09141d2" Type="http://schemas.openxmlformats.org/officeDocument/2006/relationships/theme" Target="theme/theme2.xml"/><Relationship Id="Rec80240172f24939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9ac7c757b44a4"/>
    <p:sldLayoutId xmlns:r="http://schemas.openxmlformats.org/officeDocument/2006/relationships" id="2147483650" r:id="Ra1ec864f3a4e4b57"/>
    <p:sldLayoutId xmlns:r="http://schemas.openxmlformats.org/officeDocument/2006/relationships" id="2147483651" r:id="Rb4ca1b6868ab49c1"/>
    <p:sldLayoutId xmlns:r="http://schemas.openxmlformats.org/officeDocument/2006/relationships" id="2147483652" r:id="Rb21e9184a60044bc"/>
    <p:sldLayoutId xmlns:r="http://schemas.openxmlformats.org/officeDocument/2006/relationships" id="2147483653" r:id="Rec80240172f24939"/>
    <p:sldLayoutId xmlns:r="http://schemas.openxmlformats.org/officeDocument/2006/relationships" id="2147483654" r:id="R42a64e3d17e7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afebb126e9044dc" Type="http://schemas.openxmlformats.org/officeDocument/2006/relationships/notesSlide" Target="../notesSlides/notesSlide1.xml"/><Relationship Id="R879baedce966438c" Type="http://schemas.openxmlformats.org/officeDocument/2006/relationships/slideLayout" Target="../slideLayouts/slideLayout6.xml"/><Relationship Id="Rb50051aa729a4739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20320000"/>
            <a:ext cx="14351000" cy="203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4351000" cy="203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319000" y="0"/>
            <a:ext cx="2032000" cy="2235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2032000" cy="2235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716E8-2C83-4103-9A82-515C61155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051aa729a4739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2000" y="203200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67F174E8-2C3D-49E8-BE7E-ABA2354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203200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C784ED72-B705-43F5-9D6C-9BF6262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2032000"/>
            <a:ext cx="10287000" cy="771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48000">
                <a:srgbClr val="071829">
                  <a:alpha val="72000"/>
                </a:srgbClr>
              </a:gs>
              <a:gs pos="100000">
                <a:srgbClr val="071829">
                  <a:alpha val="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F8FA3279-44DB-48A0-AF22-2C609391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71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AF62AAA3-B249-4CF0-853A-8DC6D1A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2651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CC6198C3-090F-401B-819C-5E595E6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265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08431F69-F19C-4467-B26A-5D9B77C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2651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 nuit">
            <a:extLst xmlns:a="http://schemas.openxmlformats.org/drawingml/2006/main">
              <a:ext uri="{FF2B5EF4-FFF2-40B4-BE49-F238E27FC236}">
                <a16:creationId xmlns:a16="http://schemas.microsoft.com/office/drawing/2014/main" id="{F09F5F5B-322C-4479-949A-F061454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35369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50ADA922-1CE1-46C5-8893-BAC8744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3575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LE MONDE DE LA NUIT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F154B7DC-149D-4861-9E3F-00C1BCC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460375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AGENDA DE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LA NIGHT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F65A96AB-5E05-4034-9265-58427E5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7127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Bars . Dj Sets . Concerts . Soirées . Clubs</a:t>
            </a:r>
          </a:p>
        </p:txBody>
      </p:sp>
      <p:sp>
        <p:nvSpPr>
          <p:cNvPr id="12" name="Bouton agenda">
            <a:extLst xmlns:a="http://schemas.openxmlformats.org/drawingml/2006/main">
              <a:ext uri="{FF2B5EF4-FFF2-40B4-BE49-F238E27FC236}">
                <a16:creationId xmlns:a16="http://schemas.microsoft.com/office/drawing/2014/main" id="{0D9EDBE4-F17B-45FB-9E48-67303690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18034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 calendrier">
            <a:extLst xmlns:a="http://schemas.openxmlformats.org/drawingml/2006/main">
              <a:ext uri="{FF2B5EF4-FFF2-40B4-BE49-F238E27FC236}">
                <a16:creationId xmlns:a16="http://schemas.microsoft.com/office/drawing/2014/main" id="{4F98065C-6476-4BF9-A8FD-8BC943A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650" y="18281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 calendrier">
            <a:extLst xmlns:a="http://schemas.openxmlformats.org/drawingml/2006/main">
              <a:ext uri="{FF2B5EF4-FFF2-40B4-BE49-F238E27FC236}">
                <a16:creationId xmlns:a16="http://schemas.microsoft.com/office/drawing/2014/main" id="{20F72477-BFDA-4205-9DB8-D2E103F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18281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071829"/>
                </a:solidFill>
              </a:defRPr>
            </a:defPPr>
            <a:lvl1pPr algn="ctr">
              <a:defRPr sz="3600" b="1">
                <a:solidFill>
                  <a:srgbClr val="071829"/>
                </a:solidFill>
              </a:defRPr>
            </a:lvl1pPr>
            <a:lvl2pPr algn="ctr">
              <a:defRPr sz="3600" b="1">
                <a:solidFill>
                  <a:srgbClr val="071829"/>
                </a:solidFill>
              </a:defRPr>
            </a:lvl2pPr>
            <a:lvl3pPr algn="ctr">
              <a:defRPr sz="3600" b="1">
                <a:solidFill>
                  <a:srgbClr val="071829"/>
                </a:solidFill>
              </a:defRPr>
            </a:lvl3pPr>
            <a:lvl4pPr algn="ctr">
              <a:defRPr sz="3600" b="1">
                <a:solidFill>
                  <a:srgbClr val="071829"/>
                </a:solidFill>
              </a:defRPr>
            </a:lvl4pPr>
            <a:lvl5pPr algn="ctr">
              <a:defRPr sz="3600" b="1">
                <a:solidFill>
                  <a:srgbClr val="071829"/>
                </a:solidFill>
              </a:defRPr>
            </a:lvl5pPr>
            <a:lvl6pPr algn="ctr">
              <a:defRPr sz="3600" b="1">
                <a:solidFill>
                  <a:srgbClr val="071829"/>
                </a:solidFill>
              </a:defRPr>
            </a:lvl6pPr>
            <a:lvl7pPr algn="ctr">
              <a:defRPr sz="3600" b="1">
                <a:solidFill>
                  <a:srgbClr val="071829"/>
                </a:solidFill>
              </a:defRPr>
            </a:lvl7pPr>
            <a:lvl8pPr algn="ctr">
              <a:defRPr sz="3600" b="1">
                <a:solidFill>
                  <a:srgbClr val="071829"/>
                </a:solidFill>
              </a:defRPr>
            </a:lvl8pPr>
            <a:lvl9pPr algn="ctr">
              <a:defRPr sz="36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71829"/>
                </a:solidFill>
              </a:defRPr>
            </a:pPr>
            <a:r>
              <a:rPr sz="3600" b="1">
                <a:solidFill>
                  <a:srgbClr val="071829"/>
                </a:solidFill>
              </a:rPr>
              <a:t>▦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7DD60791-51B3-468B-83FA-B100916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25" y="18272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LES SORTIES DE NUIT</a:t>
            </a:r>
          </a:p>
        </p:txBody>
      </p:sp>
      <p:sp>
        <p:nvSpPr>
          <p:cNvPr id="16" name="Flèche bouton">
            <a:extLst xmlns:a="http://schemas.openxmlformats.org/drawingml/2006/main">
              <a:ext uri="{FF2B5EF4-FFF2-40B4-BE49-F238E27FC236}">
                <a16:creationId xmlns:a16="http://schemas.microsoft.com/office/drawing/2014/main" id="{9B170461-F8D6-49FA-89CC-E55A730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750" y="18253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492146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2026-10-21T06:37:40.4370000Z</dcterms:created>
  <dcterms:modified xsi:type="dcterms:W3CDTF">2026-10-21T06:37:40.4370000Z</dcterms:modified>
</coreProperties>
</file>