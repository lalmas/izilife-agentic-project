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ff42bde78004c76" Type="http://schemas.openxmlformats.org/officeDocument/2006/relationships/extended-properties" Target="docProps/app.xml"/><Relationship Id="R6f5d9563e66e4f82" Type="http://schemas.openxmlformats.org/officeDocument/2006/relationships/officeDocument" Target="ppt/presentation.xml"/><Relationship Id="R8b33a7db310e475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0573aa4a954d05"/>
  </p:sldMasterIdLst>
  <p:notesMasterIdLst>
    <p:notesMasterId xmlns:r="http://schemas.openxmlformats.org/officeDocument/2006/relationships" r:id="R3d081b9897df4419"/>
  </p:notesMasterIdLst>
  <p:sldIdLst>
    <p:sldId xmlns:r="http://schemas.openxmlformats.org/officeDocument/2006/relationships" id="256" r:id="R37c1726d035f4dea"/>
  </p:sldIdLst>
  <p:sldSz cx="14351000" cy="2235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37c1726d035f4dea" Type="http://schemas.openxmlformats.org/officeDocument/2006/relationships/slide" Target="slides/slide1.xml"/><Relationship Id="R3d081b9897df4419" Type="http://schemas.openxmlformats.org/officeDocument/2006/relationships/notesMaster" Target="notesMasters/notesMaster1.xml"/><Relationship Id="R44188df39d444e37" Type="http://schemas.openxmlformats.org/officeDocument/2006/relationships/tableStyles" Target="tableStyles.xml"/><Relationship Id="R4b0573aa4a954d05" Type="http://schemas.openxmlformats.org/officeDocument/2006/relationships/slideMaster" Target="slideMasters/slideMaster1.xml"/><Relationship Id="R574d4dc2a2594b7a" Type="http://schemas.openxmlformats.org/officeDocument/2006/relationships/theme" Target="theme/theme1.xml"/><Relationship Id="Rb398d6785bc2471a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951cff6b68014cf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f189b0568424707" Type="http://schemas.openxmlformats.org/officeDocument/2006/relationships/notesMaster" Target="../notesMasters/notesMaster1.xml"/><Relationship Id="R9bd002c7d49044e6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18e7faacfa94b4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94917ef72a146ba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d3fb16aff3e418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0635183c28f489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7b0011120ce349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0d698948e45e469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190689-4DAE-4D35-A9C4-D2ACE71B2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0BF618-00B9-4A30-A4C5-63679873C2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587B28-E503-4828-8359-B6FD0676D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BCB5D-6B3B-403A-910C-632B91CA1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38FC08-32F3-46A7-982F-E748D7BB0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3F8807-7D46-4B0C-9937-9AD05F948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991999-A033-4DF8-B4F0-C43C30EF30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AF37AA-3DE3-4332-9246-B7A2CF786F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8F13F-AAE6-49CE-8C19-EA852D80A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65CC11-9B84-43CD-A048-BE10C0E0E4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48f27c6dbfc480f" Type="http://schemas.openxmlformats.org/officeDocument/2006/relationships/slideLayout" Target="../slideLayouts/slideLayout4.xml"/><Relationship Id="R4c663537d9f242d9" Type="http://schemas.openxmlformats.org/officeDocument/2006/relationships/slideLayout" Target="../slideLayouts/slideLayout5.xml"/><Relationship Id="R5caf2c3261974e56" Type="http://schemas.openxmlformats.org/officeDocument/2006/relationships/slideLayout" Target="../slideLayouts/slideLayout2.xml"/><Relationship Id="R772d04b87f03402e" Type="http://schemas.openxmlformats.org/officeDocument/2006/relationships/slideLayout" Target="../slideLayouts/slideLayout1.xml"/><Relationship Id="R8cf6abfa352f45d7" Type="http://schemas.openxmlformats.org/officeDocument/2006/relationships/slideLayout" Target="../slideLayouts/slideLayout3.xml"/><Relationship Id="R92e0374806b54b35" Type="http://schemas.openxmlformats.org/officeDocument/2006/relationships/slideLayout" Target="../slideLayouts/slideLayout6.xml"/><Relationship Id="Rf211ee50c1e14dd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d04b87f03402e"/>
    <p:sldLayoutId xmlns:r="http://schemas.openxmlformats.org/officeDocument/2006/relationships" id="2147483650" r:id="R5caf2c3261974e56"/>
    <p:sldLayoutId xmlns:r="http://schemas.openxmlformats.org/officeDocument/2006/relationships" id="2147483651" r:id="R8cf6abfa352f45d7"/>
    <p:sldLayoutId xmlns:r="http://schemas.openxmlformats.org/officeDocument/2006/relationships" id="2147483652" r:id="R348f27c6dbfc480f"/>
    <p:sldLayoutId xmlns:r="http://schemas.openxmlformats.org/officeDocument/2006/relationships" id="2147483653" r:id="R4c663537d9f242d9"/>
    <p:sldLayoutId xmlns:r="http://schemas.openxmlformats.org/officeDocument/2006/relationships" id="2147483654" r:id="R92e0374806b54b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61d10ea17a345f7" Type="http://schemas.openxmlformats.org/officeDocument/2006/relationships/image" Target="../media/image.png"/><Relationship Id="R84a05e30091649d5" Type="http://schemas.openxmlformats.org/officeDocument/2006/relationships/slideLayout" Target="../slideLayouts/slideLayout6.xml"/><Relationship Id="Ra5a76f0e5eb249d7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20320000"/>
            <a:ext cx="14351000" cy="203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4351000" cy="203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319000" y="0"/>
            <a:ext cx="2032000" cy="2235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2032000" cy="2235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B3B19-8192-40F3-9269-E532F9FD8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d10ea17a345f7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2000" y="203200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2F6DEF12-56B3-4377-A635-58EF83BB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203200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964752B2-0E49-4945-8E2B-D381900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2032000"/>
            <a:ext cx="10287000" cy="771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48000">
                <a:srgbClr val="071829">
                  <a:alpha val="72000"/>
                </a:srgbClr>
              </a:gs>
              <a:gs pos="100000">
                <a:srgbClr val="071829">
                  <a:alpha val="4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E800F7DE-47D5-4881-B191-09DFA2A5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15271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C5198577-DF76-4CDF-9698-347B3C2C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2651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6AEA9B36-6337-4D37-8988-6F8B790E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2651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9AFE4198-59B7-46CB-AE15-55A06800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2651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 nuit">
            <a:extLst xmlns:a="http://schemas.openxmlformats.org/drawingml/2006/main">
              <a:ext uri="{FF2B5EF4-FFF2-40B4-BE49-F238E27FC236}">
                <a16:creationId xmlns:a16="http://schemas.microsoft.com/office/drawing/2014/main" id="{6CB89AA2-C8F4-45C4-B00B-99E786BB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35369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3016AA40-152D-44B2-9C76-96025A87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3575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LE MONDE DE LA NUIT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F57DEC18-9DB7-45A5-A985-7550A1A6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460375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AGENDA DE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LA NIGHT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4F55AA47-E274-4AE8-877B-6CE48840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7127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Bars . Dj Sets . Concerts . Soirées . Clubs</a:t>
            </a:r>
          </a:p>
        </p:txBody>
      </p:sp>
      <p:sp>
        <p:nvSpPr>
          <p:cNvPr id="12" name="Bouton agenda">
            <a:extLst xmlns:a="http://schemas.openxmlformats.org/drawingml/2006/main">
              <a:ext uri="{FF2B5EF4-FFF2-40B4-BE49-F238E27FC236}">
                <a16:creationId xmlns:a16="http://schemas.microsoft.com/office/drawing/2014/main" id="{D4E31D30-CB85-4A4C-97C5-B698CC8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18034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 calendrier">
            <a:extLst xmlns:a="http://schemas.openxmlformats.org/drawingml/2006/main">
              <a:ext uri="{FF2B5EF4-FFF2-40B4-BE49-F238E27FC236}">
                <a16:creationId xmlns:a16="http://schemas.microsoft.com/office/drawing/2014/main" id="{AB68D171-CE2D-48CE-BD78-B063A5F7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650" y="18281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 calendrier">
            <a:extLst xmlns:a="http://schemas.openxmlformats.org/drawingml/2006/main">
              <a:ext uri="{FF2B5EF4-FFF2-40B4-BE49-F238E27FC236}">
                <a16:creationId xmlns:a16="http://schemas.microsoft.com/office/drawing/2014/main" id="{5F904C40-36FD-4172-8517-8B9E9EE6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75" y="18281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00" b="1">
                <a:solidFill>
                  <a:srgbClr val="071829"/>
                </a:solidFill>
              </a:defRPr>
            </a:defPPr>
            <a:lvl1pPr algn="ctr">
              <a:defRPr sz="3600" b="1">
                <a:solidFill>
                  <a:srgbClr val="071829"/>
                </a:solidFill>
              </a:defRPr>
            </a:lvl1pPr>
            <a:lvl2pPr algn="ctr">
              <a:defRPr sz="3600" b="1">
                <a:solidFill>
                  <a:srgbClr val="071829"/>
                </a:solidFill>
              </a:defRPr>
            </a:lvl2pPr>
            <a:lvl3pPr algn="ctr">
              <a:defRPr sz="3600" b="1">
                <a:solidFill>
                  <a:srgbClr val="071829"/>
                </a:solidFill>
              </a:defRPr>
            </a:lvl3pPr>
            <a:lvl4pPr algn="ctr">
              <a:defRPr sz="3600" b="1">
                <a:solidFill>
                  <a:srgbClr val="071829"/>
                </a:solidFill>
              </a:defRPr>
            </a:lvl4pPr>
            <a:lvl5pPr algn="ctr">
              <a:defRPr sz="3600" b="1">
                <a:solidFill>
                  <a:srgbClr val="071829"/>
                </a:solidFill>
              </a:defRPr>
            </a:lvl5pPr>
            <a:lvl6pPr algn="ctr">
              <a:defRPr sz="3600" b="1">
                <a:solidFill>
                  <a:srgbClr val="071829"/>
                </a:solidFill>
              </a:defRPr>
            </a:lvl6pPr>
            <a:lvl7pPr algn="ctr">
              <a:defRPr sz="3600" b="1">
                <a:solidFill>
                  <a:srgbClr val="071829"/>
                </a:solidFill>
              </a:defRPr>
            </a:lvl7pPr>
            <a:lvl8pPr algn="ctr">
              <a:defRPr sz="3600" b="1">
                <a:solidFill>
                  <a:srgbClr val="071829"/>
                </a:solidFill>
              </a:defRPr>
            </a:lvl8pPr>
            <a:lvl9pPr algn="ctr">
              <a:defRPr sz="36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071829"/>
                </a:solidFill>
              </a:defRPr>
            </a:pPr>
            <a:r>
              <a:rPr sz="3600" b="1">
                <a:solidFill>
                  <a:srgbClr val="071829"/>
                </a:solidFill>
              </a:rPr>
              <a:t>▦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15F5CAE7-96FB-451B-BD0B-EEDB3710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125" y="18272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LES SORTIES DE NUIT</a:t>
            </a:r>
          </a:p>
        </p:txBody>
      </p:sp>
      <p:sp>
        <p:nvSpPr>
          <p:cNvPr id="16" name="Flèche bouton">
            <a:extLst xmlns:a="http://schemas.openxmlformats.org/drawingml/2006/main">
              <a:ext uri="{FF2B5EF4-FFF2-40B4-BE49-F238E27FC236}">
                <a16:creationId xmlns:a16="http://schemas.microsoft.com/office/drawing/2014/main" id="{F31860D6-4967-4E3A-9335-4232178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750" y="18253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210627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2026-10-21T06:37:37.2390000Z</dcterms:created>
  <dcterms:modified xsi:type="dcterms:W3CDTF">2026-10-21T06:37:37.2390000Z</dcterms:modified>
</coreProperties>
</file>