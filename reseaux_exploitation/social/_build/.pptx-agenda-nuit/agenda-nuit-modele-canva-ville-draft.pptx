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15723a38b4de7" /><Relationship Type="http://schemas.openxmlformats.org/officeDocument/2006/relationships/extended-properties" Target="/docProps/app.xml" Id="R9f53d9d19b944672" /><Relationship Type="http://schemas.openxmlformats.org/officeDocument/2006/relationships/officeDocument" Target="/ppt/presentation.xml" Id="R253029fdc937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7702a07adc413a"/>
  </p:sldMasterIdLst>
  <p:notesMasterIdLst>
    <p:notesMasterId xmlns:r="http://schemas.openxmlformats.org/officeDocument/2006/relationships" r:id="Rc81fe43112384042"/>
  </p:notesMasterIdLst>
  <p:sldIdLst>
    <p:sldId xmlns:r="http://schemas.openxmlformats.org/officeDocument/2006/relationships" id="256" r:id="Rc44a6fb5d1c74bfc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d91e3c4ee74593" /><Relationship Type="http://schemas.openxmlformats.org/officeDocument/2006/relationships/slideMaster" Target="/ppt/slideMasters/slideMaster1.xml" Id="R907702a07adc413a" /><Relationship Type="http://schemas.openxmlformats.org/officeDocument/2006/relationships/notesMaster" Target="/ppt/notesMasters/notesMaster1.xml" Id="Rc81fe43112384042" /><Relationship Type="http://schemas.openxmlformats.org/officeDocument/2006/relationships/presProps" Target="/ppt/presProps.xml" Id="Rf69011be7b444c06" /><Relationship Type="http://schemas.openxmlformats.org/officeDocument/2006/relationships/tableStyles" Target="/ppt/tableStyles.xml" Id="R248e36424595496d" /><Relationship Type="http://schemas.openxmlformats.org/officeDocument/2006/relationships/slide" Target="/ppt/slides/slide1.xml" Id="Rc44a6fb5d1c74b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86d7dd82394e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8a12f320a44f87" /><Relationship Type="http://schemas.openxmlformats.org/officeDocument/2006/relationships/notesMaster" Target="/ppt/notesMasters/notesMaster1.xml" Id="R54a27adb294242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276c79dd549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cbc2fbc9240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ec5ff513349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386bc34b049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4ec4c47e644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817c4303b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BE0152-62B5-49D6-805C-628458088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44A680-4458-4C03-9BF6-BCA9D33FC7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03F228-ECD2-4653-8C7C-ED1D8A490A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227825-F5B7-4CA9-B9C3-0BF368231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F202A5-C395-4478-A4CC-1F099D631C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30BEFE-D735-4D30-B8CA-47E6D82A5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30BE47-086E-46FB-8E0C-A35AA1DBC0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03D9F1-2151-4303-8E9C-1573AC93E2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6B298A-2A78-4BB0-84BD-9B3E2C846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D9F6CE-368A-4641-A4A2-D4D9056423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eac9dd55974138" /><Relationship Type="http://schemas.openxmlformats.org/officeDocument/2006/relationships/slideLayout" Target="/ppt/slideLayouts/slideLayout1.xml" Id="Re903840f43944e0f" /><Relationship Type="http://schemas.openxmlformats.org/officeDocument/2006/relationships/slideLayout" Target="/ppt/slideLayouts/slideLayout2.xml" Id="Rfb9fcc0c7945420f" /><Relationship Type="http://schemas.openxmlformats.org/officeDocument/2006/relationships/slideLayout" Target="/ppt/slideLayouts/slideLayout3.xml" Id="R0da3a2c37c324a64" /><Relationship Type="http://schemas.openxmlformats.org/officeDocument/2006/relationships/slideLayout" Target="/ppt/slideLayouts/slideLayout4.xml" Id="R98a0a49b64584c1b" /><Relationship Type="http://schemas.openxmlformats.org/officeDocument/2006/relationships/slideLayout" Target="/ppt/slideLayouts/slideLayout5.xml" Id="R88092530e3ba4370" /><Relationship Type="http://schemas.openxmlformats.org/officeDocument/2006/relationships/slideLayout" Target="/ppt/slideLayouts/slideLayout6.xml" Id="Rd88591d9ea7e44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03840f43944e0f"/>
    <p:sldLayoutId xmlns:r="http://schemas.openxmlformats.org/officeDocument/2006/relationships" id="2147483650" r:id="Rfb9fcc0c7945420f"/>
    <p:sldLayoutId xmlns:r="http://schemas.openxmlformats.org/officeDocument/2006/relationships" id="2147483651" r:id="R0da3a2c37c324a64"/>
    <p:sldLayoutId xmlns:r="http://schemas.openxmlformats.org/officeDocument/2006/relationships" id="2147483652" r:id="R98a0a49b64584c1b"/>
    <p:sldLayoutId xmlns:r="http://schemas.openxmlformats.org/officeDocument/2006/relationships" id="2147483653" r:id="R88092530e3ba4370"/>
    <p:sldLayoutId xmlns:r="http://schemas.openxmlformats.org/officeDocument/2006/relationships" id="2147483654" r:id="Rd88591d9ea7e44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99e9a16784d79" /><Relationship Type="http://schemas.openxmlformats.org/officeDocument/2006/relationships/image" Target="/ppt/media/image.png" Id="R917370a1a9ce427e" /><Relationship Type="http://schemas.openxmlformats.org/officeDocument/2006/relationships/notesSlide" Target="/ppt/notesSlides/notesSlide1.xml" Id="Rda16d248c48a40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F0D05-643F-448D-8D8D-AB9857B7BA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370a1a9ce427e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7C303392-4BBE-4802-A175-A36F0E15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33253E32-DA94-45D1-B806-334CE44D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771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48000">
                <a:srgbClr val="071829">
                  <a:alpha val="72000"/>
                </a:srgbClr>
              </a:gs>
              <a:gs pos="100000">
                <a:srgbClr val="071829">
                  <a:alpha val="4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0C29B616-ED4A-4928-B940-CC763C95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5A9394D8-824A-40B3-AF8C-71CCE17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B567C8D6-E2BD-4D46-B3EA-91F9528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A15E94D1-B0E3-403D-AD29-CCD6DE9E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 nuit">
            <a:extLst xmlns:a="http://schemas.openxmlformats.org/drawingml/2006/main">
              <a:ext uri="{FF2B5EF4-FFF2-40B4-BE49-F238E27FC236}">
                <a16:creationId xmlns:a16="http://schemas.microsoft.com/office/drawing/2014/main" id="{1BD474E5-0C38-47D0-99D4-FE719E2B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722D8C22-670D-4160-B88A-FC712C97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LE MONDE DE LA NUIT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004A2DF2-8D97-45B4-8DFE-A7CA3B45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</a:defRPr>
            </a:defPPr>
            <a:lvl1pPr algn="l">
              <a:defRPr sz="6150" b="1">
                <a:solidFill>
                  <a:srgbClr val="FFFFFF"/>
                </a:solidFill>
              </a:defRPr>
            </a:lvl1pPr>
            <a:lvl2pPr algn="l">
              <a:defRPr sz="6150" b="1">
                <a:solidFill>
                  <a:srgbClr val="FFFFFF"/>
                </a:solidFill>
              </a:defRPr>
            </a:lvl2pPr>
            <a:lvl3pPr algn="l">
              <a:defRPr sz="6150" b="1">
                <a:solidFill>
                  <a:srgbClr val="FFFFFF"/>
                </a:solidFill>
              </a:defRPr>
            </a:lvl3pPr>
            <a:lvl4pPr algn="l">
              <a:defRPr sz="6150" b="1">
                <a:solidFill>
                  <a:srgbClr val="FFFFFF"/>
                </a:solidFill>
              </a:defRPr>
            </a:lvl4pPr>
            <a:lvl5pPr algn="l">
              <a:defRPr sz="6150" b="1">
                <a:solidFill>
                  <a:srgbClr val="FFFFFF"/>
                </a:solidFill>
              </a:defRPr>
            </a:lvl5pPr>
            <a:lvl6pPr algn="l">
              <a:defRPr sz="6150" b="1">
                <a:solidFill>
                  <a:srgbClr val="FFFFFF"/>
                </a:solidFill>
              </a:defRPr>
            </a:lvl6pPr>
            <a:lvl7pPr algn="l">
              <a:defRPr sz="6150" b="1">
                <a:solidFill>
                  <a:srgbClr val="FFFFFF"/>
                </a:solidFill>
              </a:defRPr>
            </a:lvl7pPr>
            <a:lvl8pPr algn="l">
              <a:defRPr sz="6150" b="1">
                <a:solidFill>
                  <a:srgbClr val="FFFFFF"/>
                </a:solidFill>
              </a:defRPr>
            </a:lvl8pPr>
            <a:lvl9pPr algn="l"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AGENDA DE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LA NIGHT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0E41FC90-6127-4F40-9BA4-C9008765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Bars . Clubs . Concerts . Dj Sets . Soirées</a:t>
            </a:r>
          </a:p>
        </p:txBody>
      </p:sp>
      <p:sp>
        <p:nvSpPr>
          <p:cNvPr id="12" name="Bouton agenda">
            <a:extLst xmlns:a="http://schemas.openxmlformats.org/drawingml/2006/main">
              <a:ext uri="{FF2B5EF4-FFF2-40B4-BE49-F238E27FC236}">
                <a16:creationId xmlns:a16="http://schemas.microsoft.com/office/drawing/2014/main" id="{655E1027-D1C2-4F02-8DE9-0C092EC0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 calendrier">
            <a:extLst xmlns:a="http://schemas.openxmlformats.org/drawingml/2006/main">
              <a:ext uri="{FF2B5EF4-FFF2-40B4-BE49-F238E27FC236}">
                <a16:creationId xmlns:a16="http://schemas.microsoft.com/office/drawing/2014/main" id="{BD9224F4-4548-48D0-99F4-3128B3BD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 calendrier">
            <a:extLst xmlns:a="http://schemas.openxmlformats.org/drawingml/2006/main">
              <a:ext uri="{FF2B5EF4-FFF2-40B4-BE49-F238E27FC236}">
                <a16:creationId xmlns:a16="http://schemas.microsoft.com/office/drawing/2014/main" id="{DA083EAF-88E1-4AC9-AD35-E7FC6267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071829"/>
                </a:solidFill>
              </a:defRPr>
            </a:defPPr>
            <a:lvl1pPr algn="ctr">
              <a:defRPr sz="3600" b="1">
                <a:solidFill>
                  <a:srgbClr val="071829"/>
                </a:solidFill>
              </a:defRPr>
            </a:lvl1pPr>
            <a:lvl2pPr algn="ctr">
              <a:defRPr sz="3600" b="1">
                <a:solidFill>
                  <a:srgbClr val="071829"/>
                </a:solidFill>
              </a:defRPr>
            </a:lvl2pPr>
            <a:lvl3pPr algn="ctr">
              <a:defRPr sz="3600" b="1">
                <a:solidFill>
                  <a:srgbClr val="071829"/>
                </a:solidFill>
              </a:defRPr>
            </a:lvl3pPr>
            <a:lvl4pPr algn="ctr">
              <a:defRPr sz="3600" b="1">
                <a:solidFill>
                  <a:srgbClr val="071829"/>
                </a:solidFill>
              </a:defRPr>
            </a:lvl4pPr>
            <a:lvl5pPr algn="ctr">
              <a:defRPr sz="3600" b="1">
                <a:solidFill>
                  <a:srgbClr val="071829"/>
                </a:solidFill>
              </a:defRPr>
            </a:lvl5pPr>
            <a:lvl6pPr algn="ctr">
              <a:defRPr sz="3600" b="1">
                <a:solidFill>
                  <a:srgbClr val="071829"/>
                </a:solidFill>
              </a:defRPr>
            </a:lvl6pPr>
            <a:lvl7pPr algn="ctr">
              <a:defRPr sz="3600" b="1">
                <a:solidFill>
                  <a:srgbClr val="071829"/>
                </a:solidFill>
              </a:defRPr>
            </a:lvl7pPr>
            <a:lvl8pPr algn="ctr">
              <a:defRPr sz="3600" b="1">
                <a:solidFill>
                  <a:srgbClr val="071829"/>
                </a:solidFill>
              </a:defRPr>
            </a:lvl8pPr>
            <a:lvl9pPr algn="ctr">
              <a:defRPr sz="36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071829"/>
                </a:solidFill>
              </a:defRPr>
            </a:pPr>
            <a:r>
              <a:rPr sz="3600" b="1">
                <a:solidFill>
                  <a:srgbClr val="071829"/>
                </a:solidFill>
              </a:rPr>
              <a:t>▦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9CE060A0-0EF6-45FD-B879-04B9A2AD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LES SORTIES DE NUIT</a:t>
            </a:r>
          </a:p>
        </p:txBody>
      </p:sp>
      <p:sp>
        <p:nvSpPr>
          <p:cNvPr id="16" name="Flèche bouton">
            <a:extLst xmlns:a="http://schemas.openxmlformats.org/drawingml/2006/main">
              <a:ext uri="{FF2B5EF4-FFF2-40B4-BE49-F238E27FC236}">
                <a16:creationId xmlns:a16="http://schemas.microsoft.com/office/drawing/2014/main" id="{26CF00C1-111C-4585-8957-F5B4A8A3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71062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2026-10-21T07:04:45.1730000Z</dcterms:created>
  <dcterms:modified xsi:type="dcterms:W3CDTF">2026-10-21T07:04:45.1730000Z</dcterms:modified>
</coreProperties>
</file>