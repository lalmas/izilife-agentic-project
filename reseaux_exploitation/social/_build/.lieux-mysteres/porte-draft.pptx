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83eb8ad0bb4d96" /><Relationship Type="http://schemas.openxmlformats.org/officeDocument/2006/relationships/extended-properties" Target="/docProps/app.xml" Id="R087b4ca58f204d22" /><Relationship Type="http://schemas.openxmlformats.org/officeDocument/2006/relationships/officeDocument" Target="/ppt/presentation.xml" Id="R3c7f9533ff1648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395a0d823b4799"/>
  </p:sldMasterIdLst>
  <p:notesMasterIdLst>
    <p:notesMasterId xmlns:r="http://schemas.openxmlformats.org/officeDocument/2006/relationships" r:id="R307b5ae7c2464cd7"/>
  </p:notesMasterIdLst>
  <p:sldIdLst>
    <p:sldId xmlns:r="http://schemas.openxmlformats.org/officeDocument/2006/relationships" id="256" r:id="Rf2318cae0be24a0d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97014283d74350" /><Relationship Type="http://schemas.openxmlformats.org/officeDocument/2006/relationships/slideMaster" Target="/ppt/slideMasters/slideMaster1.xml" Id="R10395a0d823b4799" /><Relationship Type="http://schemas.openxmlformats.org/officeDocument/2006/relationships/notesMaster" Target="/ppt/notesMasters/notesMaster1.xml" Id="R307b5ae7c2464cd7" /><Relationship Type="http://schemas.openxmlformats.org/officeDocument/2006/relationships/presProps" Target="/ppt/presProps.xml" Id="Rae49f627f5324fcb" /><Relationship Type="http://schemas.openxmlformats.org/officeDocument/2006/relationships/tableStyles" Target="/ppt/tableStyles.xml" Id="R8cc357288f7048c6" /><Relationship Type="http://schemas.openxmlformats.org/officeDocument/2006/relationships/slide" Target="/ppt/slides/slide1.xml" Id="Rf2318cae0be24a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3cc27d80e44b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e30c627d2b4b63" /><Relationship Type="http://schemas.openxmlformats.org/officeDocument/2006/relationships/notesMaster" Target="/ppt/notesMasters/notesMaster1.xml" Id="R0f085ff7631b40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4a0aae8c364c0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b8df9cd3d45d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5a7828a6764c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919de0cab44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dc1aeabb4495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d1ad8ff4874a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922D74-165B-44CB-B22D-FAE82E673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67519C9-E296-4E18-BED2-DF5B0F77434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64AD8D9-914A-4B3A-8214-04047323C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A1576B-6D21-4ECE-99F3-19D56347AB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BC9362C-A79E-4D5E-9159-37E23FFD39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2C152B-9223-43B7-BEA2-41EC55D787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10238B-600B-4439-9675-F02F7FFC1D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407D9D-7CCB-4BB7-BD9E-894663CE9F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FE638BA-1C44-4975-A6C4-BD6C7E67A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14A0B81-D27B-4D53-ADEB-F5DD70889F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a231b8322e41ef" /><Relationship Type="http://schemas.openxmlformats.org/officeDocument/2006/relationships/slideLayout" Target="/ppt/slideLayouts/slideLayout1.xml" Id="R55d6e22b02de478c" /><Relationship Type="http://schemas.openxmlformats.org/officeDocument/2006/relationships/slideLayout" Target="/ppt/slideLayouts/slideLayout2.xml" Id="R8eba4a3974ee454b" /><Relationship Type="http://schemas.openxmlformats.org/officeDocument/2006/relationships/slideLayout" Target="/ppt/slideLayouts/slideLayout3.xml" Id="R19f8cad335e74ce5" /><Relationship Type="http://schemas.openxmlformats.org/officeDocument/2006/relationships/slideLayout" Target="/ppt/slideLayouts/slideLayout4.xml" Id="R766f23bc66fe4248" /><Relationship Type="http://schemas.openxmlformats.org/officeDocument/2006/relationships/slideLayout" Target="/ppt/slideLayouts/slideLayout5.xml" Id="Rd238f47b61614e55" /><Relationship Type="http://schemas.openxmlformats.org/officeDocument/2006/relationships/slideLayout" Target="/ppt/slideLayouts/slideLayout6.xml" Id="R10d16c1c1a1f4f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d6e22b02de478c"/>
    <p:sldLayoutId xmlns:r="http://schemas.openxmlformats.org/officeDocument/2006/relationships" id="2147483650" r:id="R8eba4a3974ee454b"/>
    <p:sldLayoutId xmlns:r="http://schemas.openxmlformats.org/officeDocument/2006/relationships" id="2147483651" r:id="R19f8cad335e74ce5"/>
    <p:sldLayoutId xmlns:r="http://schemas.openxmlformats.org/officeDocument/2006/relationships" id="2147483652" r:id="R766f23bc66fe4248"/>
    <p:sldLayoutId xmlns:r="http://schemas.openxmlformats.org/officeDocument/2006/relationships" id="2147483653" r:id="Rd238f47b61614e55"/>
    <p:sldLayoutId xmlns:r="http://schemas.openxmlformats.org/officeDocument/2006/relationships" id="2147483654" r:id="R10d16c1c1a1f4f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7669ad20e9473f" /><Relationship Type="http://schemas.openxmlformats.org/officeDocument/2006/relationships/image" Target="/ppt/media/image.png" Id="Rc52443b9945d4f9c" /><Relationship Type="http://schemas.openxmlformats.org/officeDocument/2006/relationships/image" Target="/ppt/media/image2.png" Id="Rc66c7e0fbdba4f0d" /><Relationship Type="http://schemas.openxmlformats.org/officeDocument/2006/relationships/notesSlide" Target="/ppt/notesSlides/notesSlide1.xml" Id="R4cb731e55321455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2EB6FF-4A1F-49C2-A62E-8FEF2077ACA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443b9945d4f9c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Cadre blanc">
            <a:extLst xmlns:a="http://schemas.openxmlformats.org/drawingml/2006/main">
              <a:ext uri="{FF2B5EF4-FFF2-40B4-BE49-F238E27FC236}">
                <a16:creationId xmlns:a16="http://schemas.microsoft.com/office/drawing/2014/main" id="{4A8E86D2-FEE5-44A5-BB12-D9D96BCE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28625"/>
            <a:ext cx="9429750" cy="12001500"/>
          </a:xfrm>
          <a:prstGeom xmlns:a="http://schemas.openxmlformats.org/drawingml/2006/main" prst="roundRect">
            <a:avLst>
              <a:gd name="adj" fmla="val 1212"/>
            </a:avLst>
          </a:prstGeom>
          <a:noFill xmlns:a="http://schemas.openxmlformats.org/drawingml/2006/main"/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" name="Pastille">
            <a:extLst xmlns:a="http://schemas.openxmlformats.org/drawingml/2006/main">
              <a:ext uri="{FF2B5EF4-FFF2-40B4-BE49-F238E27FC236}">
                <a16:creationId xmlns:a16="http://schemas.microsoft.com/office/drawing/2014/main" id="{44855B8C-EA8C-4605-BE90-60813134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2952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18D2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e pastille">
            <a:extLst xmlns:a="http://schemas.openxmlformats.org/drawingml/2006/main">
              <a:ext uri="{FF2B5EF4-FFF2-40B4-BE49-F238E27FC236}">
                <a16:creationId xmlns:a16="http://schemas.microsoft.com/office/drawing/2014/main" id="{590A5D0B-EBB6-4875-89A5-637F4E3B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52475"/>
            <a:ext cx="295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 b="1">
                <a:solidFill>
                  <a:srgbClr val="071829"/>
                </a:solidFill>
              </a:defRPr>
            </a:defPPr>
            <a:lvl1pPr algn="ctr">
              <a:defRPr sz="1725" b="1">
                <a:solidFill>
                  <a:srgbClr val="071829"/>
                </a:solidFill>
              </a:defRPr>
            </a:lvl1pPr>
            <a:lvl2pPr algn="ctr">
              <a:defRPr sz="1725" b="1">
                <a:solidFill>
                  <a:srgbClr val="071829"/>
                </a:solidFill>
              </a:defRPr>
            </a:lvl2pPr>
            <a:lvl3pPr algn="ctr">
              <a:defRPr sz="1725" b="1">
                <a:solidFill>
                  <a:srgbClr val="071829"/>
                </a:solidFill>
              </a:defRPr>
            </a:lvl3pPr>
            <a:lvl4pPr algn="ctr">
              <a:defRPr sz="1725" b="1">
                <a:solidFill>
                  <a:srgbClr val="071829"/>
                </a:solidFill>
              </a:defRPr>
            </a:lvl4pPr>
            <a:lvl5pPr algn="ctr">
              <a:defRPr sz="1725" b="1">
                <a:solidFill>
                  <a:srgbClr val="071829"/>
                </a:solidFill>
              </a:defRPr>
            </a:lvl5pPr>
            <a:lvl6pPr algn="ctr">
              <a:defRPr sz="1725" b="1">
                <a:solidFill>
                  <a:srgbClr val="071829"/>
                </a:solidFill>
              </a:defRPr>
            </a:lvl6pPr>
            <a:lvl7pPr algn="ctr">
              <a:defRPr sz="1725" b="1">
                <a:solidFill>
                  <a:srgbClr val="071829"/>
                </a:solidFill>
              </a:defRPr>
            </a:lvl7pPr>
            <a:lvl8pPr algn="ctr">
              <a:defRPr sz="1725" b="1">
                <a:solidFill>
                  <a:srgbClr val="071829"/>
                </a:solidFill>
              </a:defRPr>
            </a:lvl8pPr>
            <a:lvl9pPr algn="ctr">
              <a:defRPr sz="1725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71829"/>
                </a:solidFill>
              </a:defRPr>
            </a:pPr>
            <a:r>
              <a:rPr sz="1725" b="1">
                <a:solidFill>
                  <a:srgbClr val="071829"/>
                </a:solidFill>
              </a:rPr>
              <a:t>LIEU MYSTÈRE</a:t>
            </a:r>
          </a:p>
        </p:txBody>
      </p:sp>
      <p:sp>
        <p:nvSpPr>
          <p:cNvPr id="5" name="Ombre carte">
            <a:extLst xmlns:a="http://schemas.openxmlformats.org/drawingml/2006/main">
              <a:ext uri="{FF2B5EF4-FFF2-40B4-BE49-F238E27FC236}">
                <a16:creationId xmlns:a16="http://schemas.microsoft.com/office/drawing/2014/main" id="{683A6908-1102-4D20-85E3-BA8A3E42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33450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71829">
              <a:alpha val="1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arte texte">
            <a:extLst xmlns:a="http://schemas.openxmlformats.org/drawingml/2006/main">
              <a:ext uri="{FF2B5EF4-FFF2-40B4-BE49-F238E27FC236}">
                <a16:creationId xmlns:a16="http://schemas.microsoft.com/office/drawing/2014/main" id="{406B2417-B155-4999-9176-07E8A928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392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CFA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ccent corail">
            <a:extLst xmlns:a="http://schemas.openxmlformats.org/drawingml/2006/main">
              <a:ext uri="{FF2B5EF4-FFF2-40B4-BE49-F238E27FC236}">
                <a16:creationId xmlns:a16="http://schemas.microsoft.com/office/drawing/2014/main" id="{99610620-16F2-4423-9FDD-27CFD82D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906125"/>
            <a:ext cx="9144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8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33F3F68E-CB48-47C7-AD90-49AE816CB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572625"/>
            <a:ext cx="3905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3450" b="1">
                <a:solidFill>
                  <a:srgbClr val="071829"/>
                </a:solidFill>
              </a:defRPr>
            </a:defPPr>
            <a:lvl1pPr algn="l">
              <a:defRPr sz="3450" b="1">
                <a:solidFill>
                  <a:srgbClr val="071829"/>
                </a:solidFill>
              </a:defRPr>
            </a:lvl1pPr>
            <a:lvl2pPr algn="l">
              <a:defRPr sz="3450" b="1">
                <a:solidFill>
                  <a:srgbClr val="071829"/>
                </a:solidFill>
              </a:defRPr>
            </a:lvl2pPr>
            <a:lvl3pPr algn="l">
              <a:defRPr sz="3450" b="1">
                <a:solidFill>
                  <a:srgbClr val="071829"/>
                </a:solidFill>
              </a:defRPr>
            </a:lvl3pPr>
            <a:lvl4pPr algn="l">
              <a:defRPr sz="3450" b="1">
                <a:solidFill>
                  <a:srgbClr val="071829"/>
                </a:solidFill>
              </a:defRPr>
            </a:lvl4pPr>
            <a:lvl5pPr algn="l">
              <a:defRPr sz="3450" b="1">
                <a:solidFill>
                  <a:srgbClr val="071829"/>
                </a:solidFill>
              </a:defRPr>
            </a:lvl5pPr>
            <a:lvl6pPr algn="l">
              <a:defRPr sz="3450" b="1">
                <a:solidFill>
                  <a:srgbClr val="071829"/>
                </a:solidFill>
              </a:defRPr>
            </a:lvl6pPr>
            <a:lvl7pPr algn="l">
              <a:defRPr sz="3450" b="1">
                <a:solidFill>
                  <a:srgbClr val="071829"/>
                </a:solidFill>
              </a:defRPr>
            </a:lvl7pPr>
            <a:lvl8pPr algn="l">
              <a:defRPr sz="3450" b="1">
                <a:solidFill>
                  <a:srgbClr val="071829"/>
                </a:solidFill>
              </a:defRPr>
            </a:lvl8pPr>
            <a:lvl9pPr algn="l">
              <a:defRPr sz="3450" b="1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071829"/>
                </a:solidFill>
              </a:defRPr>
            </a:pPr>
            <a:r>
              <a:rPr sz="3450" b="1">
                <a:solidFill>
                  <a:srgbClr val="071829"/>
                </a:solidFill>
              </a:rPr>
              <a:t>Tu reconnais</a:t>
            </a:r>
          </a:p>
          <a:p xmlns:a="http://schemas.openxmlformats.org/drawingml/2006/main">
            <a:pPr algn="l">
              <a:defRPr sz="3450" b="1">
                <a:solidFill>
                  <a:srgbClr val="071829"/>
                </a:solidFill>
              </a:defRPr>
            </a:pPr>
            <a:r>
              <a:rPr sz="3450" b="1">
                <a:solidFill>
                  <a:srgbClr val="071829"/>
                </a:solidFill>
              </a:rPr>
              <a:t>cette porte ?</a:t>
            </a:r>
          </a:p>
        </p:txBody>
      </p:sp>
      <p:sp>
        <p:nvSpPr>
          <p:cNvPr id="9" name="Indice">
            <a:extLst xmlns:a="http://schemas.openxmlformats.org/drawingml/2006/main">
              <a:ext uri="{FF2B5EF4-FFF2-40B4-BE49-F238E27FC236}">
                <a16:creationId xmlns:a16="http://schemas.microsoft.com/office/drawing/2014/main" id="{1817E188-391D-4F88-8E28-96C3C6B2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14425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defPPr algn="l">
              <a:defRPr sz="1875" b="0">
                <a:solidFill>
                  <a:srgbClr val="071829"/>
                </a:solidFill>
              </a:defRPr>
            </a:defPPr>
            <a:lvl1pPr algn="l">
              <a:defRPr sz="1875" b="0">
                <a:solidFill>
                  <a:srgbClr val="071829"/>
                </a:solidFill>
              </a:defRPr>
            </a:lvl1pPr>
            <a:lvl2pPr algn="l">
              <a:defRPr sz="1875" b="0">
                <a:solidFill>
                  <a:srgbClr val="071829"/>
                </a:solidFill>
              </a:defRPr>
            </a:lvl2pPr>
            <a:lvl3pPr algn="l">
              <a:defRPr sz="1875" b="0">
                <a:solidFill>
                  <a:srgbClr val="071829"/>
                </a:solidFill>
              </a:defRPr>
            </a:lvl3pPr>
            <a:lvl4pPr algn="l">
              <a:defRPr sz="1875" b="0">
                <a:solidFill>
                  <a:srgbClr val="071829"/>
                </a:solidFill>
              </a:defRPr>
            </a:lvl4pPr>
            <a:lvl5pPr algn="l">
              <a:defRPr sz="1875" b="0">
                <a:solidFill>
                  <a:srgbClr val="071829"/>
                </a:solidFill>
              </a:defRPr>
            </a:lvl5pPr>
            <a:lvl6pPr algn="l">
              <a:defRPr sz="1875" b="0">
                <a:solidFill>
                  <a:srgbClr val="071829"/>
                </a:solidFill>
              </a:defRPr>
            </a:lvl6pPr>
            <a:lvl7pPr algn="l">
              <a:defRPr sz="1875" b="0">
                <a:solidFill>
                  <a:srgbClr val="071829"/>
                </a:solidFill>
              </a:defRPr>
            </a:lvl7pPr>
            <a:lvl8pPr algn="l">
              <a:defRPr sz="1875" b="0">
                <a:solidFill>
                  <a:srgbClr val="071829"/>
                </a:solidFill>
              </a:defRPr>
            </a:lvl8pPr>
            <a:lvl9pPr algn="l">
              <a:defRPr sz="1875" b="0">
                <a:solidFill>
                  <a:srgbClr val="071829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071829"/>
                </a:solidFill>
              </a:defRPr>
            </a:pPr>
            <a:r>
              <a:rPr sz="1875" b="0">
                <a:solidFill>
                  <a:srgbClr val="071829"/>
                </a:solidFill>
              </a:rPr>
              <a:t>Indice : elle cache</a:t>
            </a:r>
          </a:p>
          <a:p xmlns:a="http://schemas.openxmlformats.org/drawingml/2006/main">
            <a:pPr algn="l">
              <a:defRPr sz="1875" b="0">
                <a:solidFill>
                  <a:srgbClr val="071829"/>
                </a:solidFill>
              </a:defRPr>
            </a:pPr>
            <a:r>
              <a:rPr sz="1875" b="0">
                <a:solidFill>
                  <a:srgbClr val="071829"/>
                </a:solidFill>
              </a:rPr>
              <a:t>un lieu bien connu.</a:t>
            </a:r>
          </a:p>
        </p:txBody>
      </p:sp>
      <p:sp>
        <p:nvSpPr>
          <p:cNvPr id="10" name="Fond logo">
            <a:extLst xmlns:a="http://schemas.openxmlformats.org/drawingml/2006/main">
              <a:ext uri="{FF2B5EF4-FFF2-40B4-BE49-F238E27FC236}">
                <a16:creationId xmlns:a16="http://schemas.microsoft.com/office/drawing/2014/main" id="{641267E7-DD00-4806-A2D7-9E988E2F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1353800"/>
            <a:ext cx="21431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9C87B-50E8-43B8-B2FE-CADAA14A61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6c7e0fbdba4f0d"/>
          <a:stretch xmlns:a="http://schemas.openxmlformats.org/drawingml/2006/main"/>
        </p:blipFill>
        <p:spPr>
          <a:xfrm xmlns:a="http://schemas.openxmlformats.org/drawingml/2006/main">
            <a:off x="7981950" y="11487150"/>
            <a:ext cx="952500" cy="381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5313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2026-10-21T11:25:17.7420000Z</dcterms:created>
  <dcterms:modified xsi:type="dcterms:W3CDTF">2026-10-21T11:25:17.7420000Z</dcterms:modified>
</coreProperties>
</file>