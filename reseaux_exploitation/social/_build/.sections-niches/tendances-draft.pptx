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0914590f2546f2" /><Relationship Type="http://schemas.openxmlformats.org/officeDocument/2006/relationships/extended-properties" Target="/docProps/app.xml" Id="Re811e5d445f14336" /><Relationship Type="http://schemas.openxmlformats.org/officeDocument/2006/relationships/officeDocument" Target="/ppt/presentation.xml" Id="R6ae913a688c448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7901c717be4332"/>
  </p:sldMasterIdLst>
  <p:notesMasterIdLst>
    <p:notesMasterId xmlns:r="http://schemas.openxmlformats.org/officeDocument/2006/relationships" r:id="Rf6b58424063a4488"/>
  </p:notesMasterIdLst>
  <p:sldIdLst>
    <p:sldId xmlns:r="http://schemas.openxmlformats.org/officeDocument/2006/relationships" id="256" r:id="Ra3f196567a9d4408"/>
  </p:sldIdLst>
  <p:sldSz cx="10287000" cy="1828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f47c369ebe495e" /><Relationship Type="http://schemas.openxmlformats.org/officeDocument/2006/relationships/slideMaster" Target="/ppt/slideMasters/slideMaster1.xml" Id="Rfb7901c717be4332" /><Relationship Type="http://schemas.openxmlformats.org/officeDocument/2006/relationships/notesMaster" Target="/ppt/notesMasters/notesMaster1.xml" Id="Rf6b58424063a4488" /><Relationship Type="http://schemas.openxmlformats.org/officeDocument/2006/relationships/presProps" Target="/ppt/presProps.xml" Id="Rcc856bb645ad42f0" /><Relationship Type="http://schemas.openxmlformats.org/officeDocument/2006/relationships/tableStyles" Target="/ppt/tableStyles.xml" Id="R30d34daa1cdf4ff3" /><Relationship Type="http://schemas.openxmlformats.org/officeDocument/2006/relationships/slide" Target="/ppt/slides/slide1.xml" Id="Ra3f196567a9d44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5ca70ffe214f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49262148b14a60" /><Relationship Type="http://schemas.openxmlformats.org/officeDocument/2006/relationships/notesMaster" Target="/ppt/notesMasters/notesMaster1.xml" Id="R192d92d7c6214f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9fa4256124df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304e82dd3b40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995fb3d8041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c8fab770944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872cb01c1e44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6a9534f844e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073F3E-18F9-4DDC-8F3B-80FB5312AB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6908800"/>
            <a:ext cx="8229600" cy="26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FFA6C2E-FEBA-43B0-B8C5-96C836C6BA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10058400"/>
            <a:ext cx="7200900" cy="20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AD76AB-84CE-44DC-BBF9-F05E7AC6A0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7620000"/>
            <a:ext cx="82296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4B6C6D-7DBC-4B16-BDAE-381A27275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EE337C8-7C41-4FF1-ABA9-98E4BC0C6F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9129713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07B8B07-222C-40B9-9FC8-AF26D52446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F3CD6B-8442-4818-A1AB-26C61FC5FA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12FBC5-20D1-4A32-AD16-DBDFC25C6D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BE9FB6-BDBE-4D6E-8266-EE225257E1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422400"/>
            <a:ext cx="9129713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57E834-471D-40A9-916A-C805DC5BA8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5080000"/>
            <a:ext cx="4243388" cy="1137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3fc0ffc54f4d7f" /><Relationship Type="http://schemas.openxmlformats.org/officeDocument/2006/relationships/slideLayout" Target="/ppt/slideLayouts/slideLayout1.xml" Id="Rdf9cb701d6e84254" /><Relationship Type="http://schemas.openxmlformats.org/officeDocument/2006/relationships/slideLayout" Target="/ppt/slideLayouts/slideLayout2.xml" Id="R54302aa7e0594705" /><Relationship Type="http://schemas.openxmlformats.org/officeDocument/2006/relationships/slideLayout" Target="/ppt/slideLayouts/slideLayout3.xml" Id="Rb638e0006d224d12" /><Relationship Type="http://schemas.openxmlformats.org/officeDocument/2006/relationships/slideLayout" Target="/ppt/slideLayouts/slideLayout4.xml" Id="Rec1e8ed0e603476c" /><Relationship Type="http://schemas.openxmlformats.org/officeDocument/2006/relationships/slideLayout" Target="/ppt/slideLayouts/slideLayout5.xml" Id="R79f023ed63884a43" /><Relationship Type="http://schemas.openxmlformats.org/officeDocument/2006/relationships/slideLayout" Target="/ppt/slideLayouts/slideLayout6.xml" Id="Re1bdef71bad241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9cb701d6e84254"/>
    <p:sldLayoutId xmlns:r="http://schemas.openxmlformats.org/officeDocument/2006/relationships" id="2147483650" r:id="R54302aa7e0594705"/>
    <p:sldLayoutId xmlns:r="http://schemas.openxmlformats.org/officeDocument/2006/relationships" id="2147483651" r:id="Rb638e0006d224d12"/>
    <p:sldLayoutId xmlns:r="http://schemas.openxmlformats.org/officeDocument/2006/relationships" id="2147483652" r:id="Rec1e8ed0e603476c"/>
    <p:sldLayoutId xmlns:r="http://schemas.openxmlformats.org/officeDocument/2006/relationships" id="2147483653" r:id="R79f023ed63884a43"/>
    <p:sldLayoutId xmlns:r="http://schemas.openxmlformats.org/officeDocument/2006/relationships" id="2147483654" r:id="Re1bdef71bad241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dd64bbec54e96" /><Relationship Type="http://schemas.openxmlformats.org/officeDocument/2006/relationships/image" Target="/ppt/media/image.png" Id="Redaac0642d954f27" /><Relationship Type="http://schemas.openxmlformats.org/officeDocument/2006/relationships/notesSlide" Target="/ppt/notesSlides/notesSlide1.xml" Id="R5599a569686143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0F7AF-216C-4477-8067-48A762DBCE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ac0642d954f27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</p:spPr>
      </p:pic>
      <p:sp>
        <p:nvSpPr>
          <p:cNvPr id="2" name="Voile général">
            <a:extLst xmlns:a="http://schemas.openxmlformats.org/drawingml/2006/main">
              <a:ext uri="{FF2B5EF4-FFF2-40B4-BE49-F238E27FC236}">
                <a16:creationId xmlns:a16="http://schemas.microsoft.com/office/drawing/2014/main" id="{36CD500D-3D39-435D-806A-BBF0713E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8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Dégradé supérieur">
            <a:extLst xmlns:a="http://schemas.openxmlformats.org/drawingml/2006/main">
              <a:ext uri="{FF2B5EF4-FFF2-40B4-BE49-F238E27FC236}">
                <a16:creationId xmlns:a16="http://schemas.microsoft.com/office/drawing/2014/main" id="{09B82FA7-B1C2-40DE-8509-2476572D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8096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96000"/>
                </a:srgbClr>
              </a:gs>
              <a:gs pos="50000">
                <a:srgbClr val="071829">
                  <a:alpha val="72000"/>
                </a:srgbClr>
              </a:gs>
              <a:gs pos="100000">
                <a:srgbClr val="071829">
                  <a:alpha val="3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Dégradé inférieur">
            <a:extLst xmlns:a="http://schemas.openxmlformats.org/drawingml/2006/main">
              <a:ext uri="{FF2B5EF4-FFF2-40B4-BE49-F238E27FC236}">
                <a16:creationId xmlns:a16="http://schemas.microsoft.com/office/drawing/2014/main" id="{753A9677-E79D-45CA-A4EE-D857FA36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239750"/>
            <a:ext cx="10287000" cy="50482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829">
                  <a:alpha val="0"/>
                </a:srgbClr>
              </a:gs>
              <a:gs pos="50000">
                <a:srgbClr val="071829">
                  <a:alpha val="68000"/>
                </a:srgbClr>
              </a:gs>
              <a:gs pos="100000">
                <a:srgbClr val="071829">
                  <a:alpha val="96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Logo blanc">
            <a:extLst xmlns:a="http://schemas.openxmlformats.org/drawingml/2006/main">
              <a:ext uri="{FF2B5EF4-FFF2-40B4-BE49-F238E27FC236}">
                <a16:creationId xmlns:a16="http://schemas.microsoft.com/office/drawing/2014/main" id="{253B1055-C38E-4F64-95AA-7A4E963A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izi</a:t>
            </a:r>
          </a:p>
        </p:txBody>
      </p:sp>
      <p:sp>
        <p:nvSpPr>
          <p:cNvPr id="6" name="Logo vert">
            <a:extLst xmlns:a="http://schemas.openxmlformats.org/drawingml/2006/main">
              <a:ext uri="{FF2B5EF4-FFF2-40B4-BE49-F238E27FC236}">
                <a16:creationId xmlns:a16="http://schemas.microsoft.com/office/drawing/2014/main" id="{DF40BE46-2682-4091-B3BC-8430FA9C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619125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D29A"/>
                </a:solidFill>
              </a:defRPr>
            </a:defPPr>
            <a:lvl1pPr algn="l">
              <a:defRPr sz="2250" b="1">
                <a:solidFill>
                  <a:srgbClr val="18D29A"/>
                </a:solidFill>
              </a:defRPr>
            </a:lvl1pPr>
            <a:lvl2pPr algn="l">
              <a:defRPr sz="2250" b="1">
                <a:solidFill>
                  <a:srgbClr val="18D29A"/>
                </a:solidFill>
              </a:defRPr>
            </a:lvl2pPr>
            <a:lvl3pPr algn="l">
              <a:defRPr sz="2250" b="1">
                <a:solidFill>
                  <a:srgbClr val="18D29A"/>
                </a:solidFill>
              </a:defRPr>
            </a:lvl3pPr>
            <a:lvl4pPr algn="l">
              <a:defRPr sz="2250" b="1">
                <a:solidFill>
                  <a:srgbClr val="18D29A"/>
                </a:solidFill>
              </a:defRPr>
            </a:lvl4pPr>
            <a:lvl5pPr algn="l">
              <a:defRPr sz="2250" b="1">
                <a:solidFill>
                  <a:srgbClr val="18D29A"/>
                </a:solidFill>
              </a:defRPr>
            </a:lvl5pPr>
            <a:lvl6pPr algn="l">
              <a:defRPr sz="2250" b="1">
                <a:solidFill>
                  <a:srgbClr val="18D29A"/>
                </a:solidFill>
              </a:defRPr>
            </a:lvl6pPr>
            <a:lvl7pPr algn="l">
              <a:defRPr sz="2250" b="1">
                <a:solidFill>
                  <a:srgbClr val="18D29A"/>
                </a:solidFill>
              </a:defRPr>
            </a:lvl7pPr>
            <a:lvl8pPr algn="l">
              <a:defRPr sz="2250" b="1">
                <a:solidFill>
                  <a:srgbClr val="18D29A"/>
                </a:solidFill>
              </a:defRPr>
            </a:lvl8pPr>
            <a:lvl9pPr algn="l">
              <a:defRPr sz="2250" b="1">
                <a:solidFill>
                  <a:srgbClr val="18D29A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D29A"/>
                </a:solidFill>
              </a:defRPr>
            </a:pPr>
            <a:r>
              <a:rPr sz="2250" b="1">
                <a:solidFill>
                  <a:srgbClr val="18D29A"/>
                </a:solidFill>
              </a:rPr>
              <a:t>Life</a:t>
            </a:r>
          </a:p>
        </p:txBody>
      </p:sp>
      <p:sp>
        <p:nvSpPr>
          <p:cNvPr id="7" name="Logo suffixe">
            <a:extLst xmlns:a="http://schemas.openxmlformats.org/drawingml/2006/main">
              <a:ext uri="{FF2B5EF4-FFF2-40B4-BE49-F238E27FC236}">
                <a16:creationId xmlns:a16="http://schemas.microsoft.com/office/drawing/2014/main" id="{1A73B222-F8C5-479C-BA97-244222EE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619125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</a:defRPr>
            </a:defPPr>
            <a:lvl1pPr algn="l">
              <a:defRPr sz="2250" b="1">
                <a:solidFill>
                  <a:srgbClr val="FFFFFF"/>
                </a:solidFill>
              </a:defRPr>
            </a:lvl1pPr>
            <a:lvl2pPr algn="l">
              <a:defRPr sz="2250" b="1">
                <a:solidFill>
                  <a:srgbClr val="FFFFFF"/>
                </a:solidFill>
              </a:defRPr>
            </a:lvl2pPr>
            <a:lvl3pPr algn="l">
              <a:defRPr sz="2250" b="1">
                <a:solidFill>
                  <a:srgbClr val="FFFFFF"/>
                </a:solidFill>
              </a:defRPr>
            </a:lvl3pPr>
            <a:lvl4pPr algn="l">
              <a:defRPr sz="2250" b="1">
                <a:solidFill>
                  <a:srgbClr val="FFFFFF"/>
                </a:solidFill>
              </a:defRPr>
            </a:lvl4pPr>
            <a:lvl5pPr algn="l">
              <a:defRPr sz="2250" b="1">
                <a:solidFill>
                  <a:srgbClr val="FFFFFF"/>
                </a:solidFill>
              </a:defRPr>
            </a:lvl5pPr>
            <a:lvl6pPr algn="l">
              <a:defRPr sz="2250" b="1">
                <a:solidFill>
                  <a:srgbClr val="FFFFFF"/>
                </a:solidFill>
              </a:defRPr>
            </a:lvl6pPr>
            <a:lvl7pPr algn="l">
              <a:defRPr sz="2250" b="1">
                <a:solidFill>
                  <a:srgbClr val="FFFFFF"/>
                </a:solidFill>
              </a:defRPr>
            </a:lvl7pPr>
            <a:lvl8pPr algn="l">
              <a:defRPr sz="2250" b="1">
                <a:solidFill>
                  <a:srgbClr val="FFFFFF"/>
                </a:solidFill>
              </a:defRPr>
            </a:lvl8pPr>
            <a:lvl9pPr algn="l">
              <a:defRPr sz="22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.co</a:t>
            </a:r>
          </a:p>
        </p:txBody>
      </p:sp>
      <p:sp>
        <p:nvSpPr>
          <p:cNvPr id="8" name="Pastille">
            <a:extLst xmlns:a="http://schemas.openxmlformats.org/drawingml/2006/main">
              <a:ext uri="{FF2B5EF4-FFF2-40B4-BE49-F238E27FC236}">
                <a16:creationId xmlns:a16="http://schemas.microsoft.com/office/drawing/2014/main" id="{4B9256F1-2CD1-4361-AC80-79940E5A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571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F3D2118A-4A1F-4445-BA24-487B41B3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071829"/>
                </a:solidFill>
              </a:defRPr>
            </a:defPPr>
            <a:lvl1pPr algn="ctr">
              <a:defRPr sz="1650" b="1">
                <a:solidFill>
                  <a:srgbClr val="071829"/>
                </a:solidFill>
              </a:defRPr>
            </a:lvl1pPr>
            <a:lvl2pPr algn="ctr">
              <a:defRPr sz="1650" b="1">
                <a:solidFill>
                  <a:srgbClr val="071829"/>
                </a:solidFill>
              </a:defRPr>
            </a:lvl2pPr>
            <a:lvl3pPr algn="ctr">
              <a:defRPr sz="1650" b="1">
                <a:solidFill>
                  <a:srgbClr val="071829"/>
                </a:solidFill>
              </a:defRPr>
            </a:lvl3pPr>
            <a:lvl4pPr algn="ctr">
              <a:defRPr sz="1650" b="1">
                <a:solidFill>
                  <a:srgbClr val="071829"/>
                </a:solidFill>
              </a:defRPr>
            </a:lvl4pPr>
            <a:lvl5pPr algn="ctr">
              <a:defRPr sz="1650" b="1">
                <a:solidFill>
                  <a:srgbClr val="071829"/>
                </a:solidFill>
              </a:defRPr>
            </a:lvl5pPr>
            <a:lvl6pPr algn="ctr">
              <a:defRPr sz="1650" b="1">
                <a:solidFill>
                  <a:srgbClr val="071829"/>
                </a:solidFill>
              </a:defRPr>
            </a:lvl6pPr>
            <a:lvl7pPr algn="ctr">
              <a:defRPr sz="1650" b="1">
                <a:solidFill>
                  <a:srgbClr val="071829"/>
                </a:solidFill>
              </a:defRPr>
            </a:lvl7pPr>
            <a:lvl8pPr algn="ctr">
              <a:defRPr sz="1650" b="1">
                <a:solidFill>
                  <a:srgbClr val="071829"/>
                </a:solidFill>
              </a:defRPr>
            </a:lvl8pPr>
            <a:lvl9pPr algn="ctr">
              <a:defRPr sz="16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071829"/>
                </a:solidFill>
              </a:defRPr>
            </a:pPr>
            <a:r>
              <a:rPr sz="1650" b="1">
                <a:solidFill>
                  <a:srgbClr val="071829"/>
                </a:solidFill>
              </a:rPr>
              <a:t>EN CE MOMENT</a:t>
            </a:r>
          </a:p>
        </p:txBody>
      </p:sp>
      <p:sp>
        <p:nvSpPr>
          <p:cNvPr id="10" name="Titre principal">
            <a:extLst xmlns:a="http://schemas.openxmlformats.org/drawingml/2006/main">
              <a:ext uri="{FF2B5EF4-FFF2-40B4-BE49-F238E27FC236}">
                <a16:creationId xmlns:a16="http://schemas.microsoft.com/office/drawing/2014/main" id="{106B2BE3-5F76-4D7D-A352-776126FD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6600" b="1">
                <a:solidFill>
                  <a:srgbClr val="FFFFFF"/>
                </a:solidFill>
              </a:defRPr>
            </a:defPPr>
            <a:lvl1pPr algn="l">
              <a:defRPr sz="6600" b="1">
                <a:solidFill>
                  <a:srgbClr val="FFFFFF"/>
                </a:solidFill>
              </a:defRPr>
            </a:lvl1pPr>
            <a:lvl2pPr algn="l">
              <a:defRPr sz="6600" b="1">
                <a:solidFill>
                  <a:srgbClr val="FFFFFF"/>
                </a:solidFill>
              </a:defRPr>
            </a:lvl2pPr>
            <a:lvl3pPr algn="l">
              <a:defRPr sz="6600" b="1">
                <a:solidFill>
                  <a:srgbClr val="FFFFFF"/>
                </a:solidFill>
              </a:defRPr>
            </a:lvl3pPr>
            <a:lvl4pPr algn="l">
              <a:defRPr sz="6600" b="1">
                <a:solidFill>
                  <a:srgbClr val="FFFFFF"/>
                </a:solidFill>
              </a:defRPr>
            </a:lvl4pPr>
            <a:lvl5pPr algn="l">
              <a:defRPr sz="6600" b="1">
                <a:solidFill>
                  <a:srgbClr val="FFFFFF"/>
                </a:solidFill>
              </a:defRPr>
            </a:lvl5pPr>
            <a:lvl6pPr algn="l">
              <a:defRPr sz="6600" b="1">
                <a:solidFill>
                  <a:srgbClr val="FFFFFF"/>
                </a:solidFill>
              </a:defRPr>
            </a:lvl6pPr>
            <a:lvl7pPr algn="l">
              <a:defRPr sz="6600" b="1">
                <a:solidFill>
                  <a:srgbClr val="FFFFFF"/>
                </a:solidFill>
              </a:defRPr>
            </a:lvl7pPr>
            <a:lvl8pPr algn="l">
              <a:defRPr sz="6600" b="1">
                <a:solidFill>
                  <a:srgbClr val="FFFFFF"/>
                </a:solidFill>
              </a:defRPr>
            </a:lvl8pPr>
            <a:lvl9pPr algn="l">
              <a:defRPr sz="6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FFFFF"/>
                </a:solidFill>
              </a:defRPr>
            </a:pPr>
            <a:r>
              <a:rPr sz="6600" b="1">
                <a:solidFill>
                  <a:srgbClr val="FFFFFF"/>
                </a:solidFill>
              </a:rPr>
              <a:t>TENDANCES</a:t>
            </a:r>
          </a:p>
        </p:txBody>
      </p:sp>
      <p:sp>
        <p:nvSpPr>
          <p:cNvPr id="11" name="Sous-titre">
            <a:extLst xmlns:a="http://schemas.openxmlformats.org/drawingml/2006/main">
              <a:ext uri="{FF2B5EF4-FFF2-40B4-BE49-F238E27FC236}">
                <a16:creationId xmlns:a16="http://schemas.microsoft.com/office/drawing/2014/main" id="{77B087E7-F424-4F93-B0E6-14E64E50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Les lieux qui font parler d’eux en ce moment.</a:t>
            </a:r>
          </a:p>
        </p:txBody>
      </p:sp>
      <p:sp>
        <p:nvSpPr>
          <p:cNvPr id="12" name="Bouton">
            <a:extLst xmlns:a="http://schemas.openxmlformats.org/drawingml/2006/main">
              <a:ext uri="{FF2B5EF4-FFF2-40B4-BE49-F238E27FC236}">
                <a16:creationId xmlns:a16="http://schemas.microsoft.com/office/drawing/2014/main" id="{D2999519-F1A4-4FEE-AA3A-F35176B7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0"/>
            <a:ext cx="8915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nd icône">
            <a:extLst xmlns:a="http://schemas.openxmlformats.org/drawingml/2006/main">
              <a:ext uri="{FF2B5EF4-FFF2-40B4-BE49-F238E27FC236}">
                <a16:creationId xmlns:a16="http://schemas.microsoft.com/office/drawing/2014/main" id="{27526E4E-BF35-4283-B50F-4B9D054A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249650"/>
            <a:ext cx="723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cône">
            <a:extLst xmlns:a="http://schemas.openxmlformats.org/drawingml/2006/main">
              <a:ext uri="{FF2B5EF4-FFF2-40B4-BE49-F238E27FC236}">
                <a16:creationId xmlns:a16="http://schemas.microsoft.com/office/drawing/2014/main" id="{ACD3A36C-1259-457F-A442-2C906152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6249650"/>
            <a:ext cx="628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071829"/>
                </a:solidFill>
              </a:defRPr>
            </a:defPPr>
            <a:lvl1pPr algn="ctr">
              <a:defRPr sz="2250" b="1">
                <a:solidFill>
                  <a:srgbClr val="071829"/>
                </a:solidFill>
              </a:defRPr>
            </a:lvl1pPr>
            <a:lvl2pPr algn="ctr">
              <a:defRPr sz="2250" b="1">
                <a:solidFill>
                  <a:srgbClr val="071829"/>
                </a:solidFill>
              </a:defRPr>
            </a:lvl2pPr>
            <a:lvl3pPr algn="ctr">
              <a:defRPr sz="2250" b="1">
                <a:solidFill>
                  <a:srgbClr val="071829"/>
                </a:solidFill>
              </a:defRPr>
            </a:lvl3pPr>
            <a:lvl4pPr algn="ctr">
              <a:defRPr sz="2250" b="1">
                <a:solidFill>
                  <a:srgbClr val="071829"/>
                </a:solidFill>
              </a:defRPr>
            </a:lvl4pPr>
            <a:lvl5pPr algn="ctr">
              <a:defRPr sz="2250" b="1">
                <a:solidFill>
                  <a:srgbClr val="071829"/>
                </a:solidFill>
              </a:defRPr>
            </a:lvl5pPr>
            <a:lvl6pPr algn="ctr">
              <a:defRPr sz="2250" b="1">
                <a:solidFill>
                  <a:srgbClr val="071829"/>
                </a:solidFill>
              </a:defRPr>
            </a:lvl6pPr>
            <a:lvl7pPr algn="ctr">
              <a:defRPr sz="2250" b="1">
                <a:solidFill>
                  <a:srgbClr val="071829"/>
                </a:solidFill>
              </a:defRPr>
            </a:lvl7pPr>
            <a:lvl8pPr algn="ctr">
              <a:defRPr sz="2250" b="1">
                <a:solidFill>
                  <a:srgbClr val="071829"/>
                </a:solidFill>
              </a:defRPr>
            </a:lvl8pPr>
            <a:lvl9pPr algn="ctr">
              <a:defRPr sz="22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071829"/>
                </a:solidFill>
              </a:defRPr>
            </a:pPr>
            <a:r>
              <a:rPr sz="2250" b="1">
                <a:solidFill>
                  <a:srgbClr val="071829"/>
                </a:solidFill>
              </a:rPr>
              <a:t>●</a:t>
            </a:r>
          </a:p>
        </p:txBody>
      </p:sp>
      <p:sp>
        <p:nvSpPr>
          <p:cNvPr id="15" name="Texte bouton">
            <a:extLst xmlns:a="http://schemas.openxmlformats.org/drawingml/2006/main">
              <a:ext uri="{FF2B5EF4-FFF2-40B4-BE49-F238E27FC236}">
                <a16:creationId xmlns:a16="http://schemas.microsoft.com/office/drawing/2014/main" id="{DD429A9C-9895-49F5-A8B2-BBD87DFF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240125"/>
            <a:ext cx="600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071829"/>
                </a:solidFill>
              </a:defRPr>
            </a:defPPr>
            <a:lvl1pPr algn="ctr">
              <a:defRPr sz="2550" b="1">
                <a:solidFill>
                  <a:srgbClr val="071829"/>
                </a:solidFill>
              </a:defRPr>
            </a:lvl1pPr>
            <a:lvl2pPr algn="ctr">
              <a:defRPr sz="2550" b="1">
                <a:solidFill>
                  <a:srgbClr val="071829"/>
                </a:solidFill>
              </a:defRPr>
            </a:lvl2pPr>
            <a:lvl3pPr algn="ctr">
              <a:defRPr sz="2550" b="1">
                <a:solidFill>
                  <a:srgbClr val="071829"/>
                </a:solidFill>
              </a:defRPr>
            </a:lvl3pPr>
            <a:lvl4pPr algn="ctr">
              <a:defRPr sz="2550" b="1">
                <a:solidFill>
                  <a:srgbClr val="071829"/>
                </a:solidFill>
              </a:defRPr>
            </a:lvl4pPr>
            <a:lvl5pPr algn="ctr">
              <a:defRPr sz="2550" b="1">
                <a:solidFill>
                  <a:srgbClr val="071829"/>
                </a:solidFill>
              </a:defRPr>
            </a:lvl5pPr>
            <a:lvl6pPr algn="ctr">
              <a:defRPr sz="2550" b="1">
                <a:solidFill>
                  <a:srgbClr val="071829"/>
                </a:solidFill>
              </a:defRPr>
            </a:lvl6pPr>
            <a:lvl7pPr algn="ctr">
              <a:defRPr sz="2550" b="1">
                <a:solidFill>
                  <a:srgbClr val="071829"/>
                </a:solidFill>
              </a:defRPr>
            </a:lvl7pPr>
            <a:lvl8pPr algn="ctr">
              <a:defRPr sz="2550" b="1">
                <a:solidFill>
                  <a:srgbClr val="071829"/>
                </a:solidFill>
              </a:defRPr>
            </a:lvl8pPr>
            <a:lvl9pPr algn="ctr">
              <a:defRPr sz="25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071829"/>
                </a:solidFill>
              </a:defRPr>
            </a:pPr>
            <a:r>
              <a:rPr sz="2550" b="1">
                <a:solidFill>
                  <a:srgbClr val="071829"/>
                </a:solidFill>
              </a:rPr>
              <a:t>VOIR LA SÉLECTION</a:t>
            </a:r>
          </a:p>
        </p:txBody>
      </p:sp>
      <p:sp>
        <p:nvSpPr>
          <p:cNvPr id="16" name="Flèche">
            <a:extLst xmlns:a="http://schemas.openxmlformats.org/drawingml/2006/main">
              <a:ext uri="{FF2B5EF4-FFF2-40B4-BE49-F238E27FC236}">
                <a16:creationId xmlns:a16="http://schemas.microsoft.com/office/drawing/2014/main" id="{770388BB-17D1-4D9E-BB26-2D067285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2210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 b="1">
                <a:solidFill>
                  <a:srgbClr val="071829"/>
                </a:solidFill>
              </a:defRPr>
            </a:defPPr>
            <a:lvl1pPr algn="ctr">
              <a:defRPr sz="3300" b="1">
                <a:solidFill>
                  <a:srgbClr val="071829"/>
                </a:solidFill>
              </a:defRPr>
            </a:lvl1pPr>
            <a:lvl2pPr algn="ctr">
              <a:defRPr sz="3300" b="1">
                <a:solidFill>
                  <a:srgbClr val="071829"/>
                </a:solidFill>
              </a:defRPr>
            </a:lvl2pPr>
            <a:lvl3pPr algn="ctr">
              <a:defRPr sz="3300" b="1">
                <a:solidFill>
                  <a:srgbClr val="071829"/>
                </a:solidFill>
              </a:defRPr>
            </a:lvl3pPr>
            <a:lvl4pPr algn="ctr">
              <a:defRPr sz="3300" b="1">
                <a:solidFill>
                  <a:srgbClr val="071829"/>
                </a:solidFill>
              </a:defRPr>
            </a:lvl4pPr>
            <a:lvl5pPr algn="ctr">
              <a:defRPr sz="3300" b="1">
                <a:solidFill>
                  <a:srgbClr val="071829"/>
                </a:solidFill>
              </a:defRPr>
            </a:lvl5pPr>
            <a:lvl6pPr algn="ctr">
              <a:defRPr sz="3300" b="1">
                <a:solidFill>
                  <a:srgbClr val="071829"/>
                </a:solidFill>
              </a:defRPr>
            </a:lvl6pPr>
            <a:lvl7pPr algn="ctr">
              <a:defRPr sz="3300" b="1">
                <a:solidFill>
                  <a:srgbClr val="071829"/>
                </a:solidFill>
              </a:defRPr>
            </a:lvl7pPr>
            <a:lvl8pPr algn="ctr">
              <a:defRPr sz="3300" b="1">
                <a:solidFill>
                  <a:srgbClr val="071829"/>
                </a:solidFill>
              </a:defRPr>
            </a:lvl8pPr>
            <a:lvl9pPr algn="ctr">
              <a:defRPr sz="330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071829"/>
                </a:solidFill>
              </a:defRPr>
            </a:pPr>
            <a:r>
              <a:rPr sz="3300" b="1">
                <a:solidFill>
                  <a:srgbClr val="071829"/>
                </a:solidFill>
              </a:rPr>
              <a:t>↗</a:t>
            </a:r>
          </a:p>
        </p:txBody>
      </p:sp>
    </p:spTree>
    <p:extLst>
      <p:ext uri="{BB962C8B-B14F-4D97-AF65-F5344CB8AC3E}">
        <p14:creationId xmlns:p14="http://schemas.microsoft.com/office/powerpoint/2010/main" val="2065674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2026-10-21T10:39:20.9180000Z</dcterms:created>
  <dcterms:modified xsi:type="dcterms:W3CDTF">2026-10-21T10:39:20.9180000Z</dcterms:modified>
</coreProperties>
</file>