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32b21d62c649d2" /><Relationship Type="http://schemas.openxmlformats.org/officeDocument/2006/relationships/extended-properties" Target="/docProps/app.xml" Id="R99c4766e69494622" /><Relationship Type="http://schemas.openxmlformats.org/officeDocument/2006/relationships/officeDocument" Target="/ppt/presentation.xml" Id="R8776474d85f645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31c7728f1c417d"/>
  </p:sldMasterIdLst>
  <p:notesMasterIdLst>
    <p:notesMasterId xmlns:r="http://schemas.openxmlformats.org/officeDocument/2006/relationships" r:id="R345a59f5d2a14c96"/>
  </p:notesMasterIdLst>
  <p:sldIdLst>
    <p:sldId xmlns:r="http://schemas.openxmlformats.org/officeDocument/2006/relationships" id="256" r:id="Rd5d2bc4543504f11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b6d89353fe479d" /><Relationship Type="http://schemas.openxmlformats.org/officeDocument/2006/relationships/slideMaster" Target="/ppt/slideMasters/slideMaster1.xml" Id="R8f31c7728f1c417d" /><Relationship Type="http://schemas.openxmlformats.org/officeDocument/2006/relationships/notesMaster" Target="/ppt/notesMasters/notesMaster1.xml" Id="R345a59f5d2a14c96" /><Relationship Type="http://schemas.openxmlformats.org/officeDocument/2006/relationships/presProps" Target="/ppt/presProps.xml" Id="R6190872501a04d59" /><Relationship Type="http://schemas.openxmlformats.org/officeDocument/2006/relationships/tableStyles" Target="/ppt/tableStyles.xml" Id="Ra5d17cf5a402414f" /><Relationship Type="http://schemas.openxmlformats.org/officeDocument/2006/relationships/slide" Target="/ppt/slides/slide1.xml" Id="Rd5d2bc4543504f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6d47cab45543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2a5571fdaf4969" /><Relationship Type="http://schemas.openxmlformats.org/officeDocument/2006/relationships/notesMaster" Target="/ppt/notesMasters/notesMaster1.xml" Id="R18435a2f8b0647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91d13f1abf4e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d69b2cb9a94c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7b1d26a65c47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e30f52ab449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213a9c6cc42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4141e092a343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B059BA-28B1-4605-8942-3CCF91DB6A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D43167-909D-483C-92ED-2560512B46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37C4C1-95BE-4192-8F71-2C5713B2F6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A3B8E4-8255-422D-91A7-20138C0971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B76B58-1791-4CE2-A5F7-01BF68910B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AD2EC5-A270-4EFC-9AE1-AEAAB2C2CE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E6D148-AB21-4F22-807F-DA2828078B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3926708-F57D-45FC-808C-B63D30AD4E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CFC434-367D-4803-908A-16D136FFE1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C6DE6E-A817-420D-918A-791CFD83C8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36a38594e541cc" /><Relationship Type="http://schemas.openxmlformats.org/officeDocument/2006/relationships/slideLayout" Target="/ppt/slideLayouts/slideLayout1.xml" Id="R5b17588564c74e85" /><Relationship Type="http://schemas.openxmlformats.org/officeDocument/2006/relationships/slideLayout" Target="/ppt/slideLayouts/slideLayout2.xml" Id="Rdcd3616f4a3c4d48" /><Relationship Type="http://schemas.openxmlformats.org/officeDocument/2006/relationships/slideLayout" Target="/ppt/slideLayouts/slideLayout3.xml" Id="R158d648362c04576" /><Relationship Type="http://schemas.openxmlformats.org/officeDocument/2006/relationships/slideLayout" Target="/ppt/slideLayouts/slideLayout4.xml" Id="R6ed7e8e399174f11" /><Relationship Type="http://schemas.openxmlformats.org/officeDocument/2006/relationships/slideLayout" Target="/ppt/slideLayouts/slideLayout5.xml" Id="R171dce5d1c854c32" /><Relationship Type="http://schemas.openxmlformats.org/officeDocument/2006/relationships/slideLayout" Target="/ppt/slideLayouts/slideLayout6.xml" Id="Rc8945db3f92d4b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17588564c74e85"/>
    <p:sldLayoutId xmlns:r="http://schemas.openxmlformats.org/officeDocument/2006/relationships" id="2147483650" r:id="Rdcd3616f4a3c4d48"/>
    <p:sldLayoutId xmlns:r="http://schemas.openxmlformats.org/officeDocument/2006/relationships" id="2147483651" r:id="R158d648362c04576"/>
    <p:sldLayoutId xmlns:r="http://schemas.openxmlformats.org/officeDocument/2006/relationships" id="2147483652" r:id="R6ed7e8e399174f11"/>
    <p:sldLayoutId xmlns:r="http://schemas.openxmlformats.org/officeDocument/2006/relationships" id="2147483653" r:id="R171dce5d1c854c32"/>
    <p:sldLayoutId xmlns:r="http://schemas.openxmlformats.org/officeDocument/2006/relationships" id="2147483654" r:id="Rc8945db3f92d4b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c9180cdd954404" /><Relationship Type="http://schemas.openxmlformats.org/officeDocument/2006/relationships/image" Target="/ppt/media/image.png" Id="R20519883fdb44b2e" /><Relationship Type="http://schemas.openxmlformats.org/officeDocument/2006/relationships/notesSlide" Target="/ppt/notesSlides/notesSlide1.xml" Id="R054c8d2f36294c2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F72B7-5D39-4E73-A907-7CD4770AA7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19883fdb44b2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Voile général">
            <a:extLst xmlns:a="http://schemas.openxmlformats.org/drawingml/2006/main">
              <a:ext uri="{FF2B5EF4-FFF2-40B4-BE49-F238E27FC236}">
                <a16:creationId xmlns:a16="http://schemas.microsoft.com/office/drawing/2014/main" id="{285F7EB8-7B48-49CE-9301-E791F3AE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égradé supérieur">
            <a:extLst xmlns:a="http://schemas.openxmlformats.org/drawingml/2006/main">
              <a:ext uri="{FF2B5EF4-FFF2-40B4-BE49-F238E27FC236}">
                <a16:creationId xmlns:a16="http://schemas.microsoft.com/office/drawing/2014/main" id="{A4F372D7-1542-4650-9131-233F1987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809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96000"/>
                </a:srgbClr>
              </a:gs>
              <a:gs pos="50000">
                <a:srgbClr val="071829">
                  <a:alpha val="72000"/>
                </a:srgbClr>
              </a:gs>
              <a:gs pos="100000">
                <a:srgbClr val="071829">
                  <a:alpha val="3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Dégradé inférieur">
            <a:extLst xmlns:a="http://schemas.openxmlformats.org/drawingml/2006/main">
              <a:ext uri="{FF2B5EF4-FFF2-40B4-BE49-F238E27FC236}">
                <a16:creationId xmlns:a16="http://schemas.microsoft.com/office/drawing/2014/main" id="{1CEF69A3-F516-49A4-9C7F-274F3955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239750"/>
            <a:ext cx="10287000" cy="504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0"/>
                </a:srgbClr>
              </a:gs>
              <a:gs pos="50000">
                <a:srgbClr val="071829">
                  <a:alpha val="68000"/>
                </a:srgbClr>
              </a:gs>
              <a:gs pos="100000">
                <a:srgbClr val="071829">
                  <a:alpha val="9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Logo blanc">
            <a:extLst xmlns:a="http://schemas.openxmlformats.org/drawingml/2006/main">
              <a:ext uri="{FF2B5EF4-FFF2-40B4-BE49-F238E27FC236}">
                <a16:creationId xmlns:a16="http://schemas.microsoft.com/office/drawing/2014/main" id="{D8D1CD05-87BE-4629-AB16-21670EC2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6" name="Logo vert">
            <a:extLst xmlns:a="http://schemas.openxmlformats.org/drawingml/2006/main">
              <a:ext uri="{FF2B5EF4-FFF2-40B4-BE49-F238E27FC236}">
                <a16:creationId xmlns:a16="http://schemas.microsoft.com/office/drawing/2014/main" id="{EB2D31B1-38B5-4BAB-97C4-8A254D88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D29A"/>
                </a:solidFill>
              </a:defRPr>
            </a:defPPr>
            <a:lvl1pPr algn="l">
              <a:defRPr sz="2250" b="1">
                <a:solidFill>
                  <a:srgbClr val="18D29A"/>
                </a:solidFill>
              </a:defRPr>
            </a:lvl1pPr>
            <a:lvl2pPr algn="l">
              <a:defRPr sz="2250" b="1">
                <a:solidFill>
                  <a:srgbClr val="18D29A"/>
                </a:solidFill>
              </a:defRPr>
            </a:lvl2pPr>
            <a:lvl3pPr algn="l">
              <a:defRPr sz="2250" b="1">
                <a:solidFill>
                  <a:srgbClr val="18D29A"/>
                </a:solidFill>
              </a:defRPr>
            </a:lvl3pPr>
            <a:lvl4pPr algn="l">
              <a:defRPr sz="2250" b="1">
                <a:solidFill>
                  <a:srgbClr val="18D29A"/>
                </a:solidFill>
              </a:defRPr>
            </a:lvl4pPr>
            <a:lvl5pPr algn="l">
              <a:defRPr sz="2250" b="1">
                <a:solidFill>
                  <a:srgbClr val="18D29A"/>
                </a:solidFill>
              </a:defRPr>
            </a:lvl5pPr>
            <a:lvl6pPr algn="l">
              <a:defRPr sz="2250" b="1">
                <a:solidFill>
                  <a:srgbClr val="18D29A"/>
                </a:solidFill>
              </a:defRPr>
            </a:lvl6pPr>
            <a:lvl7pPr algn="l">
              <a:defRPr sz="2250" b="1">
                <a:solidFill>
                  <a:srgbClr val="18D29A"/>
                </a:solidFill>
              </a:defRPr>
            </a:lvl7pPr>
            <a:lvl8pPr algn="l">
              <a:defRPr sz="2250" b="1">
                <a:solidFill>
                  <a:srgbClr val="18D29A"/>
                </a:solidFill>
              </a:defRPr>
            </a:lvl8pPr>
            <a:lvl9pPr algn="l">
              <a:defRPr sz="225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D29A"/>
                </a:solidFill>
              </a:defRPr>
            </a:pPr>
            <a:r>
              <a:rPr sz="2250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7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12852914-7211-4146-B67F-5D3F5904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1912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8" name="Pastille">
            <a:extLst xmlns:a="http://schemas.openxmlformats.org/drawingml/2006/main">
              <a:ext uri="{FF2B5EF4-FFF2-40B4-BE49-F238E27FC236}">
                <a16:creationId xmlns:a16="http://schemas.microsoft.com/office/drawing/2014/main" id="{CCF420FD-AB82-4F08-BFFA-1DA01FE2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238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B63AA8B9-D446-4CF6-A71A-93C54321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BONS PLANS DU JOUR</a:t>
            </a:r>
          </a:p>
        </p:txBody>
      </p:sp>
      <p:sp>
        <p:nvSpPr>
          <p:cNvPr id="10" name="Titre principal">
            <a:extLst xmlns:a="http://schemas.openxmlformats.org/drawingml/2006/main">
              <a:ext uri="{FF2B5EF4-FFF2-40B4-BE49-F238E27FC236}">
                <a16:creationId xmlns:a16="http://schemas.microsoft.com/office/drawing/2014/main" id="{23CF6F21-562D-414A-94AC-D5C4F733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57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150" b="1">
                <a:solidFill>
                  <a:srgbClr val="FFFFFF"/>
                </a:solidFill>
              </a:defRPr>
            </a:defPPr>
            <a:lvl1pPr algn="l">
              <a:defRPr sz="6150" b="1">
                <a:solidFill>
                  <a:srgbClr val="FFFFFF"/>
                </a:solidFill>
              </a:defRPr>
            </a:lvl1pPr>
            <a:lvl2pPr algn="l">
              <a:defRPr sz="6150" b="1">
                <a:solidFill>
                  <a:srgbClr val="FFFFFF"/>
                </a:solidFill>
              </a:defRPr>
            </a:lvl2pPr>
            <a:lvl3pPr algn="l">
              <a:defRPr sz="6150" b="1">
                <a:solidFill>
                  <a:srgbClr val="FFFFFF"/>
                </a:solidFill>
              </a:defRPr>
            </a:lvl3pPr>
            <a:lvl4pPr algn="l">
              <a:defRPr sz="6150" b="1">
                <a:solidFill>
                  <a:srgbClr val="FFFFFF"/>
                </a:solidFill>
              </a:defRPr>
            </a:lvl4pPr>
            <a:lvl5pPr algn="l">
              <a:defRPr sz="6150" b="1">
                <a:solidFill>
                  <a:srgbClr val="FFFFFF"/>
                </a:solidFill>
              </a:defRPr>
            </a:lvl5pPr>
            <a:lvl6pPr algn="l">
              <a:defRPr sz="6150" b="1">
                <a:solidFill>
                  <a:srgbClr val="FFFFFF"/>
                </a:solidFill>
              </a:defRPr>
            </a:lvl6pPr>
            <a:lvl7pPr algn="l">
              <a:defRPr sz="6150" b="1">
                <a:solidFill>
                  <a:srgbClr val="FFFFFF"/>
                </a:solidFill>
              </a:defRPr>
            </a:lvl7pPr>
            <a:lvl8pPr algn="l">
              <a:defRPr sz="6150" b="1">
                <a:solidFill>
                  <a:srgbClr val="FFFFFF"/>
                </a:solidFill>
              </a:defRPr>
            </a:lvl8pPr>
            <a:lvl9pPr algn="l">
              <a:defRPr sz="6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HAPPY</a:t>
            </a:r>
          </a:p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HOUR</a:t>
            </a:r>
          </a:p>
        </p:txBody>
      </p:sp>
      <p:sp>
        <p:nvSpPr>
          <p:cNvPr id="11" name="Sous-titre">
            <a:extLst xmlns:a="http://schemas.openxmlformats.org/drawingml/2006/main">
              <a:ext uri="{FF2B5EF4-FFF2-40B4-BE49-F238E27FC236}">
                <a16:creationId xmlns:a16="http://schemas.microsoft.com/office/drawing/2014/main" id="{60812048-4E4F-42C0-A0BE-0A1237DE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Les happy hours autour de vous, au bon moment.</a:t>
            </a:r>
          </a:p>
        </p:txBody>
      </p:sp>
      <p:sp>
        <p:nvSpPr>
          <p:cNvPr id="12" name="Bouton">
            <a:extLst xmlns:a="http://schemas.openxmlformats.org/drawingml/2006/main">
              <a:ext uri="{FF2B5EF4-FFF2-40B4-BE49-F238E27FC236}">
                <a16:creationId xmlns:a16="http://schemas.microsoft.com/office/drawing/2014/main" id="{452C6FF9-B92C-439D-9C6B-239AFC0E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0"/>
            <a:ext cx="8915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nd icône">
            <a:extLst xmlns:a="http://schemas.openxmlformats.org/drawingml/2006/main">
              <a:ext uri="{FF2B5EF4-FFF2-40B4-BE49-F238E27FC236}">
                <a16:creationId xmlns:a16="http://schemas.microsoft.com/office/drawing/2014/main" id="{81F05694-5AE5-4485-B48C-06CD506E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2496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cône">
            <a:extLst xmlns:a="http://schemas.openxmlformats.org/drawingml/2006/main">
              <a:ext uri="{FF2B5EF4-FFF2-40B4-BE49-F238E27FC236}">
                <a16:creationId xmlns:a16="http://schemas.microsoft.com/office/drawing/2014/main" id="{4D6711DA-D950-4464-A80B-A4117602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24965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071829"/>
                </a:solidFill>
              </a:defRPr>
            </a:defPPr>
            <a:lvl1pPr algn="ctr">
              <a:defRPr sz="2250" b="1">
                <a:solidFill>
                  <a:srgbClr val="071829"/>
                </a:solidFill>
              </a:defRPr>
            </a:lvl1pPr>
            <a:lvl2pPr algn="ctr">
              <a:defRPr sz="2250" b="1">
                <a:solidFill>
                  <a:srgbClr val="071829"/>
                </a:solidFill>
              </a:defRPr>
            </a:lvl2pPr>
            <a:lvl3pPr algn="ctr">
              <a:defRPr sz="2250" b="1">
                <a:solidFill>
                  <a:srgbClr val="071829"/>
                </a:solidFill>
              </a:defRPr>
            </a:lvl3pPr>
            <a:lvl4pPr algn="ctr">
              <a:defRPr sz="2250" b="1">
                <a:solidFill>
                  <a:srgbClr val="071829"/>
                </a:solidFill>
              </a:defRPr>
            </a:lvl4pPr>
            <a:lvl5pPr algn="ctr">
              <a:defRPr sz="2250" b="1">
                <a:solidFill>
                  <a:srgbClr val="071829"/>
                </a:solidFill>
              </a:defRPr>
            </a:lvl5pPr>
            <a:lvl6pPr algn="ctr">
              <a:defRPr sz="2250" b="1">
                <a:solidFill>
                  <a:srgbClr val="071829"/>
                </a:solidFill>
              </a:defRPr>
            </a:lvl6pPr>
            <a:lvl7pPr algn="ctr">
              <a:defRPr sz="2250" b="1">
                <a:solidFill>
                  <a:srgbClr val="071829"/>
                </a:solidFill>
              </a:defRPr>
            </a:lvl7pPr>
            <a:lvl8pPr algn="ctr">
              <a:defRPr sz="2250" b="1">
                <a:solidFill>
                  <a:srgbClr val="071829"/>
                </a:solidFill>
              </a:defRPr>
            </a:lvl8pPr>
            <a:lvl9pPr algn="ctr">
              <a:defRPr sz="22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71829"/>
                </a:solidFill>
              </a:defRPr>
            </a:pPr>
            <a:r>
              <a:rPr sz="2250" b="1">
                <a:solidFill>
                  <a:srgbClr val="071829"/>
                </a:solidFill>
              </a:rPr>
              <a:t>●</a:t>
            </a:r>
          </a:p>
        </p:txBody>
      </p:sp>
      <p:sp>
        <p:nvSpPr>
          <p:cNvPr id="15" name="Texte bouton">
            <a:extLst xmlns:a="http://schemas.openxmlformats.org/drawingml/2006/main">
              <a:ext uri="{FF2B5EF4-FFF2-40B4-BE49-F238E27FC236}">
                <a16:creationId xmlns:a16="http://schemas.microsoft.com/office/drawing/2014/main" id="{B970569D-14AE-4EC0-956D-B1B29505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240125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829"/>
                </a:solidFill>
              </a:defRPr>
            </a:defPPr>
            <a:lvl1pPr algn="ctr">
              <a:defRPr sz="2550" b="1">
                <a:solidFill>
                  <a:srgbClr val="071829"/>
                </a:solidFill>
              </a:defRPr>
            </a:lvl1pPr>
            <a:lvl2pPr algn="ctr">
              <a:defRPr sz="2550" b="1">
                <a:solidFill>
                  <a:srgbClr val="071829"/>
                </a:solidFill>
              </a:defRPr>
            </a:lvl2pPr>
            <a:lvl3pPr algn="ctr">
              <a:defRPr sz="2550" b="1">
                <a:solidFill>
                  <a:srgbClr val="071829"/>
                </a:solidFill>
              </a:defRPr>
            </a:lvl3pPr>
            <a:lvl4pPr algn="ctr">
              <a:defRPr sz="2550" b="1">
                <a:solidFill>
                  <a:srgbClr val="071829"/>
                </a:solidFill>
              </a:defRPr>
            </a:lvl4pPr>
            <a:lvl5pPr algn="ctr">
              <a:defRPr sz="2550" b="1">
                <a:solidFill>
                  <a:srgbClr val="071829"/>
                </a:solidFill>
              </a:defRPr>
            </a:lvl5pPr>
            <a:lvl6pPr algn="ctr">
              <a:defRPr sz="2550" b="1">
                <a:solidFill>
                  <a:srgbClr val="071829"/>
                </a:solidFill>
              </a:defRPr>
            </a:lvl6pPr>
            <a:lvl7pPr algn="ctr">
              <a:defRPr sz="2550" b="1">
                <a:solidFill>
                  <a:srgbClr val="071829"/>
                </a:solidFill>
              </a:defRPr>
            </a:lvl7pPr>
            <a:lvl8pPr algn="ctr">
              <a:defRPr sz="2550" b="1">
                <a:solidFill>
                  <a:srgbClr val="071829"/>
                </a:solidFill>
              </a:defRPr>
            </a:lvl8pPr>
            <a:lvl9pPr algn="ctr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VOIR LA SÉLECTION</a:t>
            </a:r>
          </a:p>
        </p:txBody>
      </p:sp>
      <p:sp>
        <p:nvSpPr>
          <p:cNvPr id="16" name="Flèche">
            <a:extLst xmlns:a="http://schemas.openxmlformats.org/drawingml/2006/main">
              <a:ext uri="{FF2B5EF4-FFF2-40B4-BE49-F238E27FC236}">
                <a16:creationId xmlns:a16="http://schemas.microsoft.com/office/drawing/2014/main" id="{9913AC48-754E-40FA-9F7E-8E0A2E18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2210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071829"/>
                </a:solidFill>
              </a:defRPr>
            </a:defPPr>
            <a:lvl1pPr algn="ctr">
              <a:defRPr sz="3300" b="1">
                <a:solidFill>
                  <a:srgbClr val="071829"/>
                </a:solidFill>
              </a:defRPr>
            </a:lvl1pPr>
            <a:lvl2pPr algn="ctr">
              <a:defRPr sz="3300" b="1">
                <a:solidFill>
                  <a:srgbClr val="071829"/>
                </a:solidFill>
              </a:defRPr>
            </a:lvl2pPr>
            <a:lvl3pPr algn="ctr">
              <a:defRPr sz="3300" b="1">
                <a:solidFill>
                  <a:srgbClr val="071829"/>
                </a:solidFill>
              </a:defRPr>
            </a:lvl3pPr>
            <a:lvl4pPr algn="ctr">
              <a:defRPr sz="3300" b="1">
                <a:solidFill>
                  <a:srgbClr val="071829"/>
                </a:solidFill>
              </a:defRPr>
            </a:lvl4pPr>
            <a:lvl5pPr algn="ctr">
              <a:defRPr sz="3300" b="1">
                <a:solidFill>
                  <a:srgbClr val="071829"/>
                </a:solidFill>
              </a:defRPr>
            </a:lvl5pPr>
            <a:lvl6pPr algn="ctr">
              <a:defRPr sz="3300" b="1">
                <a:solidFill>
                  <a:srgbClr val="071829"/>
                </a:solidFill>
              </a:defRPr>
            </a:lvl6pPr>
            <a:lvl7pPr algn="ctr">
              <a:defRPr sz="3300" b="1">
                <a:solidFill>
                  <a:srgbClr val="071829"/>
                </a:solidFill>
              </a:defRPr>
            </a:lvl7pPr>
            <a:lvl8pPr algn="ctr">
              <a:defRPr sz="3300" b="1">
                <a:solidFill>
                  <a:srgbClr val="071829"/>
                </a:solidFill>
              </a:defRPr>
            </a:lvl8pPr>
            <a:lvl9pPr algn="ctr">
              <a:defRPr sz="33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71829"/>
                </a:solidFill>
              </a:defRPr>
            </a:pPr>
            <a:r>
              <a:rPr sz="3300" b="1">
                <a:solidFill>
                  <a:srgbClr val="071829"/>
                </a:solidFill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604763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2026-10-21T10:39:19.6380000Z</dcterms:created>
  <dcterms:modified xsi:type="dcterms:W3CDTF">2026-10-21T10:39:19.6380000Z</dcterms:modified>
</coreProperties>
</file>