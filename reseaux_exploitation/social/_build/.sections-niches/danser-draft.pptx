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3a0cd79d9e4722" /><Relationship Type="http://schemas.openxmlformats.org/officeDocument/2006/relationships/extended-properties" Target="/docProps/app.xml" Id="R7e5b4a4e591747e5" /><Relationship Type="http://schemas.openxmlformats.org/officeDocument/2006/relationships/officeDocument" Target="/ppt/presentation.xml" Id="R982ea24e593943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60766ab8f54e48"/>
  </p:sldMasterIdLst>
  <p:notesMasterIdLst>
    <p:notesMasterId xmlns:r="http://schemas.openxmlformats.org/officeDocument/2006/relationships" r:id="R7291c0575cda43e5"/>
  </p:notesMasterIdLst>
  <p:sldIdLst>
    <p:sldId xmlns:r="http://schemas.openxmlformats.org/officeDocument/2006/relationships" id="256" r:id="R2893d5c02ba64c4b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23d33175e64126" /><Relationship Type="http://schemas.openxmlformats.org/officeDocument/2006/relationships/slideMaster" Target="/ppt/slideMasters/slideMaster1.xml" Id="R7560766ab8f54e48" /><Relationship Type="http://schemas.openxmlformats.org/officeDocument/2006/relationships/notesMaster" Target="/ppt/notesMasters/notesMaster1.xml" Id="R7291c0575cda43e5" /><Relationship Type="http://schemas.openxmlformats.org/officeDocument/2006/relationships/presProps" Target="/ppt/presProps.xml" Id="R5dfaa7b34c854960" /><Relationship Type="http://schemas.openxmlformats.org/officeDocument/2006/relationships/tableStyles" Target="/ppt/tableStyles.xml" Id="Rd54eecae4df54186" /><Relationship Type="http://schemas.openxmlformats.org/officeDocument/2006/relationships/slide" Target="/ppt/slides/slide1.xml" Id="R2893d5c02ba64c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a9a1374d6244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8314036e2e46e1" /><Relationship Type="http://schemas.openxmlformats.org/officeDocument/2006/relationships/notesMaster" Target="/ppt/notesMasters/notesMaster1.xml" Id="R3e1b5d4484ab49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57598fd6b44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938530b8540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c0015ba9249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d1be4ba7a48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464d929334a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7bb670d6446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40B587-5EF6-4DAC-90AD-809EA7983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81F80E-68AC-4A59-8055-B6F2E97940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E21BECF-25C3-4F73-B375-F6A34C352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1A685B-F1AA-490A-BF58-AE110A528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48CC3F-8B6B-4DDE-99AD-34AB98616B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9A51CA-AB80-4D36-9461-B2AC9B9AF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A8DC5C-41A9-46F1-A062-597DDF17E8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02A2FD-1FAA-4F7C-87EE-A63252EE42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ABA948-AE3A-4A71-94E9-FA057195AA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00D6C6-2832-407A-8618-85B3AE1AD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95ffef9839401d" /><Relationship Type="http://schemas.openxmlformats.org/officeDocument/2006/relationships/slideLayout" Target="/ppt/slideLayouts/slideLayout1.xml" Id="R870f791e4d3b4231" /><Relationship Type="http://schemas.openxmlformats.org/officeDocument/2006/relationships/slideLayout" Target="/ppt/slideLayouts/slideLayout2.xml" Id="R827caaae88894290" /><Relationship Type="http://schemas.openxmlformats.org/officeDocument/2006/relationships/slideLayout" Target="/ppt/slideLayouts/slideLayout3.xml" Id="Ra368f0140f1d4aba" /><Relationship Type="http://schemas.openxmlformats.org/officeDocument/2006/relationships/slideLayout" Target="/ppt/slideLayouts/slideLayout4.xml" Id="Rb04eb85871414d21" /><Relationship Type="http://schemas.openxmlformats.org/officeDocument/2006/relationships/slideLayout" Target="/ppt/slideLayouts/slideLayout5.xml" Id="Ref2817609f6c484a" /><Relationship Type="http://schemas.openxmlformats.org/officeDocument/2006/relationships/slideLayout" Target="/ppt/slideLayouts/slideLayout6.xml" Id="R18829a2e53d240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0f791e4d3b4231"/>
    <p:sldLayoutId xmlns:r="http://schemas.openxmlformats.org/officeDocument/2006/relationships" id="2147483650" r:id="R827caaae88894290"/>
    <p:sldLayoutId xmlns:r="http://schemas.openxmlformats.org/officeDocument/2006/relationships" id="2147483651" r:id="Ra368f0140f1d4aba"/>
    <p:sldLayoutId xmlns:r="http://schemas.openxmlformats.org/officeDocument/2006/relationships" id="2147483652" r:id="Rb04eb85871414d21"/>
    <p:sldLayoutId xmlns:r="http://schemas.openxmlformats.org/officeDocument/2006/relationships" id="2147483653" r:id="Ref2817609f6c484a"/>
    <p:sldLayoutId xmlns:r="http://schemas.openxmlformats.org/officeDocument/2006/relationships" id="2147483654" r:id="R18829a2e53d240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9acddd6da49e3" /><Relationship Type="http://schemas.openxmlformats.org/officeDocument/2006/relationships/image" Target="/ppt/media/image.png" Id="R24cc76d7a09342d7" /><Relationship Type="http://schemas.openxmlformats.org/officeDocument/2006/relationships/notesSlide" Target="/ppt/notesSlides/notesSlide1.xml" Id="Rd0a110cb06464f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45A6A-A373-4134-ABD1-50E1A2E660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c76d7a09342d7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7FD2EF38-6BA6-451E-A982-D60F0410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CCA40D0E-D2E4-49F4-8C27-C18E961A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F6E87930-BF3A-4BBE-8AD9-B4D3AA9C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30AB6459-1D15-44EE-AEC1-EEAF39E5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48FB2D65-70E2-4077-81C5-7D690C79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FC80E897-A723-4583-B7FA-F869419E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A124225D-F654-4050-BD89-031F6AA3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8098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A6D3335F-A4CB-45C7-BB9E-E38D5DB1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80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ENVIE DE DANSER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725032B9-643C-472A-880C-9AFC21B0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</a:defRPr>
            </a:defPPr>
            <a:lvl1pPr algn="l">
              <a:defRPr sz="6600" b="1">
                <a:solidFill>
                  <a:srgbClr val="FFFFFF"/>
                </a:solidFill>
              </a:defRPr>
            </a:lvl1pPr>
            <a:lvl2pPr algn="l">
              <a:defRPr sz="6600" b="1">
                <a:solidFill>
                  <a:srgbClr val="FFFFFF"/>
                </a:solidFill>
              </a:defRPr>
            </a:lvl2pPr>
            <a:lvl3pPr algn="l">
              <a:defRPr sz="6600" b="1">
                <a:solidFill>
                  <a:srgbClr val="FFFFFF"/>
                </a:solidFill>
              </a:defRPr>
            </a:lvl3pPr>
            <a:lvl4pPr algn="l">
              <a:defRPr sz="6600" b="1">
                <a:solidFill>
                  <a:srgbClr val="FFFFFF"/>
                </a:solidFill>
              </a:defRPr>
            </a:lvl4pPr>
            <a:lvl5pPr algn="l">
              <a:defRPr sz="6600" b="1">
                <a:solidFill>
                  <a:srgbClr val="FFFFFF"/>
                </a:solidFill>
              </a:defRPr>
            </a:lvl5pPr>
            <a:lvl6pPr algn="l">
              <a:defRPr sz="6600" b="1">
                <a:solidFill>
                  <a:srgbClr val="FFFFFF"/>
                </a:solidFill>
              </a:defRPr>
            </a:lvl6pPr>
            <a:lvl7pPr algn="l">
              <a:defRPr sz="6600" b="1">
                <a:solidFill>
                  <a:srgbClr val="FFFFFF"/>
                </a:solidFill>
              </a:defRPr>
            </a:lvl7pPr>
            <a:lvl8pPr algn="l">
              <a:defRPr sz="6600" b="1">
                <a:solidFill>
                  <a:srgbClr val="FFFFFF"/>
                </a:solidFill>
              </a:defRPr>
            </a:lvl8pPr>
            <a:lvl9pPr algn="l">
              <a:defRPr sz="6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DANSER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BE7A8E51-90D2-4B12-880A-59C68D4F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Cours, soirées et écoles pour danser à votre rythme.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A9E1141A-D7F5-4106-9AD9-BAFDACDD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76587A42-753A-4B1A-98C8-6B085767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C8DE18B7-63CC-4A52-AF47-967F8D67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6B10ED47-3150-4583-939A-12519D94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7A9E3E69-F92F-4C5F-913C-5FC76C9E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645621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2026-10-21T10:39:18.1580000Z</dcterms:created>
  <dcterms:modified xsi:type="dcterms:W3CDTF">2026-10-21T10:39:18.1580000Z</dcterms:modified>
</coreProperties>
</file>