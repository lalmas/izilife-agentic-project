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54e1b69135430e" /><Relationship Type="http://schemas.openxmlformats.org/officeDocument/2006/relationships/extended-properties" Target="/docProps/app.xml" Id="Rc5d16bd50c764b6d" /><Relationship Type="http://schemas.openxmlformats.org/officeDocument/2006/relationships/officeDocument" Target="/ppt/presentation.xml" Id="Rf40e0ca84b144e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2d11dc7f90472e"/>
  </p:sldMasterIdLst>
  <p:notesMasterIdLst>
    <p:notesMasterId xmlns:r="http://schemas.openxmlformats.org/officeDocument/2006/relationships" r:id="R9e801d0515ba40df"/>
  </p:notesMasterIdLst>
  <p:sldIdLst>
    <p:sldId xmlns:r="http://schemas.openxmlformats.org/officeDocument/2006/relationships" id="256" r:id="Rd21f8c4e9f724444"/>
  </p:sldIdLst>
  <p:sldSz cx="10287000" cy="1828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ff8d49df784218" /><Relationship Type="http://schemas.openxmlformats.org/officeDocument/2006/relationships/slideMaster" Target="/ppt/slideMasters/slideMaster1.xml" Id="Re62d11dc7f90472e" /><Relationship Type="http://schemas.openxmlformats.org/officeDocument/2006/relationships/notesMaster" Target="/ppt/notesMasters/notesMaster1.xml" Id="R9e801d0515ba40df" /><Relationship Type="http://schemas.openxmlformats.org/officeDocument/2006/relationships/presProps" Target="/ppt/presProps.xml" Id="Rd42bbce1f8254a07" /><Relationship Type="http://schemas.openxmlformats.org/officeDocument/2006/relationships/tableStyles" Target="/ppt/tableStyles.xml" Id="R2a02679045c74f58" /><Relationship Type="http://schemas.openxmlformats.org/officeDocument/2006/relationships/slide" Target="/ppt/slides/slide1.xml" Id="Rd21f8c4e9f7244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b56e4ca2a624e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8fb8693d3241a2" /><Relationship Type="http://schemas.openxmlformats.org/officeDocument/2006/relationships/notesMaster" Target="/ppt/notesMasters/notesMaster1.xml" Id="R6e6c3e43fd3b4a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bc6d79f167419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5258fbf3dc4d2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d9e292094d478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298f47169d425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730436e4c240e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fc9d3a0c8b4c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B2BDFCA-E2DA-4109-94B8-B5C5271D36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6908800"/>
            <a:ext cx="8229600" cy="264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1C42662-1CF7-4921-89F3-AD631E0DEDB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43050" y="10058400"/>
            <a:ext cx="7200900" cy="20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2D5981F-E39F-47FF-A48C-C42F7611DA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7620000"/>
            <a:ext cx="82296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AFD434A-193A-47F2-85CF-F60B2C2391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422400"/>
            <a:ext cx="9129713" cy="223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E1ADB82-B109-413C-8CC7-1623CDA0C56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5080000"/>
            <a:ext cx="9129713" cy="11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2529B83-278E-4773-AE82-2B508D9F33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422400"/>
            <a:ext cx="9129713" cy="223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92DD708-72F7-4B84-8C2B-3D0B79254B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5080000"/>
            <a:ext cx="4243388" cy="11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F16A5A8-4442-4C21-94D9-A9512F743E6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464969" y="5080000"/>
            <a:ext cx="4243388" cy="11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FA7A33A-97C2-47F6-AB77-837140E983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422400"/>
            <a:ext cx="9129713" cy="223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5771834-D31E-4470-9CAD-1F5CC5E17B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5080000"/>
            <a:ext cx="4243388" cy="11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1002e162c54279" /><Relationship Type="http://schemas.openxmlformats.org/officeDocument/2006/relationships/slideLayout" Target="/ppt/slideLayouts/slideLayout1.xml" Id="R0256d57d2ae84b6b" /><Relationship Type="http://schemas.openxmlformats.org/officeDocument/2006/relationships/slideLayout" Target="/ppt/slideLayouts/slideLayout2.xml" Id="R0bf5199cc6b34ecd" /><Relationship Type="http://schemas.openxmlformats.org/officeDocument/2006/relationships/slideLayout" Target="/ppt/slideLayouts/slideLayout3.xml" Id="R47a837c377314699" /><Relationship Type="http://schemas.openxmlformats.org/officeDocument/2006/relationships/slideLayout" Target="/ppt/slideLayouts/slideLayout4.xml" Id="Rdab4633cdc2f4a63" /><Relationship Type="http://schemas.openxmlformats.org/officeDocument/2006/relationships/slideLayout" Target="/ppt/slideLayouts/slideLayout5.xml" Id="R5ca87c2076d642bd" /><Relationship Type="http://schemas.openxmlformats.org/officeDocument/2006/relationships/slideLayout" Target="/ppt/slideLayouts/slideLayout6.xml" Id="R4ecc1621343f481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56d57d2ae84b6b"/>
    <p:sldLayoutId xmlns:r="http://schemas.openxmlformats.org/officeDocument/2006/relationships" id="2147483650" r:id="R0bf5199cc6b34ecd"/>
    <p:sldLayoutId xmlns:r="http://schemas.openxmlformats.org/officeDocument/2006/relationships" id="2147483651" r:id="R47a837c377314699"/>
    <p:sldLayoutId xmlns:r="http://schemas.openxmlformats.org/officeDocument/2006/relationships" id="2147483652" r:id="Rdab4633cdc2f4a63"/>
    <p:sldLayoutId xmlns:r="http://schemas.openxmlformats.org/officeDocument/2006/relationships" id="2147483653" r:id="R5ca87c2076d642bd"/>
    <p:sldLayoutId xmlns:r="http://schemas.openxmlformats.org/officeDocument/2006/relationships" id="2147483654" r:id="R4ecc1621343f481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11cee3b0724195" /><Relationship Type="http://schemas.openxmlformats.org/officeDocument/2006/relationships/image" Target="/ppt/media/image.png" Id="R9d62d7d6893a454b" /><Relationship Type="http://schemas.openxmlformats.org/officeDocument/2006/relationships/notesSlide" Target="/ppt/notesSlides/notesSlide1.xml" Id="Ra3e93b9f129b4d0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361A8B-4886-4FC7-A323-36EBAAD33D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62d7d6893a454b"/>
          <a:srcRect xmlns:a="http://schemas.openxmlformats.org/drawingml/2006/main" l="27" t="0" r="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8288000"/>
          </a:xfrm>
          <a:prstGeom xmlns:a="http://schemas.openxmlformats.org/drawingml/2006/main" prst="rect">
            <a:avLst/>
          </a:prstGeom>
        </p:spPr>
      </p:pic>
      <p:sp>
        <p:nvSpPr>
          <p:cNvPr id="2" name="Voile général">
            <a:extLst xmlns:a="http://schemas.openxmlformats.org/drawingml/2006/main">
              <a:ext uri="{FF2B5EF4-FFF2-40B4-BE49-F238E27FC236}">
                <a16:creationId xmlns:a16="http://schemas.microsoft.com/office/drawing/2014/main" id="{BC426813-B5D2-4747-957E-324E05F6F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8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9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égradé supérieur">
            <a:extLst xmlns:a="http://schemas.openxmlformats.org/drawingml/2006/main">
              <a:ext uri="{FF2B5EF4-FFF2-40B4-BE49-F238E27FC236}">
                <a16:creationId xmlns:a16="http://schemas.microsoft.com/office/drawing/2014/main" id="{2F7F2453-DB62-432F-B880-798E0B29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80962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829">
                  <a:alpha val="96000"/>
                </a:srgbClr>
              </a:gs>
              <a:gs pos="50000">
                <a:srgbClr val="071829">
                  <a:alpha val="72000"/>
                </a:srgbClr>
              </a:gs>
              <a:gs pos="100000">
                <a:srgbClr val="071829">
                  <a:alpha val="3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Dégradé inférieur">
            <a:extLst xmlns:a="http://schemas.openxmlformats.org/drawingml/2006/main">
              <a:ext uri="{FF2B5EF4-FFF2-40B4-BE49-F238E27FC236}">
                <a16:creationId xmlns:a16="http://schemas.microsoft.com/office/drawing/2014/main" id="{3D0BB94E-5138-4781-ABD1-C96736C4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239750"/>
            <a:ext cx="10287000" cy="50482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829">
                  <a:alpha val="0"/>
                </a:srgbClr>
              </a:gs>
              <a:gs pos="50000">
                <a:srgbClr val="071829">
                  <a:alpha val="68000"/>
                </a:srgbClr>
              </a:gs>
              <a:gs pos="100000">
                <a:srgbClr val="071829">
                  <a:alpha val="96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5" name="Logo blanc">
            <a:extLst xmlns:a="http://schemas.openxmlformats.org/drawingml/2006/main">
              <a:ext uri="{FF2B5EF4-FFF2-40B4-BE49-F238E27FC236}">
                <a16:creationId xmlns:a16="http://schemas.microsoft.com/office/drawing/2014/main" id="{2EE03C36-EC5A-4A87-BEE4-379E4531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</a:defRPr>
            </a:defPPr>
            <a:lvl1pPr algn="l">
              <a:defRPr sz="2250" b="1">
                <a:solidFill>
                  <a:srgbClr val="FFFFFF"/>
                </a:solidFill>
              </a:defRPr>
            </a:lvl1pPr>
            <a:lvl2pPr algn="l">
              <a:defRPr sz="2250" b="1">
                <a:solidFill>
                  <a:srgbClr val="FFFFFF"/>
                </a:solidFill>
              </a:defRPr>
            </a:lvl2pPr>
            <a:lvl3pPr algn="l">
              <a:defRPr sz="2250" b="1">
                <a:solidFill>
                  <a:srgbClr val="FFFFFF"/>
                </a:solidFill>
              </a:defRPr>
            </a:lvl3pPr>
            <a:lvl4pPr algn="l">
              <a:defRPr sz="2250" b="1">
                <a:solidFill>
                  <a:srgbClr val="FFFFFF"/>
                </a:solidFill>
              </a:defRPr>
            </a:lvl4pPr>
            <a:lvl5pPr algn="l">
              <a:defRPr sz="2250" b="1">
                <a:solidFill>
                  <a:srgbClr val="FFFFFF"/>
                </a:solidFill>
              </a:defRPr>
            </a:lvl5pPr>
            <a:lvl6pPr algn="l">
              <a:defRPr sz="2250" b="1">
                <a:solidFill>
                  <a:srgbClr val="FFFFFF"/>
                </a:solidFill>
              </a:defRPr>
            </a:lvl6pPr>
            <a:lvl7pPr algn="l">
              <a:defRPr sz="2250" b="1">
                <a:solidFill>
                  <a:srgbClr val="FFFFFF"/>
                </a:solidFill>
              </a:defRPr>
            </a:lvl7pPr>
            <a:lvl8pPr algn="l">
              <a:defRPr sz="2250" b="1">
                <a:solidFill>
                  <a:srgbClr val="FFFFFF"/>
                </a:solidFill>
              </a:defRPr>
            </a:lvl8pPr>
            <a:lvl9pPr algn="l">
              <a:defRPr sz="22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izi</a:t>
            </a:r>
          </a:p>
        </p:txBody>
      </p:sp>
      <p:sp>
        <p:nvSpPr>
          <p:cNvPr id="6" name="Logo vert">
            <a:extLst xmlns:a="http://schemas.openxmlformats.org/drawingml/2006/main">
              <a:ext uri="{FF2B5EF4-FFF2-40B4-BE49-F238E27FC236}">
                <a16:creationId xmlns:a16="http://schemas.microsoft.com/office/drawing/2014/main" id="{7BEA7348-8304-44C0-901A-7E31358D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61912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8D29A"/>
                </a:solidFill>
              </a:defRPr>
            </a:defPPr>
            <a:lvl1pPr algn="l">
              <a:defRPr sz="2250" b="1">
                <a:solidFill>
                  <a:srgbClr val="18D29A"/>
                </a:solidFill>
              </a:defRPr>
            </a:lvl1pPr>
            <a:lvl2pPr algn="l">
              <a:defRPr sz="2250" b="1">
                <a:solidFill>
                  <a:srgbClr val="18D29A"/>
                </a:solidFill>
              </a:defRPr>
            </a:lvl2pPr>
            <a:lvl3pPr algn="l">
              <a:defRPr sz="2250" b="1">
                <a:solidFill>
                  <a:srgbClr val="18D29A"/>
                </a:solidFill>
              </a:defRPr>
            </a:lvl3pPr>
            <a:lvl4pPr algn="l">
              <a:defRPr sz="2250" b="1">
                <a:solidFill>
                  <a:srgbClr val="18D29A"/>
                </a:solidFill>
              </a:defRPr>
            </a:lvl4pPr>
            <a:lvl5pPr algn="l">
              <a:defRPr sz="2250" b="1">
                <a:solidFill>
                  <a:srgbClr val="18D29A"/>
                </a:solidFill>
              </a:defRPr>
            </a:lvl5pPr>
            <a:lvl6pPr algn="l">
              <a:defRPr sz="2250" b="1">
                <a:solidFill>
                  <a:srgbClr val="18D29A"/>
                </a:solidFill>
              </a:defRPr>
            </a:lvl6pPr>
            <a:lvl7pPr algn="l">
              <a:defRPr sz="2250" b="1">
                <a:solidFill>
                  <a:srgbClr val="18D29A"/>
                </a:solidFill>
              </a:defRPr>
            </a:lvl7pPr>
            <a:lvl8pPr algn="l">
              <a:defRPr sz="2250" b="1">
                <a:solidFill>
                  <a:srgbClr val="18D29A"/>
                </a:solidFill>
              </a:defRPr>
            </a:lvl8pPr>
            <a:lvl9pPr algn="l">
              <a:defRPr sz="2250" b="1">
                <a:solidFill>
                  <a:srgbClr val="18D29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8D29A"/>
                </a:solidFill>
              </a:defRPr>
            </a:pPr>
            <a:r>
              <a:rPr sz="2250" b="1">
                <a:solidFill>
                  <a:srgbClr val="18D29A"/>
                </a:solidFill>
              </a:rPr>
              <a:t>Life</a:t>
            </a:r>
          </a:p>
        </p:txBody>
      </p:sp>
      <p:sp>
        <p:nvSpPr>
          <p:cNvPr id="7" name="Logo suffixe">
            <a:extLst xmlns:a="http://schemas.openxmlformats.org/drawingml/2006/main">
              <a:ext uri="{FF2B5EF4-FFF2-40B4-BE49-F238E27FC236}">
                <a16:creationId xmlns:a16="http://schemas.microsoft.com/office/drawing/2014/main" id="{5A81E7EA-0DCD-47EE-BE4C-D620520A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619125"/>
            <a:ext cx="59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</a:defRPr>
            </a:defPPr>
            <a:lvl1pPr algn="l">
              <a:defRPr sz="2250" b="1">
                <a:solidFill>
                  <a:srgbClr val="FFFFFF"/>
                </a:solidFill>
              </a:defRPr>
            </a:lvl1pPr>
            <a:lvl2pPr algn="l">
              <a:defRPr sz="2250" b="1">
                <a:solidFill>
                  <a:srgbClr val="FFFFFF"/>
                </a:solidFill>
              </a:defRPr>
            </a:lvl2pPr>
            <a:lvl3pPr algn="l">
              <a:defRPr sz="2250" b="1">
                <a:solidFill>
                  <a:srgbClr val="FFFFFF"/>
                </a:solidFill>
              </a:defRPr>
            </a:lvl3pPr>
            <a:lvl4pPr algn="l">
              <a:defRPr sz="2250" b="1">
                <a:solidFill>
                  <a:srgbClr val="FFFFFF"/>
                </a:solidFill>
              </a:defRPr>
            </a:lvl4pPr>
            <a:lvl5pPr algn="l">
              <a:defRPr sz="2250" b="1">
                <a:solidFill>
                  <a:srgbClr val="FFFFFF"/>
                </a:solidFill>
              </a:defRPr>
            </a:lvl5pPr>
            <a:lvl6pPr algn="l">
              <a:defRPr sz="2250" b="1">
                <a:solidFill>
                  <a:srgbClr val="FFFFFF"/>
                </a:solidFill>
              </a:defRPr>
            </a:lvl6pPr>
            <a:lvl7pPr algn="l">
              <a:defRPr sz="2250" b="1">
                <a:solidFill>
                  <a:srgbClr val="FFFFFF"/>
                </a:solidFill>
              </a:defRPr>
            </a:lvl7pPr>
            <a:lvl8pPr algn="l">
              <a:defRPr sz="2250" b="1">
                <a:solidFill>
                  <a:srgbClr val="FFFFFF"/>
                </a:solidFill>
              </a:defRPr>
            </a:lvl8pPr>
            <a:lvl9pPr algn="l">
              <a:defRPr sz="22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.co</a:t>
            </a:r>
          </a:p>
        </p:txBody>
      </p:sp>
      <p:sp>
        <p:nvSpPr>
          <p:cNvPr id="8" name="Pastille">
            <a:extLst xmlns:a="http://schemas.openxmlformats.org/drawingml/2006/main">
              <a:ext uri="{FF2B5EF4-FFF2-40B4-BE49-F238E27FC236}">
                <a16:creationId xmlns:a16="http://schemas.microsoft.com/office/drawing/2014/main" id="{4667EF66-DA77-4BB6-9602-56C73A590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809875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8D2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e pastille">
            <a:extLst xmlns:a="http://schemas.openxmlformats.org/drawingml/2006/main">
              <a:ext uri="{FF2B5EF4-FFF2-40B4-BE49-F238E27FC236}">
                <a16:creationId xmlns:a16="http://schemas.microsoft.com/office/drawing/2014/main" id="{A3E8C59B-6A99-4516-937C-72626E09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2809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071829"/>
                </a:solidFill>
              </a:defRPr>
            </a:defPPr>
            <a:lvl1pPr algn="ctr">
              <a:defRPr sz="1650" b="1">
                <a:solidFill>
                  <a:srgbClr val="071829"/>
                </a:solidFill>
              </a:defRPr>
            </a:lvl1pPr>
            <a:lvl2pPr algn="ctr">
              <a:defRPr sz="1650" b="1">
                <a:solidFill>
                  <a:srgbClr val="071829"/>
                </a:solidFill>
              </a:defRPr>
            </a:lvl2pPr>
            <a:lvl3pPr algn="ctr">
              <a:defRPr sz="1650" b="1">
                <a:solidFill>
                  <a:srgbClr val="071829"/>
                </a:solidFill>
              </a:defRPr>
            </a:lvl3pPr>
            <a:lvl4pPr algn="ctr">
              <a:defRPr sz="1650" b="1">
                <a:solidFill>
                  <a:srgbClr val="071829"/>
                </a:solidFill>
              </a:defRPr>
            </a:lvl4pPr>
            <a:lvl5pPr algn="ctr">
              <a:defRPr sz="1650" b="1">
                <a:solidFill>
                  <a:srgbClr val="071829"/>
                </a:solidFill>
              </a:defRPr>
            </a:lvl5pPr>
            <a:lvl6pPr algn="ctr">
              <a:defRPr sz="1650" b="1">
                <a:solidFill>
                  <a:srgbClr val="071829"/>
                </a:solidFill>
              </a:defRPr>
            </a:lvl6pPr>
            <a:lvl7pPr algn="ctr">
              <a:defRPr sz="1650" b="1">
                <a:solidFill>
                  <a:srgbClr val="071829"/>
                </a:solidFill>
              </a:defRPr>
            </a:lvl7pPr>
            <a:lvl8pPr algn="ctr">
              <a:defRPr sz="1650" b="1">
                <a:solidFill>
                  <a:srgbClr val="071829"/>
                </a:solidFill>
              </a:defRPr>
            </a:lvl8pPr>
            <a:lvl9pPr algn="ctr">
              <a:defRPr sz="165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71829"/>
                </a:solidFill>
              </a:defRPr>
            </a:pPr>
            <a:r>
              <a:rPr sz="1650" b="1">
                <a:solidFill>
                  <a:srgbClr val="071829"/>
                </a:solidFill>
              </a:rPr>
              <a:t>BOUGER ENSEMBLE</a:t>
            </a:r>
          </a:p>
        </p:txBody>
      </p:sp>
      <p:sp>
        <p:nvSpPr>
          <p:cNvPr id="10" name="Titre principal">
            <a:extLst xmlns:a="http://schemas.openxmlformats.org/drawingml/2006/main">
              <a:ext uri="{FF2B5EF4-FFF2-40B4-BE49-F238E27FC236}">
                <a16:creationId xmlns:a16="http://schemas.microsoft.com/office/drawing/2014/main" id="{9578DED9-1D64-4CBB-9E47-46ACBDA1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857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6600" b="1">
                <a:solidFill>
                  <a:srgbClr val="FFFFFF"/>
                </a:solidFill>
              </a:defRPr>
            </a:defPPr>
            <a:lvl1pPr algn="l">
              <a:defRPr sz="6600" b="1">
                <a:solidFill>
                  <a:srgbClr val="FFFFFF"/>
                </a:solidFill>
              </a:defRPr>
            </a:lvl1pPr>
            <a:lvl2pPr algn="l">
              <a:defRPr sz="6600" b="1">
                <a:solidFill>
                  <a:srgbClr val="FFFFFF"/>
                </a:solidFill>
              </a:defRPr>
            </a:lvl2pPr>
            <a:lvl3pPr algn="l">
              <a:defRPr sz="6600" b="1">
                <a:solidFill>
                  <a:srgbClr val="FFFFFF"/>
                </a:solidFill>
              </a:defRPr>
            </a:lvl3pPr>
            <a:lvl4pPr algn="l">
              <a:defRPr sz="6600" b="1">
                <a:solidFill>
                  <a:srgbClr val="FFFFFF"/>
                </a:solidFill>
              </a:defRPr>
            </a:lvl4pPr>
            <a:lvl5pPr algn="l">
              <a:defRPr sz="6600" b="1">
                <a:solidFill>
                  <a:srgbClr val="FFFFFF"/>
                </a:solidFill>
              </a:defRPr>
            </a:lvl5pPr>
            <a:lvl6pPr algn="l">
              <a:defRPr sz="6600" b="1">
                <a:solidFill>
                  <a:srgbClr val="FFFFFF"/>
                </a:solidFill>
              </a:defRPr>
            </a:lvl6pPr>
            <a:lvl7pPr algn="l">
              <a:defRPr sz="6600" b="1">
                <a:solidFill>
                  <a:srgbClr val="FFFFFF"/>
                </a:solidFill>
              </a:defRPr>
            </a:lvl7pPr>
            <a:lvl8pPr algn="l">
              <a:defRPr sz="6600" b="1">
                <a:solidFill>
                  <a:srgbClr val="FFFFFF"/>
                </a:solidFill>
              </a:defRPr>
            </a:lvl8pPr>
            <a:lvl9pPr algn="l">
              <a:defRPr sz="66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6600" b="1">
                <a:solidFill>
                  <a:srgbClr val="FFFFFF"/>
                </a:solidFill>
              </a:defRPr>
            </a:pPr>
            <a:r>
              <a:rPr sz="6600" b="1">
                <a:solidFill>
                  <a:srgbClr val="FFFFFF"/>
                </a:solidFill>
              </a:rPr>
              <a:t>SPORT</a:t>
            </a:r>
          </a:p>
        </p:txBody>
      </p:sp>
      <p:sp>
        <p:nvSpPr>
          <p:cNvPr id="11" name="Sous-titre">
            <a:extLst xmlns:a="http://schemas.openxmlformats.org/drawingml/2006/main">
              <a:ext uri="{FF2B5EF4-FFF2-40B4-BE49-F238E27FC236}">
                <a16:creationId xmlns:a16="http://schemas.microsoft.com/office/drawing/2014/main" id="{A95AAF14-3E4A-4D2A-80BB-32342472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62375"/>
            <a:ext cx="8477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</a:defRPr>
            </a:defPPr>
            <a:lvl1pPr algn="l">
              <a:defRPr sz="2550" b="1">
                <a:solidFill>
                  <a:srgbClr val="FFFFFF"/>
                </a:solidFill>
              </a:defRPr>
            </a:lvl1pPr>
            <a:lvl2pPr algn="l">
              <a:defRPr sz="2550" b="1">
                <a:solidFill>
                  <a:srgbClr val="FFFFFF"/>
                </a:solidFill>
              </a:defRPr>
            </a:lvl2pPr>
            <a:lvl3pPr algn="l">
              <a:defRPr sz="2550" b="1">
                <a:solidFill>
                  <a:srgbClr val="FFFFFF"/>
                </a:solidFill>
              </a:defRPr>
            </a:lvl3pPr>
            <a:lvl4pPr algn="l">
              <a:defRPr sz="2550" b="1">
                <a:solidFill>
                  <a:srgbClr val="FFFFFF"/>
                </a:solidFill>
              </a:defRPr>
            </a:lvl4pPr>
            <a:lvl5pPr algn="l">
              <a:defRPr sz="2550" b="1">
                <a:solidFill>
                  <a:srgbClr val="FFFFFF"/>
                </a:solidFill>
              </a:defRPr>
            </a:lvl5pPr>
            <a:lvl6pPr algn="l">
              <a:defRPr sz="2550" b="1">
                <a:solidFill>
                  <a:srgbClr val="FFFFFF"/>
                </a:solidFill>
              </a:defRPr>
            </a:lvl6pPr>
            <a:lvl7pPr algn="l">
              <a:defRPr sz="2550" b="1">
                <a:solidFill>
                  <a:srgbClr val="FFFFFF"/>
                </a:solidFill>
              </a:defRPr>
            </a:lvl7pPr>
            <a:lvl8pPr algn="l">
              <a:defRPr sz="2550" b="1">
                <a:solidFill>
                  <a:srgbClr val="FFFFFF"/>
                </a:solidFill>
              </a:defRPr>
            </a:lvl8pPr>
            <a:lvl9pPr algn="l">
              <a:defRPr sz="25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Cours collectifs, clubs et groupes pour bouger ensemble.</a:t>
            </a:r>
          </a:p>
        </p:txBody>
      </p:sp>
      <p:sp>
        <p:nvSpPr>
          <p:cNvPr id="12" name="Bouton">
            <a:extLst xmlns:a="http://schemas.openxmlformats.org/drawingml/2006/main">
              <a:ext uri="{FF2B5EF4-FFF2-40B4-BE49-F238E27FC236}">
                <a16:creationId xmlns:a16="http://schemas.microsoft.com/office/drawing/2014/main" id="{BBC69FB2-4B21-43B3-8A68-E518A9C29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0"/>
            <a:ext cx="89154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ond icône">
            <a:extLst xmlns:a="http://schemas.openxmlformats.org/drawingml/2006/main">
              <a:ext uri="{FF2B5EF4-FFF2-40B4-BE49-F238E27FC236}">
                <a16:creationId xmlns:a16="http://schemas.microsoft.com/office/drawing/2014/main" id="{7DCD1C95-5E75-4472-B05E-719F1BC35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249650"/>
            <a:ext cx="7239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8D2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Icône">
            <a:extLst xmlns:a="http://schemas.openxmlformats.org/drawingml/2006/main">
              <a:ext uri="{FF2B5EF4-FFF2-40B4-BE49-F238E27FC236}">
                <a16:creationId xmlns:a16="http://schemas.microsoft.com/office/drawing/2014/main" id="{A6F98CDD-70C6-4C9F-9760-52D2114A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6249650"/>
            <a:ext cx="628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1">
                <a:solidFill>
                  <a:srgbClr val="071829"/>
                </a:solidFill>
              </a:defRPr>
            </a:defPPr>
            <a:lvl1pPr algn="ctr">
              <a:defRPr sz="2250" b="1">
                <a:solidFill>
                  <a:srgbClr val="071829"/>
                </a:solidFill>
              </a:defRPr>
            </a:lvl1pPr>
            <a:lvl2pPr algn="ctr">
              <a:defRPr sz="2250" b="1">
                <a:solidFill>
                  <a:srgbClr val="071829"/>
                </a:solidFill>
              </a:defRPr>
            </a:lvl2pPr>
            <a:lvl3pPr algn="ctr">
              <a:defRPr sz="2250" b="1">
                <a:solidFill>
                  <a:srgbClr val="071829"/>
                </a:solidFill>
              </a:defRPr>
            </a:lvl3pPr>
            <a:lvl4pPr algn="ctr">
              <a:defRPr sz="2250" b="1">
                <a:solidFill>
                  <a:srgbClr val="071829"/>
                </a:solidFill>
              </a:defRPr>
            </a:lvl4pPr>
            <a:lvl5pPr algn="ctr">
              <a:defRPr sz="2250" b="1">
                <a:solidFill>
                  <a:srgbClr val="071829"/>
                </a:solidFill>
              </a:defRPr>
            </a:lvl5pPr>
            <a:lvl6pPr algn="ctr">
              <a:defRPr sz="2250" b="1">
                <a:solidFill>
                  <a:srgbClr val="071829"/>
                </a:solidFill>
              </a:defRPr>
            </a:lvl6pPr>
            <a:lvl7pPr algn="ctr">
              <a:defRPr sz="2250" b="1">
                <a:solidFill>
                  <a:srgbClr val="071829"/>
                </a:solidFill>
              </a:defRPr>
            </a:lvl7pPr>
            <a:lvl8pPr algn="ctr">
              <a:defRPr sz="2250" b="1">
                <a:solidFill>
                  <a:srgbClr val="071829"/>
                </a:solidFill>
              </a:defRPr>
            </a:lvl8pPr>
            <a:lvl9pPr algn="ctr">
              <a:defRPr sz="225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071829"/>
                </a:solidFill>
              </a:defRPr>
            </a:pPr>
            <a:r>
              <a:rPr sz="2250" b="1">
                <a:solidFill>
                  <a:srgbClr val="071829"/>
                </a:solidFill>
              </a:rPr>
              <a:t>●</a:t>
            </a:r>
          </a:p>
        </p:txBody>
      </p:sp>
      <p:sp>
        <p:nvSpPr>
          <p:cNvPr id="15" name="Texte bouton">
            <a:extLst xmlns:a="http://schemas.openxmlformats.org/drawingml/2006/main">
              <a:ext uri="{FF2B5EF4-FFF2-40B4-BE49-F238E27FC236}">
                <a16:creationId xmlns:a16="http://schemas.microsoft.com/office/drawing/2014/main" id="{2369E1AD-9FCB-4DAE-8770-45CB62E5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240125"/>
            <a:ext cx="600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071829"/>
                </a:solidFill>
              </a:defRPr>
            </a:defPPr>
            <a:lvl1pPr algn="ctr">
              <a:defRPr sz="2550" b="1">
                <a:solidFill>
                  <a:srgbClr val="071829"/>
                </a:solidFill>
              </a:defRPr>
            </a:lvl1pPr>
            <a:lvl2pPr algn="ctr">
              <a:defRPr sz="2550" b="1">
                <a:solidFill>
                  <a:srgbClr val="071829"/>
                </a:solidFill>
              </a:defRPr>
            </a:lvl2pPr>
            <a:lvl3pPr algn="ctr">
              <a:defRPr sz="2550" b="1">
                <a:solidFill>
                  <a:srgbClr val="071829"/>
                </a:solidFill>
              </a:defRPr>
            </a:lvl3pPr>
            <a:lvl4pPr algn="ctr">
              <a:defRPr sz="2550" b="1">
                <a:solidFill>
                  <a:srgbClr val="071829"/>
                </a:solidFill>
              </a:defRPr>
            </a:lvl4pPr>
            <a:lvl5pPr algn="ctr">
              <a:defRPr sz="2550" b="1">
                <a:solidFill>
                  <a:srgbClr val="071829"/>
                </a:solidFill>
              </a:defRPr>
            </a:lvl5pPr>
            <a:lvl6pPr algn="ctr">
              <a:defRPr sz="2550" b="1">
                <a:solidFill>
                  <a:srgbClr val="071829"/>
                </a:solidFill>
              </a:defRPr>
            </a:lvl6pPr>
            <a:lvl7pPr algn="ctr">
              <a:defRPr sz="2550" b="1">
                <a:solidFill>
                  <a:srgbClr val="071829"/>
                </a:solidFill>
              </a:defRPr>
            </a:lvl7pPr>
            <a:lvl8pPr algn="ctr">
              <a:defRPr sz="2550" b="1">
                <a:solidFill>
                  <a:srgbClr val="071829"/>
                </a:solidFill>
              </a:defRPr>
            </a:lvl8pPr>
            <a:lvl9pPr algn="ctr">
              <a:defRPr sz="255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071829"/>
                </a:solidFill>
              </a:defRPr>
            </a:pPr>
            <a:r>
              <a:rPr sz="2550" b="1">
                <a:solidFill>
                  <a:srgbClr val="071829"/>
                </a:solidFill>
              </a:rPr>
              <a:t>VOIR LA SÉLECTION</a:t>
            </a:r>
          </a:p>
        </p:txBody>
      </p:sp>
      <p:sp>
        <p:nvSpPr>
          <p:cNvPr id="16" name="Flèche">
            <a:extLst xmlns:a="http://schemas.openxmlformats.org/drawingml/2006/main">
              <a:ext uri="{FF2B5EF4-FFF2-40B4-BE49-F238E27FC236}">
                <a16:creationId xmlns:a16="http://schemas.microsoft.com/office/drawing/2014/main" id="{B9246B0C-7D55-425F-87C2-45F1F366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221075"/>
            <a:ext cx="76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300" b="1">
                <a:solidFill>
                  <a:srgbClr val="071829"/>
                </a:solidFill>
              </a:defRPr>
            </a:defPPr>
            <a:lvl1pPr algn="ctr">
              <a:defRPr sz="3300" b="1">
                <a:solidFill>
                  <a:srgbClr val="071829"/>
                </a:solidFill>
              </a:defRPr>
            </a:lvl1pPr>
            <a:lvl2pPr algn="ctr">
              <a:defRPr sz="3300" b="1">
                <a:solidFill>
                  <a:srgbClr val="071829"/>
                </a:solidFill>
              </a:defRPr>
            </a:lvl2pPr>
            <a:lvl3pPr algn="ctr">
              <a:defRPr sz="3300" b="1">
                <a:solidFill>
                  <a:srgbClr val="071829"/>
                </a:solidFill>
              </a:defRPr>
            </a:lvl3pPr>
            <a:lvl4pPr algn="ctr">
              <a:defRPr sz="3300" b="1">
                <a:solidFill>
                  <a:srgbClr val="071829"/>
                </a:solidFill>
              </a:defRPr>
            </a:lvl4pPr>
            <a:lvl5pPr algn="ctr">
              <a:defRPr sz="3300" b="1">
                <a:solidFill>
                  <a:srgbClr val="071829"/>
                </a:solidFill>
              </a:defRPr>
            </a:lvl5pPr>
            <a:lvl6pPr algn="ctr">
              <a:defRPr sz="3300" b="1">
                <a:solidFill>
                  <a:srgbClr val="071829"/>
                </a:solidFill>
              </a:defRPr>
            </a:lvl6pPr>
            <a:lvl7pPr algn="ctr">
              <a:defRPr sz="3300" b="1">
                <a:solidFill>
                  <a:srgbClr val="071829"/>
                </a:solidFill>
              </a:defRPr>
            </a:lvl7pPr>
            <a:lvl8pPr algn="ctr">
              <a:defRPr sz="3300" b="1">
                <a:solidFill>
                  <a:srgbClr val="071829"/>
                </a:solidFill>
              </a:defRPr>
            </a:lvl8pPr>
            <a:lvl9pPr algn="ctr">
              <a:defRPr sz="330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071829"/>
                </a:solidFill>
              </a:defRPr>
            </a:pPr>
            <a:r>
              <a:rPr sz="3300" b="1">
                <a:solidFill>
                  <a:srgbClr val="071829"/>
                </a:solidFill>
              </a:rPr>
              <a:t>↗</a:t>
            </a:r>
          </a:p>
        </p:txBody>
      </p:sp>
    </p:spTree>
    <p:extLst>
      <p:ext uri="{BB962C8B-B14F-4D97-AF65-F5344CB8AC3E}">
        <p14:creationId xmlns:p14="http://schemas.microsoft.com/office/powerpoint/2010/main" val="12364437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2026-10-21T10:39:16.6960000Z</dcterms:created>
  <dcterms:modified xsi:type="dcterms:W3CDTF">2026-10-21T10:39:16.6960000Z</dcterms:modified>
</coreProperties>
</file>