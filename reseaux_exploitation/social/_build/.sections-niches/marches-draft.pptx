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be64dca4e546ac" /><Relationship Type="http://schemas.openxmlformats.org/officeDocument/2006/relationships/extended-properties" Target="/docProps/app.xml" Id="Ra6e846bcc3264e3d" /><Relationship Type="http://schemas.openxmlformats.org/officeDocument/2006/relationships/officeDocument" Target="/ppt/presentation.xml" Id="R57b5e0495404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f98fa6e70144f0"/>
  </p:sldMasterIdLst>
  <p:notesMasterIdLst>
    <p:notesMasterId xmlns:r="http://schemas.openxmlformats.org/officeDocument/2006/relationships" r:id="R1d49ff4da4cf402f"/>
  </p:notesMasterIdLst>
  <p:sldIdLst>
    <p:sldId xmlns:r="http://schemas.openxmlformats.org/officeDocument/2006/relationships" id="256" r:id="R3826a44d1b4d4dc5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0783f260142aa" /><Relationship Type="http://schemas.openxmlformats.org/officeDocument/2006/relationships/slideMaster" Target="/ppt/slideMasters/slideMaster1.xml" Id="R51f98fa6e70144f0" /><Relationship Type="http://schemas.openxmlformats.org/officeDocument/2006/relationships/notesMaster" Target="/ppt/notesMasters/notesMaster1.xml" Id="R1d49ff4da4cf402f" /><Relationship Type="http://schemas.openxmlformats.org/officeDocument/2006/relationships/presProps" Target="/ppt/presProps.xml" Id="R057ad360a5224abf" /><Relationship Type="http://schemas.openxmlformats.org/officeDocument/2006/relationships/tableStyles" Target="/ppt/tableStyles.xml" Id="R508b933bf63c4868" /><Relationship Type="http://schemas.openxmlformats.org/officeDocument/2006/relationships/slide" Target="/ppt/slides/slide1.xml" Id="R3826a44d1b4d4d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090da2c8d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a847f35e1466b" /><Relationship Type="http://schemas.openxmlformats.org/officeDocument/2006/relationships/notesMaster" Target="/ppt/notesMasters/notesMaster1.xml" Id="Rd19cecbc97b846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9c5f245d946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d349cb2124c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5370179a94a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372ea70ee41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b85a6eb8147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6f53d4e92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5CFEC6-E5A2-4CD7-8B0D-FFEB8D9FD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9C32CB-E681-42A7-95A1-356DE07DD6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6FED02-415F-47CC-99D8-6501A8660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AAAC65-41F0-4636-A8E7-892A86588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D7CEE7-0136-4C0C-BD8A-C791D3F33B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4D0F65-34B4-499B-9461-58E435C20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D47960-E169-407F-8301-0065D32DC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5050CA-9CB0-4FEA-855C-AE8F43DCA4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30957C-F975-486B-8540-55387BF50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663695-7AF6-4176-8856-41507B833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8c7caf512461a" /><Relationship Type="http://schemas.openxmlformats.org/officeDocument/2006/relationships/slideLayout" Target="/ppt/slideLayouts/slideLayout1.xml" Id="Rb02b647d3a16449a" /><Relationship Type="http://schemas.openxmlformats.org/officeDocument/2006/relationships/slideLayout" Target="/ppt/slideLayouts/slideLayout2.xml" Id="Rc563dd7b6b734988" /><Relationship Type="http://schemas.openxmlformats.org/officeDocument/2006/relationships/slideLayout" Target="/ppt/slideLayouts/slideLayout3.xml" Id="R90dc0d2876384f6c" /><Relationship Type="http://schemas.openxmlformats.org/officeDocument/2006/relationships/slideLayout" Target="/ppt/slideLayouts/slideLayout4.xml" Id="Rd75d2771a5f74d67" /><Relationship Type="http://schemas.openxmlformats.org/officeDocument/2006/relationships/slideLayout" Target="/ppt/slideLayouts/slideLayout5.xml" Id="R5ca1eb7fe61442d4" /><Relationship Type="http://schemas.openxmlformats.org/officeDocument/2006/relationships/slideLayout" Target="/ppt/slideLayouts/slideLayout6.xml" Id="Rb6bc995b195d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b647d3a16449a"/>
    <p:sldLayoutId xmlns:r="http://schemas.openxmlformats.org/officeDocument/2006/relationships" id="2147483650" r:id="Rc563dd7b6b734988"/>
    <p:sldLayoutId xmlns:r="http://schemas.openxmlformats.org/officeDocument/2006/relationships" id="2147483651" r:id="R90dc0d2876384f6c"/>
    <p:sldLayoutId xmlns:r="http://schemas.openxmlformats.org/officeDocument/2006/relationships" id="2147483652" r:id="Rd75d2771a5f74d67"/>
    <p:sldLayoutId xmlns:r="http://schemas.openxmlformats.org/officeDocument/2006/relationships" id="2147483653" r:id="R5ca1eb7fe61442d4"/>
    <p:sldLayoutId xmlns:r="http://schemas.openxmlformats.org/officeDocument/2006/relationships" id="2147483654" r:id="Rb6bc995b195d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44736ee154860" /><Relationship Type="http://schemas.openxmlformats.org/officeDocument/2006/relationships/image" Target="/ppt/media/image.png" Id="Rd3ec3bbb29464746" /><Relationship Type="http://schemas.openxmlformats.org/officeDocument/2006/relationships/notesSlide" Target="/ppt/notesSlides/notesSlide1.xml" Id="R911b39d8891044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9A2E1-5B0E-4B79-9714-BCDA423D6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c3bbb29464746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31BDDBE5-BF76-47C0-82B7-B6330880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69EE23E7-7C20-4DD8-99A5-2C9C8054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7DED6114-073E-4513-9D6F-A9137C4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28ABD6C7-1C2F-4262-B19A-FC6791F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21192B2C-3AC9-4AF7-9D93-9ACA4D5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27FEB041-17DB-4DE4-A67E-42EEF3E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4CF55C7D-13BF-47B2-B705-33160B1A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095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BC853E55-8F41-41F7-B1D3-33962664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PRÈS DE CHEZ VOUS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83C8F2E1-6A25-4307-B8BF-B9E653C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MARCHÉS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E46CC1C9-8FC8-409C-ADB5-33ADF39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Marchés locaux, producteurs et rendez-vous de quartier.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5FB4F2BE-D551-4E60-8F64-62A1779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4B9E992C-7AAA-4D54-B338-2FF8C7FD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EE890124-AE4F-458F-B8B4-F17EFDCD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C3C51E89-62F9-49AF-8897-4160577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3830F1EF-F047-4595-9DDA-CCCFD794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896678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2026-10-21T10:39:25.4450000Z</dcterms:created>
  <dcterms:modified xsi:type="dcterms:W3CDTF">2026-10-21T10:39:25.4450000Z</dcterms:modified>
</coreProperties>
</file>