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681bd598049c7" /><Relationship Type="http://schemas.openxmlformats.org/officeDocument/2006/relationships/extended-properties" Target="/docProps/app.xml" Id="R92f5b9c023704545" /><Relationship Type="http://schemas.openxmlformats.org/officeDocument/2006/relationships/officeDocument" Target="/ppt/presentation.xml" Id="R366622d180cb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86aac83520477b"/>
  </p:sldMasterIdLst>
  <p:notesMasterIdLst>
    <p:notesMasterId xmlns:r="http://schemas.openxmlformats.org/officeDocument/2006/relationships" r:id="R7c43df412aa04e80"/>
  </p:notesMasterIdLst>
  <p:sldIdLst>
    <p:sldId xmlns:r="http://schemas.openxmlformats.org/officeDocument/2006/relationships" id="256" r:id="R514ab78074eb4379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fe490f12b4514" /><Relationship Type="http://schemas.openxmlformats.org/officeDocument/2006/relationships/slideMaster" Target="/ppt/slideMasters/slideMaster1.xml" Id="R3a86aac83520477b" /><Relationship Type="http://schemas.openxmlformats.org/officeDocument/2006/relationships/notesMaster" Target="/ppt/notesMasters/notesMaster1.xml" Id="R7c43df412aa04e80" /><Relationship Type="http://schemas.openxmlformats.org/officeDocument/2006/relationships/presProps" Target="/ppt/presProps.xml" Id="Rf371c28409e5463e" /><Relationship Type="http://schemas.openxmlformats.org/officeDocument/2006/relationships/tableStyles" Target="/ppt/tableStyles.xml" Id="R1e9384cb508d4d6b" /><Relationship Type="http://schemas.openxmlformats.org/officeDocument/2006/relationships/slide" Target="/ppt/slides/slide1.xml" Id="R514ab78074eb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0e777699b4b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89a3724c84619" /><Relationship Type="http://schemas.openxmlformats.org/officeDocument/2006/relationships/notesMaster" Target="/ppt/notesMasters/notesMaster1.xml" Id="Rfa614ca319cf47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a4943893f42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b3574a77547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ee18a006c4c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18946b97047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c37c245be4f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c8880da2e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B61CAA-50F1-4E2D-BDEB-3089448D12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640D04-E605-4131-B0FB-EA7ED47F1F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746548-4055-44C3-9BF2-47F9FE3E1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7644E0-CF4F-4F2A-B493-B4DBCB783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E59C10-6E17-4963-A953-34D54543C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A29B5D-A6C4-4F82-B5C6-F10068E7C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A3C7CC-1EA3-4B34-B6BD-B87A9D8936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8617EB-D506-45CC-98EE-5A2672AD7D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6A7800-57D6-4438-8349-548271596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F17307-0F4D-43DD-AA23-CC0B669C19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a4deb8023f447a" /><Relationship Type="http://schemas.openxmlformats.org/officeDocument/2006/relationships/slideLayout" Target="/ppt/slideLayouts/slideLayout1.xml" Id="R462070a089d94660" /><Relationship Type="http://schemas.openxmlformats.org/officeDocument/2006/relationships/slideLayout" Target="/ppt/slideLayouts/slideLayout2.xml" Id="Rc7141cf8747f4ad8" /><Relationship Type="http://schemas.openxmlformats.org/officeDocument/2006/relationships/slideLayout" Target="/ppt/slideLayouts/slideLayout3.xml" Id="R76787f3bc3844079" /><Relationship Type="http://schemas.openxmlformats.org/officeDocument/2006/relationships/slideLayout" Target="/ppt/slideLayouts/slideLayout4.xml" Id="R336d7e5ef52e4b10" /><Relationship Type="http://schemas.openxmlformats.org/officeDocument/2006/relationships/slideLayout" Target="/ppt/slideLayouts/slideLayout5.xml" Id="Rb53c65f8241c4b66" /><Relationship Type="http://schemas.openxmlformats.org/officeDocument/2006/relationships/slideLayout" Target="/ppt/slideLayouts/slideLayout6.xml" Id="R6bf2c8fa627a4f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070a089d94660"/>
    <p:sldLayoutId xmlns:r="http://schemas.openxmlformats.org/officeDocument/2006/relationships" id="2147483650" r:id="Rc7141cf8747f4ad8"/>
    <p:sldLayoutId xmlns:r="http://schemas.openxmlformats.org/officeDocument/2006/relationships" id="2147483651" r:id="R76787f3bc3844079"/>
    <p:sldLayoutId xmlns:r="http://schemas.openxmlformats.org/officeDocument/2006/relationships" id="2147483652" r:id="R336d7e5ef52e4b10"/>
    <p:sldLayoutId xmlns:r="http://schemas.openxmlformats.org/officeDocument/2006/relationships" id="2147483653" r:id="Rb53c65f8241c4b66"/>
    <p:sldLayoutId xmlns:r="http://schemas.openxmlformats.org/officeDocument/2006/relationships" id="2147483654" r:id="R6bf2c8fa627a4f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159087d114122" /><Relationship Type="http://schemas.openxmlformats.org/officeDocument/2006/relationships/image" Target="/ppt/media/image.png" Id="Rbb083387fa2248bf" /><Relationship Type="http://schemas.openxmlformats.org/officeDocument/2006/relationships/notesSlide" Target="/ppt/notesSlides/notesSlide1.xml" Id="R42a4d061b53547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E4D93-867B-4F96-9EA8-00DA90812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83387fa2248bf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B3CC4E85-1568-45D1-9452-C546554C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94F1AD3D-EECC-4AC5-B0DA-B1427C93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E5C2BB35-1C76-467C-94C3-35291CBD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DE90F642-2CBF-4496-A76E-B1389C50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90FA00C2-263F-4E75-8021-B3BA9F1D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925943B7-B4E3-4D03-8607-FB30BDF4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64BBF837-6249-40B1-A4EE-F63A776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66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984EA14A-81D8-4BE6-BDF2-91DE472E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SCÈNES LOCALES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7FD473A2-8A67-4571-A5E0-F3552564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LIVE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SESSIONS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0A363955-27B2-458E-956F-2E443C01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Concerts locaux, jams et artistes à découvrir près de vous.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C27D3820-313D-454E-98C2-067C2780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C82DDEFF-599A-4DD1-82B9-F347BD5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86EB1091-5977-4C42-AFAA-C7F1564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9D69DAA5-4B97-447E-9082-2E67007C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AC295DE8-B5C6-4B83-A6FB-889A46B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390781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2026-10-21T10:39:14.4890000Z</dcterms:created>
  <dcterms:modified xsi:type="dcterms:W3CDTF">2026-10-21T10:39:14.4900000Z</dcterms:modified>
</coreProperties>
</file>