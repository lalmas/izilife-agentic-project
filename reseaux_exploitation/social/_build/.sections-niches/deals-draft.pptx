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bc4ef44d074c73" /><Relationship Type="http://schemas.openxmlformats.org/officeDocument/2006/relationships/extended-properties" Target="/docProps/app.xml" Id="Rfadfab57ceb54e18" /><Relationship Type="http://schemas.openxmlformats.org/officeDocument/2006/relationships/officeDocument" Target="/ppt/presentation.xml" Id="Rde1672791bef4d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43c8e7949a4cf6"/>
  </p:sldMasterIdLst>
  <p:notesMasterIdLst>
    <p:notesMasterId xmlns:r="http://schemas.openxmlformats.org/officeDocument/2006/relationships" r:id="R9f1eb3c25f0d4fda"/>
  </p:notesMasterIdLst>
  <p:sldIdLst>
    <p:sldId xmlns:r="http://schemas.openxmlformats.org/officeDocument/2006/relationships" id="256" r:id="Re930931730aa4217"/>
  </p:sldIdLst>
  <p:sldSz cx="10287000" cy="1828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31641defa0406e" /><Relationship Type="http://schemas.openxmlformats.org/officeDocument/2006/relationships/slideMaster" Target="/ppt/slideMasters/slideMaster1.xml" Id="Rd843c8e7949a4cf6" /><Relationship Type="http://schemas.openxmlformats.org/officeDocument/2006/relationships/notesMaster" Target="/ppt/notesMasters/notesMaster1.xml" Id="R9f1eb3c25f0d4fda" /><Relationship Type="http://schemas.openxmlformats.org/officeDocument/2006/relationships/presProps" Target="/ppt/presProps.xml" Id="R2c36726bb1fe4624" /><Relationship Type="http://schemas.openxmlformats.org/officeDocument/2006/relationships/tableStyles" Target="/ppt/tableStyles.xml" Id="Rbc03e8b701624f5e" /><Relationship Type="http://schemas.openxmlformats.org/officeDocument/2006/relationships/slide" Target="/ppt/slides/slide1.xml" Id="Re930931730aa42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87fd93ddc944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1f1f124b694e39" /><Relationship Type="http://schemas.openxmlformats.org/officeDocument/2006/relationships/notesMaster" Target="/ppt/notesMasters/notesMaster1.xml" Id="R43b40942974149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f79075ab80429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098a4831ae487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bc3323bf8e421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c06813aa0443c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d70da36dba464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9821e95edc4f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7F51E6-55BA-4A98-9307-459BFF53AF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6908800"/>
            <a:ext cx="8229600" cy="264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1125384-09C4-4B5B-9964-CFE88927BEA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10058400"/>
            <a:ext cx="720090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E233816-CDD3-4F0F-BBA9-DDD03720F1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7620000"/>
            <a:ext cx="82296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6F826F-0CEB-4ECE-9D10-60E40AADB1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35A8D4B-E4BB-4685-8DEB-7A17881255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9129713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86E8CF4-4B40-4399-9489-0BE9D8064D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7AC881E-2838-4D6B-8BB2-65029972B6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AF0C6ED-83F9-49DE-9E96-7FED64C26B8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5ED175-953E-4CDC-8FFA-BA89BF701D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2C5338C-1547-4204-93FB-1A27331336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d129c961d24407" /><Relationship Type="http://schemas.openxmlformats.org/officeDocument/2006/relationships/slideLayout" Target="/ppt/slideLayouts/slideLayout1.xml" Id="R5101fcda12034d8e" /><Relationship Type="http://schemas.openxmlformats.org/officeDocument/2006/relationships/slideLayout" Target="/ppt/slideLayouts/slideLayout2.xml" Id="R2f539a4ffa9e400e" /><Relationship Type="http://schemas.openxmlformats.org/officeDocument/2006/relationships/slideLayout" Target="/ppt/slideLayouts/slideLayout3.xml" Id="R6e55e266a229435c" /><Relationship Type="http://schemas.openxmlformats.org/officeDocument/2006/relationships/slideLayout" Target="/ppt/slideLayouts/slideLayout4.xml" Id="R4c25eb75bd5a4444" /><Relationship Type="http://schemas.openxmlformats.org/officeDocument/2006/relationships/slideLayout" Target="/ppt/slideLayouts/slideLayout5.xml" Id="R628412581f3c4ef0" /><Relationship Type="http://schemas.openxmlformats.org/officeDocument/2006/relationships/slideLayout" Target="/ppt/slideLayouts/slideLayout6.xml" Id="R5fca0510379f47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01fcda12034d8e"/>
    <p:sldLayoutId xmlns:r="http://schemas.openxmlformats.org/officeDocument/2006/relationships" id="2147483650" r:id="R2f539a4ffa9e400e"/>
    <p:sldLayoutId xmlns:r="http://schemas.openxmlformats.org/officeDocument/2006/relationships" id="2147483651" r:id="R6e55e266a229435c"/>
    <p:sldLayoutId xmlns:r="http://schemas.openxmlformats.org/officeDocument/2006/relationships" id="2147483652" r:id="R4c25eb75bd5a4444"/>
    <p:sldLayoutId xmlns:r="http://schemas.openxmlformats.org/officeDocument/2006/relationships" id="2147483653" r:id="R628412581f3c4ef0"/>
    <p:sldLayoutId xmlns:r="http://schemas.openxmlformats.org/officeDocument/2006/relationships" id="2147483654" r:id="R5fca0510379f47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ec813db32646e8" /><Relationship Type="http://schemas.openxmlformats.org/officeDocument/2006/relationships/image" Target="/ppt/media/image.png" Id="R63e7d090c4f348e2" /><Relationship Type="http://schemas.openxmlformats.org/officeDocument/2006/relationships/notesSlide" Target="/ppt/notesSlides/notesSlide1.xml" Id="Red31ed0eb5824e5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BC125B-B7B0-4A43-B6D8-BBE03A8E52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e7d090c4f348e2"/>
          <a:srcRect xmlns:a="http://schemas.openxmlformats.org/drawingml/2006/main" l="27" t="0" r="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8288000"/>
          </a:xfrm>
          <a:prstGeom xmlns:a="http://schemas.openxmlformats.org/drawingml/2006/main" prst="rect">
            <a:avLst/>
          </a:prstGeom>
        </p:spPr>
      </p:pic>
      <p:sp>
        <p:nvSpPr>
          <p:cNvPr id="2" name="Voile général">
            <a:extLst xmlns:a="http://schemas.openxmlformats.org/drawingml/2006/main">
              <a:ext uri="{FF2B5EF4-FFF2-40B4-BE49-F238E27FC236}">
                <a16:creationId xmlns:a16="http://schemas.microsoft.com/office/drawing/2014/main" id="{F6F4257F-3102-496D-A292-6714BF2B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8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9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égradé supérieur">
            <a:extLst xmlns:a="http://schemas.openxmlformats.org/drawingml/2006/main">
              <a:ext uri="{FF2B5EF4-FFF2-40B4-BE49-F238E27FC236}">
                <a16:creationId xmlns:a16="http://schemas.microsoft.com/office/drawing/2014/main" id="{05063E1F-C6BD-466E-84AC-98EEAA8A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8096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829">
                  <a:alpha val="96000"/>
                </a:srgbClr>
              </a:gs>
              <a:gs pos="50000">
                <a:srgbClr val="071829">
                  <a:alpha val="72000"/>
                </a:srgbClr>
              </a:gs>
              <a:gs pos="100000">
                <a:srgbClr val="071829">
                  <a:alpha val="3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Dégradé inférieur">
            <a:extLst xmlns:a="http://schemas.openxmlformats.org/drawingml/2006/main">
              <a:ext uri="{FF2B5EF4-FFF2-40B4-BE49-F238E27FC236}">
                <a16:creationId xmlns:a16="http://schemas.microsoft.com/office/drawing/2014/main" id="{E3817B0C-7B75-48AF-88A5-3386FC33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239750"/>
            <a:ext cx="10287000" cy="5048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829">
                  <a:alpha val="0"/>
                </a:srgbClr>
              </a:gs>
              <a:gs pos="50000">
                <a:srgbClr val="071829">
                  <a:alpha val="68000"/>
                </a:srgbClr>
              </a:gs>
              <a:gs pos="100000">
                <a:srgbClr val="071829">
                  <a:alpha val="96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Logo blanc">
            <a:extLst xmlns:a="http://schemas.openxmlformats.org/drawingml/2006/main">
              <a:ext uri="{FF2B5EF4-FFF2-40B4-BE49-F238E27FC236}">
                <a16:creationId xmlns:a16="http://schemas.microsoft.com/office/drawing/2014/main" id="{AAAF19C7-59A3-4328-8C9D-93482F8B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izi</a:t>
            </a:r>
          </a:p>
        </p:txBody>
      </p:sp>
      <p:sp>
        <p:nvSpPr>
          <p:cNvPr id="6" name="Logo vert">
            <a:extLst xmlns:a="http://schemas.openxmlformats.org/drawingml/2006/main">
              <a:ext uri="{FF2B5EF4-FFF2-40B4-BE49-F238E27FC236}">
                <a16:creationId xmlns:a16="http://schemas.microsoft.com/office/drawing/2014/main" id="{4E22DC10-3945-4DCF-90AC-476EAAF8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191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8D29A"/>
                </a:solidFill>
              </a:defRPr>
            </a:defPPr>
            <a:lvl1pPr algn="l">
              <a:defRPr sz="2250" b="1">
                <a:solidFill>
                  <a:srgbClr val="18D29A"/>
                </a:solidFill>
              </a:defRPr>
            </a:lvl1pPr>
            <a:lvl2pPr algn="l">
              <a:defRPr sz="2250" b="1">
                <a:solidFill>
                  <a:srgbClr val="18D29A"/>
                </a:solidFill>
              </a:defRPr>
            </a:lvl2pPr>
            <a:lvl3pPr algn="l">
              <a:defRPr sz="2250" b="1">
                <a:solidFill>
                  <a:srgbClr val="18D29A"/>
                </a:solidFill>
              </a:defRPr>
            </a:lvl3pPr>
            <a:lvl4pPr algn="l">
              <a:defRPr sz="2250" b="1">
                <a:solidFill>
                  <a:srgbClr val="18D29A"/>
                </a:solidFill>
              </a:defRPr>
            </a:lvl4pPr>
            <a:lvl5pPr algn="l">
              <a:defRPr sz="2250" b="1">
                <a:solidFill>
                  <a:srgbClr val="18D29A"/>
                </a:solidFill>
              </a:defRPr>
            </a:lvl5pPr>
            <a:lvl6pPr algn="l">
              <a:defRPr sz="2250" b="1">
                <a:solidFill>
                  <a:srgbClr val="18D29A"/>
                </a:solidFill>
              </a:defRPr>
            </a:lvl6pPr>
            <a:lvl7pPr algn="l">
              <a:defRPr sz="2250" b="1">
                <a:solidFill>
                  <a:srgbClr val="18D29A"/>
                </a:solidFill>
              </a:defRPr>
            </a:lvl7pPr>
            <a:lvl8pPr algn="l">
              <a:defRPr sz="2250" b="1">
                <a:solidFill>
                  <a:srgbClr val="18D29A"/>
                </a:solidFill>
              </a:defRPr>
            </a:lvl8pPr>
            <a:lvl9pPr algn="l">
              <a:defRPr sz="2250" b="1">
                <a:solidFill>
                  <a:srgbClr val="18D29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8D29A"/>
                </a:solidFill>
              </a:defRPr>
            </a:pPr>
            <a:r>
              <a:rPr sz="2250" b="1">
                <a:solidFill>
                  <a:srgbClr val="18D29A"/>
                </a:solidFill>
              </a:rPr>
              <a:t>Life</a:t>
            </a:r>
          </a:p>
        </p:txBody>
      </p:sp>
      <p:sp>
        <p:nvSpPr>
          <p:cNvPr id="7" name="Logo suffixe">
            <a:extLst xmlns:a="http://schemas.openxmlformats.org/drawingml/2006/main">
              <a:ext uri="{FF2B5EF4-FFF2-40B4-BE49-F238E27FC236}">
                <a16:creationId xmlns:a16="http://schemas.microsoft.com/office/drawing/2014/main" id="{4FF83BA4-8AA3-428C-9910-691CCBCB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619125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.co</a:t>
            </a:r>
          </a:p>
        </p:txBody>
      </p:sp>
      <p:sp>
        <p:nvSpPr>
          <p:cNvPr id="8" name="Pastille">
            <a:extLst xmlns:a="http://schemas.openxmlformats.org/drawingml/2006/main">
              <a:ext uri="{FF2B5EF4-FFF2-40B4-BE49-F238E27FC236}">
                <a16:creationId xmlns:a16="http://schemas.microsoft.com/office/drawing/2014/main" id="{E6285F3D-7D8E-44FC-A762-A5701A46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3238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e pastille">
            <a:extLst xmlns:a="http://schemas.openxmlformats.org/drawingml/2006/main">
              <a:ext uri="{FF2B5EF4-FFF2-40B4-BE49-F238E27FC236}">
                <a16:creationId xmlns:a16="http://schemas.microsoft.com/office/drawing/2014/main" id="{2B4EF879-DCD8-4601-B655-31841C5A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71829"/>
                </a:solidFill>
              </a:defRPr>
            </a:defPPr>
            <a:lvl1pPr algn="ctr">
              <a:defRPr sz="1650" b="1">
                <a:solidFill>
                  <a:srgbClr val="071829"/>
                </a:solidFill>
              </a:defRPr>
            </a:lvl1pPr>
            <a:lvl2pPr algn="ctr">
              <a:defRPr sz="1650" b="1">
                <a:solidFill>
                  <a:srgbClr val="071829"/>
                </a:solidFill>
              </a:defRPr>
            </a:lvl2pPr>
            <a:lvl3pPr algn="ctr">
              <a:defRPr sz="1650" b="1">
                <a:solidFill>
                  <a:srgbClr val="071829"/>
                </a:solidFill>
              </a:defRPr>
            </a:lvl3pPr>
            <a:lvl4pPr algn="ctr">
              <a:defRPr sz="1650" b="1">
                <a:solidFill>
                  <a:srgbClr val="071829"/>
                </a:solidFill>
              </a:defRPr>
            </a:lvl4pPr>
            <a:lvl5pPr algn="ctr">
              <a:defRPr sz="1650" b="1">
                <a:solidFill>
                  <a:srgbClr val="071829"/>
                </a:solidFill>
              </a:defRPr>
            </a:lvl5pPr>
            <a:lvl6pPr algn="ctr">
              <a:defRPr sz="1650" b="1">
                <a:solidFill>
                  <a:srgbClr val="071829"/>
                </a:solidFill>
              </a:defRPr>
            </a:lvl6pPr>
            <a:lvl7pPr algn="ctr">
              <a:defRPr sz="1650" b="1">
                <a:solidFill>
                  <a:srgbClr val="071829"/>
                </a:solidFill>
              </a:defRPr>
            </a:lvl7pPr>
            <a:lvl8pPr algn="ctr">
              <a:defRPr sz="1650" b="1">
                <a:solidFill>
                  <a:srgbClr val="071829"/>
                </a:solidFill>
              </a:defRPr>
            </a:lvl8pPr>
            <a:lvl9pPr algn="ctr">
              <a:defRPr sz="16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71829"/>
                </a:solidFill>
              </a:defRPr>
            </a:pPr>
            <a:r>
              <a:rPr sz="1650" b="1">
                <a:solidFill>
                  <a:srgbClr val="071829"/>
                </a:solidFill>
              </a:rPr>
              <a:t>BONS PLANS IZILIFE</a:t>
            </a:r>
          </a:p>
        </p:txBody>
      </p:sp>
      <p:sp>
        <p:nvSpPr>
          <p:cNvPr id="10" name="Titre principal">
            <a:extLst xmlns:a="http://schemas.openxmlformats.org/drawingml/2006/main">
              <a:ext uri="{FF2B5EF4-FFF2-40B4-BE49-F238E27FC236}">
                <a16:creationId xmlns:a16="http://schemas.microsoft.com/office/drawing/2014/main" id="{EC3B66A3-C614-4F47-98AF-AD019F41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600" b="1">
                <a:solidFill>
                  <a:srgbClr val="FFFFFF"/>
                </a:solidFill>
              </a:defRPr>
            </a:defPPr>
            <a:lvl1pPr algn="l">
              <a:defRPr sz="6600" b="1">
                <a:solidFill>
                  <a:srgbClr val="FFFFFF"/>
                </a:solidFill>
              </a:defRPr>
            </a:lvl1pPr>
            <a:lvl2pPr algn="l">
              <a:defRPr sz="6600" b="1">
                <a:solidFill>
                  <a:srgbClr val="FFFFFF"/>
                </a:solidFill>
              </a:defRPr>
            </a:lvl2pPr>
            <a:lvl3pPr algn="l">
              <a:defRPr sz="6600" b="1">
                <a:solidFill>
                  <a:srgbClr val="FFFFFF"/>
                </a:solidFill>
              </a:defRPr>
            </a:lvl3pPr>
            <a:lvl4pPr algn="l">
              <a:defRPr sz="6600" b="1">
                <a:solidFill>
                  <a:srgbClr val="FFFFFF"/>
                </a:solidFill>
              </a:defRPr>
            </a:lvl4pPr>
            <a:lvl5pPr algn="l">
              <a:defRPr sz="6600" b="1">
                <a:solidFill>
                  <a:srgbClr val="FFFFFF"/>
                </a:solidFill>
              </a:defRPr>
            </a:lvl5pPr>
            <a:lvl6pPr algn="l">
              <a:defRPr sz="6600" b="1">
                <a:solidFill>
                  <a:srgbClr val="FFFFFF"/>
                </a:solidFill>
              </a:defRPr>
            </a:lvl6pPr>
            <a:lvl7pPr algn="l">
              <a:defRPr sz="6600" b="1">
                <a:solidFill>
                  <a:srgbClr val="FFFFFF"/>
                </a:solidFill>
              </a:defRPr>
            </a:lvl7pPr>
            <a:lvl8pPr algn="l">
              <a:defRPr sz="6600" b="1">
                <a:solidFill>
                  <a:srgbClr val="FFFFFF"/>
                </a:solidFill>
              </a:defRPr>
            </a:lvl8pPr>
            <a:lvl9pPr algn="l">
              <a:defRPr sz="66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6600" b="1">
                <a:solidFill>
                  <a:srgbClr val="FFFFFF"/>
                </a:solidFill>
              </a:defRPr>
            </a:pPr>
            <a:r>
              <a:rPr sz="6600" b="1">
                <a:solidFill>
                  <a:srgbClr val="FFFFFF"/>
                </a:solidFill>
              </a:rPr>
              <a:t>DEALS</a:t>
            </a:r>
          </a:p>
        </p:txBody>
      </p:sp>
      <p:sp>
        <p:nvSpPr>
          <p:cNvPr id="11" name="Sous-titre">
            <a:extLst xmlns:a="http://schemas.openxmlformats.org/drawingml/2006/main">
              <a:ext uri="{FF2B5EF4-FFF2-40B4-BE49-F238E27FC236}">
                <a16:creationId xmlns:a16="http://schemas.microsoft.com/office/drawing/2014/main" id="{B0103CD7-B1D5-428D-83EF-EF53D774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847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</a:defRPr>
            </a:defPPr>
            <a:lvl1pPr algn="l">
              <a:defRPr sz="2550" b="1">
                <a:solidFill>
                  <a:srgbClr val="FFFFFF"/>
                </a:solidFill>
              </a:defRPr>
            </a:lvl1pPr>
            <a:lvl2pPr algn="l">
              <a:defRPr sz="2550" b="1">
                <a:solidFill>
                  <a:srgbClr val="FFFFFF"/>
                </a:solidFill>
              </a:defRPr>
            </a:lvl2pPr>
            <a:lvl3pPr algn="l">
              <a:defRPr sz="2550" b="1">
                <a:solidFill>
                  <a:srgbClr val="FFFFFF"/>
                </a:solidFill>
              </a:defRPr>
            </a:lvl3pPr>
            <a:lvl4pPr algn="l">
              <a:defRPr sz="2550" b="1">
                <a:solidFill>
                  <a:srgbClr val="FFFFFF"/>
                </a:solidFill>
              </a:defRPr>
            </a:lvl4pPr>
            <a:lvl5pPr algn="l">
              <a:defRPr sz="2550" b="1">
                <a:solidFill>
                  <a:srgbClr val="FFFFFF"/>
                </a:solidFill>
              </a:defRPr>
            </a:lvl5pPr>
            <a:lvl6pPr algn="l">
              <a:defRPr sz="2550" b="1">
                <a:solidFill>
                  <a:srgbClr val="FFFFFF"/>
                </a:solidFill>
              </a:defRPr>
            </a:lvl6pPr>
            <a:lvl7pPr algn="l">
              <a:defRPr sz="2550" b="1">
                <a:solidFill>
                  <a:srgbClr val="FFFFFF"/>
                </a:solidFill>
              </a:defRPr>
            </a:lvl7pPr>
            <a:lvl8pPr algn="l">
              <a:defRPr sz="2550" b="1">
                <a:solidFill>
                  <a:srgbClr val="FFFFFF"/>
                </a:solidFill>
              </a:defRPr>
            </a:lvl8pPr>
            <a:lvl9pPr algn="l">
              <a:defRPr sz="25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Les opérations et réductions proposées par iziLife.</a:t>
            </a:r>
          </a:p>
        </p:txBody>
      </p:sp>
      <p:sp>
        <p:nvSpPr>
          <p:cNvPr id="12" name="Bouton">
            <a:extLst xmlns:a="http://schemas.openxmlformats.org/drawingml/2006/main">
              <a:ext uri="{FF2B5EF4-FFF2-40B4-BE49-F238E27FC236}">
                <a16:creationId xmlns:a16="http://schemas.microsoft.com/office/drawing/2014/main" id="{75946AAA-1392-4FCF-89FC-C48D23CB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0"/>
            <a:ext cx="89154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nd icône">
            <a:extLst xmlns:a="http://schemas.openxmlformats.org/drawingml/2006/main">
              <a:ext uri="{FF2B5EF4-FFF2-40B4-BE49-F238E27FC236}">
                <a16:creationId xmlns:a16="http://schemas.microsoft.com/office/drawing/2014/main" id="{4EBBFE99-677E-4B2E-870A-CDC34D6A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249650"/>
            <a:ext cx="723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cône">
            <a:extLst xmlns:a="http://schemas.openxmlformats.org/drawingml/2006/main">
              <a:ext uri="{FF2B5EF4-FFF2-40B4-BE49-F238E27FC236}">
                <a16:creationId xmlns:a16="http://schemas.microsoft.com/office/drawing/2014/main" id="{ACEDDFD5-CFD4-4D93-A894-B2C1135C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6249650"/>
            <a:ext cx="628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071829"/>
                </a:solidFill>
              </a:defRPr>
            </a:defPPr>
            <a:lvl1pPr algn="ctr">
              <a:defRPr sz="2250" b="1">
                <a:solidFill>
                  <a:srgbClr val="071829"/>
                </a:solidFill>
              </a:defRPr>
            </a:lvl1pPr>
            <a:lvl2pPr algn="ctr">
              <a:defRPr sz="2250" b="1">
                <a:solidFill>
                  <a:srgbClr val="071829"/>
                </a:solidFill>
              </a:defRPr>
            </a:lvl2pPr>
            <a:lvl3pPr algn="ctr">
              <a:defRPr sz="2250" b="1">
                <a:solidFill>
                  <a:srgbClr val="071829"/>
                </a:solidFill>
              </a:defRPr>
            </a:lvl3pPr>
            <a:lvl4pPr algn="ctr">
              <a:defRPr sz="2250" b="1">
                <a:solidFill>
                  <a:srgbClr val="071829"/>
                </a:solidFill>
              </a:defRPr>
            </a:lvl4pPr>
            <a:lvl5pPr algn="ctr">
              <a:defRPr sz="2250" b="1">
                <a:solidFill>
                  <a:srgbClr val="071829"/>
                </a:solidFill>
              </a:defRPr>
            </a:lvl5pPr>
            <a:lvl6pPr algn="ctr">
              <a:defRPr sz="2250" b="1">
                <a:solidFill>
                  <a:srgbClr val="071829"/>
                </a:solidFill>
              </a:defRPr>
            </a:lvl6pPr>
            <a:lvl7pPr algn="ctr">
              <a:defRPr sz="2250" b="1">
                <a:solidFill>
                  <a:srgbClr val="071829"/>
                </a:solidFill>
              </a:defRPr>
            </a:lvl7pPr>
            <a:lvl8pPr algn="ctr">
              <a:defRPr sz="2250" b="1">
                <a:solidFill>
                  <a:srgbClr val="071829"/>
                </a:solidFill>
              </a:defRPr>
            </a:lvl8pPr>
            <a:lvl9pPr algn="ctr">
              <a:defRPr sz="22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71829"/>
                </a:solidFill>
              </a:defRPr>
            </a:pPr>
            <a:r>
              <a:rPr sz="2250" b="1">
                <a:solidFill>
                  <a:srgbClr val="071829"/>
                </a:solidFill>
              </a:rPr>
              <a:t>●</a:t>
            </a:r>
          </a:p>
        </p:txBody>
      </p:sp>
      <p:sp>
        <p:nvSpPr>
          <p:cNvPr id="15" name="Texte bouton">
            <a:extLst xmlns:a="http://schemas.openxmlformats.org/drawingml/2006/main">
              <a:ext uri="{FF2B5EF4-FFF2-40B4-BE49-F238E27FC236}">
                <a16:creationId xmlns:a16="http://schemas.microsoft.com/office/drawing/2014/main" id="{A7B945EF-69D1-40A9-AA02-A46547FB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240125"/>
            <a:ext cx="600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071829"/>
                </a:solidFill>
              </a:defRPr>
            </a:defPPr>
            <a:lvl1pPr algn="ctr">
              <a:defRPr sz="2550" b="1">
                <a:solidFill>
                  <a:srgbClr val="071829"/>
                </a:solidFill>
              </a:defRPr>
            </a:lvl1pPr>
            <a:lvl2pPr algn="ctr">
              <a:defRPr sz="2550" b="1">
                <a:solidFill>
                  <a:srgbClr val="071829"/>
                </a:solidFill>
              </a:defRPr>
            </a:lvl2pPr>
            <a:lvl3pPr algn="ctr">
              <a:defRPr sz="2550" b="1">
                <a:solidFill>
                  <a:srgbClr val="071829"/>
                </a:solidFill>
              </a:defRPr>
            </a:lvl3pPr>
            <a:lvl4pPr algn="ctr">
              <a:defRPr sz="2550" b="1">
                <a:solidFill>
                  <a:srgbClr val="071829"/>
                </a:solidFill>
              </a:defRPr>
            </a:lvl4pPr>
            <a:lvl5pPr algn="ctr">
              <a:defRPr sz="2550" b="1">
                <a:solidFill>
                  <a:srgbClr val="071829"/>
                </a:solidFill>
              </a:defRPr>
            </a:lvl5pPr>
            <a:lvl6pPr algn="ctr">
              <a:defRPr sz="2550" b="1">
                <a:solidFill>
                  <a:srgbClr val="071829"/>
                </a:solidFill>
              </a:defRPr>
            </a:lvl6pPr>
            <a:lvl7pPr algn="ctr">
              <a:defRPr sz="2550" b="1">
                <a:solidFill>
                  <a:srgbClr val="071829"/>
                </a:solidFill>
              </a:defRPr>
            </a:lvl7pPr>
            <a:lvl8pPr algn="ctr">
              <a:defRPr sz="2550" b="1">
                <a:solidFill>
                  <a:srgbClr val="071829"/>
                </a:solidFill>
              </a:defRPr>
            </a:lvl8pPr>
            <a:lvl9pPr algn="ctr">
              <a:defRPr sz="25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071829"/>
                </a:solidFill>
              </a:defRPr>
            </a:pPr>
            <a:r>
              <a:rPr sz="2550" b="1">
                <a:solidFill>
                  <a:srgbClr val="071829"/>
                </a:solidFill>
              </a:rPr>
              <a:t>VOIR LA SÉLECTION</a:t>
            </a:r>
          </a:p>
        </p:txBody>
      </p:sp>
      <p:sp>
        <p:nvSpPr>
          <p:cNvPr id="16" name="Flèche">
            <a:extLst xmlns:a="http://schemas.openxmlformats.org/drawingml/2006/main">
              <a:ext uri="{FF2B5EF4-FFF2-40B4-BE49-F238E27FC236}">
                <a16:creationId xmlns:a16="http://schemas.microsoft.com/office/drawing/2014/main" id="{730D4D3B-5084-46BB-92CA-DCD68EC7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221075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300" b="1">
                <a:solidFill>
                  <a:srgbClr val="071829"/>
                </a:solidFill>
              </a:defRPr>
            </a:defPPr>
            <a:lvl1pPr algn="ctr">
              <a:defRPr sz="3300" b="1">
                <a:solidFill>
                  <a:srgbClr val="071829"/>
                </a:solidFill>
              </a:defRPr>
            </a:lvl1pPr>
            <a:lvl2pPr algn="ctr">
              <a:defRPr sz="3300" b="1">
                <a:solidFill>
                  <a:srgbClr val="071829"/>
                </a:solidFill>
              </a:defRPr>
            </a:lvl2pPr>
            <a:lvl3pPr algn="ctr">
              <a:defRPr sz="3300" b="1">
                <a:solidFill>
                  <a:srgbClr val="071829"/>
                </a:solidFill>
              </a:defRPr>
            </a:lvl3pPr>
            <a:lvl4pPr algn="ctr">
              <a:defRPr sz="3300" b="1">
                <a:solidFill>
                  <a:srgbClr val="071829"/>
                </a:solidFill>
              </a:defRPr>
            </a:lvl4pPr>
            <a:lvl5pPr algn="ctr">
              <a:defRPr sz="3300" b="1">
                <a:solidFill>
                  <a:srgbClr val="071829"/>
                </a:solidFill>
              </a:defRPr>
            </a:lvl5pPr>
            <a:lvl6pPr algn="ctr">
              <a:defRPr sz="3300" b="1">
                <a:solidFill>
                  <a:srgbClr val="071829"/>
                </a:solidFill>
              </a:defRPr>
            </a:lvl6pPr>
            <a:lvl7pPr algn="ctr">
              <a:defRPr sz="3300" b="1">
                <a:solidFill>
                  <a:srgbClr val="071829"/>
                </a:solidFill>
              </a:defRPr>
            </a:lvl7pPr>
            <a:lvl8pPr algn="ctr">
              <a:defRPr sz="3300" b="1">
                <a:solidFill>
                  <a:srgbClr val="071829"/>
                </a:solidFill>
              </a:defRPr>
            </a:lvl8pPr>
            <a:lvl9pPr algn="ctr">
              <a:defRPr sz="330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071829"/>
                </a:solidFill>
              </a:defRPr>
            </a:pPr>
            <a:r>
              <a:rPr sz="3300" b="1">
                <a:solidFill>
                  <a:srgbClr val="071829"/>
                </a:solidFill>
              </a:rPr>
              <a:t>↗</a:t>
            </a:r>
          </a:p>
        </p:txBody>
      </p:sp>
    </p:spTree>
    <p:extLst>
      <p:ext uri="{BB962C8B-B14F-4D97-AF65-F5344CB8AC3E}">
        <p14:creationId xmlns:p14="http://schemas.microsoft.com/office/powerpoint/2010/main" val="10549115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2026-10-21T10:39:29.1190000Z</dcterms:created>
  <dcterms:modified xsi:type="dcterms:W3CDTF">2026-10-21T10:39:29.1190000Z</dcterms:modified>
</coreProperties>
</file>